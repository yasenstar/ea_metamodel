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33"/>
  </p:notesMasterIdLst>
  <p:handoutMasterIdLst>
    <p:handoutMasterId r:id="rId134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377" r:id="rId110"/>
    <p:sldId id="378" r:id="rId111"/>
    <p:sldId id="379" r:id="rId112"/>
    <p:sldId id="380" r:id="rId113"/>
    <p:sldId id="381" r:id="rId114"/>
    <p:sldId id="382" r:id="rId115"/>
    <p:sldId id="383" r:id="rId116"/>
    <p:sldId id="384" r:id="rId117"/>
    <p:sldId id="385" r:id="rId118"/>
    <p:sldId id="386" r:id="rId119"/>
    <p:sldId id="387" r:id="rId120"/>
    <p:sldId id="388" r:id="rId121"/>
    <p:sldId id="389" r:id="rId122"/>
    <p:sldId id="390" r:id="rId123"/>
    <p:sldId id="391" r:id="rId124"/>
    <p:sldId id="392" r:id="rId125"/>
    <p:sldId id="393" r:id="rId126"/>
    <p:sldId id="394" r:id="rId127"/>
    <p:sldId id="395" r:id="rId128"/>
    <p:sldId id="396" r:id="rId129"/>
    <p:sldId id="267" r:id="rId130"/>
    <p:sldId id="326" r:id="rId131"/>
    <p:sldId id="336" r:id="rId1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5642" autoAdjust="0"/>
  </p:normalViewPr>
  <p:slideViewPr>
    <p:cSldViewPr snapToGrid="0">
      <p:cViewPr varScale="1">
        <p:scale>
          <a:sx n="94" d="100"/>
          <a:sy n="94" d="100"/>
        </p:scale>
        <p:origin x="86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tableStyles" Target="tableStyles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28" Type="http://schemas.openxmlformats.org/officeDocument/2006/relationships/slide" Target="slides/slide124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handoutMaster" Target="handoutMasters/handoutMaster1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presProps" Target="presProps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A706-7ADF-FC19-F86B-55D2C702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C8DF4-7BE7-C114-3353-016A672F2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793BF-793B-9A9B-5F0D-301239C56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AF510-A361-1AA6-FF29-AA45669A2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7686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DF17-8A11-9FBF-F84D-A595C51E3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CC03C-38B8-6A3A-5498-287C8417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8B777-54F3-6F64-36DC-93680A4B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2A0D4-53AA-ED90-4D34-C009E4C11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419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9A8A-1D3B-A0A4-C11C-936AB123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E834A-6594-A3CF-9EC3-6CA8BEA27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0CCD9-06D8-0146-3740-A36DA4B9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2160B-C0E5-5022-D128-ACB61BA21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993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6D79-C745-0D5F-8B1F-23BD1F2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7F5CD-734F-9909-0154-DFD64095E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0DE7A-1C8F-4106-3306-2C5AE0A9C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FE4-2B9F-1F8B-0F87-C56DB538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9045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4BA1-0039-19E2-7BA6-62C4DA90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74E0B-3DA9-A1C8-5657-B02E1081A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0831C-056E-C8B3-4B7E-5FBD8439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CC50C-11D2-D9E6-7E03-58D761714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989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AD8F-37D8-15D0-F695-525A05E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4C6D3-9058-0CB0-B475-613880F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CBB7-9040-83FA-816A-DA4DB1298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CE8C2-4E50-5F1D-29B0-A4420F47D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714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165-2EB7-5F8B-125B-ABA7E4D00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2CC61-656B-48F7-E0DE-4845C2E0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F4B7C-5F7F-B3D9-E2D9-04847A6AF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EDCB5-3F08-5C07-0334-577DA9CC3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3336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7E97-708F-4676-E373-C4F741B6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1C90B-EFD5-7FD8-2BB1-4917D67FE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9CE91-2C07-D123-EA75-788E9F342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A9BA-DBA4-5B31-34ED-58F2A4211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7055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3CF82-8F5E-BF9D-314A-2078D28B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FF9A90-526F-FDE0-E9AC-B5BD1920F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7225-B98A-0754-60B0-247A52DCA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5BD26-7707-AF14-7D03-AF9EFB892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088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D6F4-D762-A241-B293-F774EE8A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AE649-CE78-6E34-C3CF-D6B4A2B72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BEFCB-FA3F-BA9E-9C15-9B22C47A7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1E0B9-53A0-759A-DD3F-DC8F7FB90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8949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86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6.jpeg"/><Relationship Id="rId4" Type="http://schemas.openxmlformats.org/officeDocument/2006/relationships/image" Target="../media/image86.jpe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7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52D269F-00E2-A869-98B5-5FA06AB417CB}"/>
              </a:ext>
            </a:extLst>
          </p:cNvPr>
          <p:cNvSpPr/>
          <p:nvPr/>
        </p:nvSpPr>
        <p:spPr>
          <a:xfrm>
            <a:off x="2283782" y="33450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8E161-0E25-C878-A306-FF077694C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1244" y="1457202"/>
            <a:ext cx="4144427" cy="5130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9746-8455-969D-48A3-06D39E284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AF99B4A-C2B6-0ED6-61CB-DFDFF55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594B9DA-0729-88F2-432D-25F7CC39C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C14A21D-1598-308D-D5FC-BD3482A2DF8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7D38DB-6767-0C6B-9DD5-89C96ED4A8D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DCADAD-8C7A-95A2-EDCA-076B700AA9E1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32235BE-23B4-0C7F-FDFB-85A20F092CB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435662F-242E-F671-FF1D-F0136880E30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B3B4F0C-FF56-092D-D82A-164F205AD80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76B5D1D-2098-FB54-B3F5-D0570B226DE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3D6850-E646-0F74-37C2-205434C9C92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5C2137-FC4E-67C2-73C6-5B57780059B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CD15D5-06D5-F072-6FE9-20DD77888E6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DFAC21-5B8B-D59E-A4BD-87C5A676911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9B4E8-68E1-1147-EFB2-398A35CCB6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F126E15-C875-F90B-72EB-3C591E8B44F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C8006F1-52B0-0BFC-69A6-CA61919393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9FB618B-57C9-6565-6EEC-262C4B8A018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C653AA-4EA0-180E-96CC-D7E90C8736D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DD314-B083-4F12-A4D9-CE768E5A1D2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D870D7-F3AC-45B8-6368-99C0201F63C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9304A0-7643-055C-889F-B8B50D7E1C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E38261-94A0-192E-9F35-07A243B4CDC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637D5F-6550-749F-AFF7-F257D6D3A1D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0D698A-725F-9B76-C3FF-12C49C2F014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DCBFEC-DDC7-14D5-5E74-69FD6E37BBC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8E3291-8E27-132C-B8DE-BD3B4F42679C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7E6C138-8F47-240F-1850-EB46B7701A3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1A0DB70-B8E3-2FA1-4E80-66AE78666F0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FF01C2-7B2B-19A5-C81D-1B36E06D5B1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BA1A4E-A8D1-9B17-9C0E-91104E269C4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13F5C8-109A-88B0-FC48-F64338E3319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BE96B-6A42-C8AA-A0FB-0823EF51AA2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95210-C6AD-246E-1D31-A19B09D59AA1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A974B5-16F5-20B2-7F96-A3A0EE86863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68778D-456B-0119-9C6D-6458F8D54F0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1DC4AC-7932-115D-EC0E-9FE1A9E466D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9DFF82-BD91-32A6-82DE-085DCE17688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DCAE95-F800-FDAB-94E9-C5A30C487B1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ADA89C-55C4-E000-A6B6-FD2D461353D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B7893F-D136-349D-EC9D-4DD3FAE1292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293A16-55F1-083B-DACB-6CF9430C07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8ECED4-3AD4-6742-2ED0-6D7E0232BB7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D23824-037E-A1B0-BD02-7C40230290D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C878B-2462-5BAE-AF66-5135A450BE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C6DBD25-0EF4-A2D9-6272-D727FD0EAE44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F9AFF3-30CE-41D1-DA0D-B0993C9F363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D3DA38-64FB-C5E0-7BD4-8635B016511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BC01D2-5206-FEFA-B050-633E9F40898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F013922-5B9C-C821-A212-4A12276C7292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A2928A-29D9-8AF9-7967-4ED1715CE28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24C7E89-EC76-C491-713D-782355BAE214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684F11-12AB-C839-C588-82B807FFAE2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93AF50-6858-F31A-892D-0E9C4873038A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32C2CDF-552C-1A10-7F72-38F6BE8FA39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F797370-5F8F-993A-3E8F-8B4A512D7781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FA0BB78-5A75-3EDE-99E2-FF9C7EC0436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7B56B1-E4A9-1CB5-33F5-97055D80B4C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A6BC3C-C31B-9851-8D14-4DD02226FCC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B19C21-096B-9CC7-FB58-B1E923A55A6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9A1A505-9230-51C9-36BF-C7F4B1C7D6E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B3A0E53-2B5D-2EBC-EB67-B22EA6157EC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206A7F-EC60-EAAA-611A-D16A2220714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EF7C1-EF00-6B8D-0627-7974180362C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002A32E-70A3-270F-8AF9-E78B304120A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712E439-3534-29A5-FAEA-B3A9754946E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DE9984E-12DF-79D6-DD63-8DFE899A553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CE39FD1-E4ED-0A3A-3E04-0178478FF606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530C751C-ADE6-8265-1CD9-127FC39BE3F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648503-4376-04EA-D8F4-D5B57A051B0F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79F1FFF-32BD-6409-E556-C94B81933C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71D19E2B-BFF5-A34E-373B-29308EAA5F7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281876C-3170-4EBE-A4EA-D0ECCAF658C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78373DC-73FA-E5EF-413D-3BE3675882ED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545CF9D-CEF9-ECF4-3B70-94F1C4268975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03AD159-0AC2-9572-8E2A-F2A057E0F65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7DE9E1D-6CC8-29C5-6A67-C1120C83C86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D9E1B77-2643-2520-C360-25CB0E923B29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3B0F83-C8D9-2CDB-5B13-8F882D64B71F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B8A36A6-1877-644F-6EB4-1E7E24E7CB9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B02253B-51AC-2F6D-23E5-F57F42A6D64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91731-54FA-A19C-E9F8-F408E910B766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DF98F88-A52E-50F0-6E85-F5977837E891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45C0BDE-E144-EB64-3C0B-25026AB0215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EA03E9BB-E27B-AE72-9329-098A0089124B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50D71D7-C18A-15B8-45A8-FFD71E40D889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135AC3-815B-C947-93C9-56411DA8F1A6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C43DEB9A-9E53-D2CF-FA1E-E76B886D495C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798E892-F167-F189-A13B-40495ED0603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2B4D766-F88F-7A12-BFF4-F2C03314A30A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65FB9C8-2B0A-8975-3410-23FC425572D7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B63AA23D-E3CC-8B8E-1BA8-2A441744C269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C2A94AE-5B2F-3801-A458-8D7A8DA18569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9632DD4-8D8A-0699-32C5-F49C452D1E7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9C874BD-4104-D9CD-8224-9645E27BAC0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5DA8F18-A7BA-15FC-9F88-7B857FA265B9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E583303-6B27-26EA-A5F7-C31140A62AA8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AD1A6CF-9E6B-7F1D-A6C4-950E5C5CDDD5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C8269D4-7E60-9BE1-569A-F0517DE0D014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310C919-314E-7CF8-DE8A-33944F25DA9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837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5A4AF-1197-44C8-D7FC-1498F050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2E9C-EB56-E07B-B792-984C6625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F3FFB87-B2B5-DA37-5E3B-9ACA1835D15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3D1135-2191-33A5-FD02-CC334435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2C1E20-A6F9-CA71-6A83-D297308E9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DFE0D6-4529-1D67-913D-6A2C8F302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3B11B-5E38-6760-821C-F4A013C87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04DCD3-CEAB-0B80-B2AE-5062A668554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600F5-84DB-B8EC-4CFF-CF01460DB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4003" y="2312786"/>
            <a:ext cx="5334728" cy="383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2007072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C9AD-35D1-219B-A753-1B095553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DF813C3-8269-6897-3DD9-0BB221C59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C80C499-0876-1A31-E470-31E616C5D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5E54EC1-694D-7915-55FA-C521823872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E64A95-6279-098D-CC6F-C4043BDD88C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16B0D9-5589-6022-7009-057FB268C9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CCCC7E5-D451-B9D8-6344-E508EDB7E27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6FC0F7F-9799-1A3D-56AA-6F166F8A6DE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BA91A9D-3670-7043-500F-7FCBB3BFF97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DCF94F7-456A-D582-41C2-C1FAAE1A75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067750C-6854-514C-0960-7F4D5235247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F0ED14-0025-10D8-15EB-63E0970DFCB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2ABB6D-FC00-B65F-75F1-DB5666529A04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337CD3-F308-CAA3-4563-8A127BCF774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A30BC-6582-E3F9-9BC8-15D1B8BB540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7833440-90E3-9F0F-06F9-DC664A74FA0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4FEA2D-5DF2-7259-6BDD-2E1EC170CF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B50579-A2FB-E76C-4452-FAE2A486A6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3C77BE-FDF4-0F4F-0C09-8D46663BC73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C7D2A2-5CC7-DC19-DE3E-E9E9B205FDE8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8CDDEB-536E-0119-52B8-3E3832435CE5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90D8546-8B22-146F-480D-5A04F3BE0A6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DC5D43A-7482-4F27-5E77-39E5196075D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B22A377-8923-3D9C-A1E1-BAA1C0C1716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1FBC0B-4767-9769-7AFB-F1426B67E5E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1225F9-FE17-AB3B-2111-1D41B44B76E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72557E-C28D-B5F2-1224-8EAAC0A5FD9D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39D1683-0117-7204-A28D-A9FADA2D2FB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250247-3666-D872-24E0-A4F72D4AEA2B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0A2626-485C-F74D-FF31-0CCD054D85E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7B4E4A-62B0-1BC9-7FFF-F786BC34412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B4A69E-858B-3997-A7FB-103E2D7713B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2738C5-449E-32C0-2314-C86CFE96B91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E9764B-51B1-0B90-F565-56DB2876ECF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016CFD-1A1F-AD04-80F4-C7BA313D927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C870C7-A383-78ED-E45A-8976178B9ED8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6F093-8705-1E0C-C9C1-D0C6D02ED55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F3FAF6-B46F-A1A6-5A13-FA09A2D67D8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B7A4C7-B3AF-D4F8-9AD0-E1E0791D2F5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65FB65-F220-3035-3C82-3D0D52A70CB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4E6509-7B74-94D5-EB94-7B48333681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5D281D-DEE6-FE27-B628-B44794F0CC4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4FE1F-2FC6-3AF1-6533-F3CDC6409C9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446D1F-8EC0-5BE6-E374-B6EDEAEACB16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3DA55-D842-3168-6E38-130C9BAF89AA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437375-F2AF-A2CB-2CE6-9992A7596AE1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5F455C-FC2A-2818-DC1F-B909834C0B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048706-3292-71A2-07B9-91065856D30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E73E29-12F2-8D13-1FC0-193462576ED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8A86752-1C72-109B-78BF-ED3330546EE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DF66BB-9D60-C6EB-C4BE-559C5764D17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C8C31CC-4C63-735A-6110-E6A924516475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EBCBF7-872B-8213-9DA3-F98B8758F3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4D585D5-1001-EA79-263F-A26BE6E4A03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1E76AE4-72F6-7E42-D7C0-7039DC82C38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5F0994A-2A89-7EC4-12D3-8DCEFFA0C1A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98C970-4EFA-E8C5-9FED-18A141C51B1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8C734D-EC6C-55C5-AAF2-3B819178B4A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8B49435-AF48-A12B-BE87-0FED0FFD81C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210F95-2B63-0612-3C89-2C5DB2A18AC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911178E-BC1A-D84A-0B0F-7063469CD50F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1AEE878F-44B1-2FEE-51D5-C640568DC31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9E1A88-A1E3-EA55-D202-A576B7B862CA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12AEEC-2F63-4A60-464D-A5DE7A82F1F1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182CC72-7C66-296B-866B-31BA7E83D326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35C879B-D83F-7544-49DE-0345D97E93F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D20249-550C-7B68-ABDF-550BD99B9FA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386951D-1AB7-56EA-3405-E85FBCC811F5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FA035-70A8-3C5E-2D40-9A748868413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7E94C9-2417-0903-8B29-64A5954211C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C29C486-2770-18C0-2F35-C27576157CAC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43CE7E4-5B27-EDB3-EDE3-AF29310E4D2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B151BA1-FEF7-CD2A-6CA7-56020ED8B5B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207B229-715A-B1B1-AE86-2384FA7403EE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A3CED77-1C54-2DCD-06A7-BADCCC198E0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25F1BC5-4448-83C5-34C8-8D1FD0C1D57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2D452-4F86-2716-EEF7-DE72252D12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611642F-5A87-4007-2496-98FADE2BA3A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F400330-4943-921F-9454-F9631F8D5A6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4D85D0B-39E6-CEA4-9AC9-D882002F29A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503ECC-CE78-3AA4-F56E-83919052BD7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BF4435-F5F0-3DE4-6728-5FD4EC973A03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CA144E7-43E2-362E-E9A0-44CE9EAA59D7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83557DA-CF60-E87C-2A19-A08EDCD531D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CA46798-BB54-1E5E-4BA6-C1A1E7AB2BA8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EE3FDE-D9B0-AB31-FEC4-E2AC77C9EB55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0394190-0B5B-4A45-7442-E3EA43363D2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314A7BA-FFE1-D940-113C-1D2979733375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B97BAB-C77E-F494-C431-E344ABDD961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BCA07E6-571C-7ACD-FA9F-74FE0434C65A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089AB638-863D-DFE4-660C-410AB4EB465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6D65DE-584E-4533-9481-68784F5BE304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74FF52BC-2820-80C1-5DCC-3572300C614D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E3E054C-CF4D-034D-D028-04414AFD798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676476-7174-E9BB-D05E-0A593CADBCA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6FA18DC-289E-E76E-9837-4A91F48015F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824B887-7529-E3E7-7D95-1CE8062046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A06A21C-2EDF-8BB9-6107-693288A2335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208B84-E132-8427-2E00-2E40CFDBC42A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7C72A74-D368-C8DB-A202-C7C2C073A03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C5AE2D7-710F-D2D2-3B4F-500D4636C6FD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0645BC-4C79-3AE3-44F7-FAB2A98B263B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28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CBE2-14B9-F7FE-28D3-3D0D7FF7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4782-4C6B-8B81-26FE-2721D2C2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576E9C-1EC9-2B88-E08C-B856FE92319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48AC5-7D86-E3AD-F52B-ED7E2F8A2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BAC101-AD18-AADD-9F87-DFC16DF95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FCEACE-43A8-29F6-BC1B-87AFEC66F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40246-DF9C-7AD2-8234-E595E073A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F13CE1-159A-503C-CA75-92C171A5C81E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BE11E-49A6-E8E1-3E7E-83C970341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6486" y="3864859"/>
            <a:ext cx="4368673" cy="27288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BF0A3E-C661-4C19-9508-D8DE2B9674E4}"/>
              </a:ext>
            </a:extLst>
          </p:cNvPr>
          <p:cNvSpPr/>
          <p:nvPr/>
        </p:nvSpPr>
        <p:spPr>
          <a:xfrm>
            <a:off x="592903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66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36834-E9A5-2080-E19B-C3E6ED2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9B7FE84-2001-E77F-F6FC-88A556FB8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FD9E430-4549-9877-ECC9-F6069ECA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1AB84FC-E062-B410-D824-FD9C9485116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235D-D773-74AC-36D4-A22DB75AE91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622835-02B1-E6CD-9802-03A10E9CA03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B48F6EE-9423-4F50-FA85-EFDFB432E06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0ED0958-DBE5-2AF6-4C74-B75A0CFF9EE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CB705E4-83E0-B328-0E48-57E0F8EE7F4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51CB83-586C-FFC5-2F8B-BA5EF6C6D7D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0B4EAF1-F005-B297-4049-E9541B7AFFD8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BE1A826-3C31-5F7A-A1F8-17BD08E1A80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62DA65-72E6-7052-83BC-D16B5A524CBD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F826A1-F9B0-41F9-A9BA-ACE46C71086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751D049-67DD-25B2-D6BE-33234F57FE9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81288C4-91E6-93F5-4F5C-A10152C2FC3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0201496-30EE-6AA0-7770-3E1F1ED0785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A11E72E-1DB1-EDAF-92C1-3B212680E07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C06B25-75C6-A87D-6640-1F3FDCFDB50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ED16BCE-655B-9096-9050-E814D9158EC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704DE95-848A-A26F-E4DC-DEC70F53455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42CE40A-80CF-E034-6DCB-F24974BE6C5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39C59DF-2FF6-C454-39B4-1FB231FD3BC0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A36A161-7EF2-A99C-398F-CB84856E0DC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94D6C84-0CB4-6A98-5017-4B582667A3F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64E8EF8-8471-65A7-9800-109DE14636EF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795A972-FEF3-D8A3-0FCB-E5311975563E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6BD3511-219D-F6F1-B91A-BA9A39BB9B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023098-B3FA-8A67-CA25-6A59B31D120A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7A83A-7DFB-9E3B-A6F8-FD2A5E79401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D6331-4EB4-B5CD-485B-121C41F87B6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584803-D4B7-6FB9-0903-F3A53933A833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82E1B7-043C-B522-5A3A-0D8526E2BC2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2BF6EC-BE2D-B19C-6284-B6A87B4449AD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E7006A-2E70-1EBA-AC38-9B19C021E13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E63B15-FF59-6A9E-F206-143BFF1BBF2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C45E81-07CF-9EB7-23EA-8C50DC9F27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E5FB5F-4971-3ED4-A80E-22FA5A3AFA5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91FC42-E84D-E6C2-E1D5-50EE03F8550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25DD33-0494-6FA7-587E-80F1DA738C8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1D56CE-C8AD-E3C9-22A0-9E0D434D88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6A2C34-4AD1-81D1-2C4E-69F5B537779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87811EA-F905-FC2B-9DE2-73F15E0F0E0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6B99A1-DA84-1BB6-23FF-FB04C10E919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B193FD-C952-C058-61AC-BC187C9CF48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97A7A95-AB4C-A46A-6487-95527812A67A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AEF1F70-4330-1B76-1BB3-3FCB2D1DFFD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A0EA05B-6EDE-E938-55C7-CE2B09C5020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79EBE7-A349-DCA2-51B4-39F10ED1A0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CDDADBA-5386-FFA1-9133-C955A7198DA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E0D91-F9D9-C37B-14DC-011313177E9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CC72196-19AD-2673-78F4-CC21FF4D2412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390CC1E-C40B-8A77-0FB1-C3E76B688C5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1680B5D-3538-4F20-31BD-40A2661327D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415E4C4-C5B5-2500-C027-9ADBFF1B219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BBD1EAA-AC11-C51F-C254-DCE34DD70B2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5AB00A-ADDC-ACE1-732A-FC55A29CEEB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3C9DF62-909D-58E7-39E4-E13871CD07C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755A5F8-3DA8-6738-5E6C-F0310CD0A27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FDA9EF-E543-E7BC-F4B2-0D7613321141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F0DB236-011B-C267-2D4D-0E159DC16E8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DBFC8D1B-C815-014D-ABFA-C597785664D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6E34CCD-0AF9-6B7D-1D6B-B2C12BB3B1B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28BF03-8CBE-C742-A2FA-670921100D8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0213396-9C80-FB0F-BCAF-49FB069C852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5E2C0D-63BA-E69A-93FF-926FC65C1B0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9A6C817-9CDF-8563-F253-F6591F87EFE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C0EB555-CC46-2152-D8F5-C907B811E31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6AEF6-24AF-9652-AE25-24C42E9DA26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8BE48ED-7888-9289-D4C6-A18E31508C0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AA63A6-C25C-9DF4-2F77-828B67B173D5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E6D5E35D-F091-07C0-2287-695BD83F20B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DAB176D-BCBB-53CE-D78E-F877A9ECEE8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DE43572-3F5B-4B99-72AF-C344776BE3F3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9681875-6B9D-E018-95A9-1F28663E7E1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F8B362E-6A83-346C-7B24-FFEE3383F0A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1B0DC0D-04F4-E550-BB1C-3F3B945C72DC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E404EA6-2D48-128D-0404-92827485AE0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BA793B-7B6C-6692-CDD1-FDF26ECB363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A84187E-282E-A286-5647-C8595668947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B77E8D-44F9-D0AC-A0DC-3521D8B059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AEF517B-83F3-9267-C5E5-B8928A70F057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822AFB-D0F1-F08A-E76D-D5D5BA12E616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10C97FA-8994-FBFA-7A96-BD24C7E5EA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660FA1AB-FDD4-1F1F-FDDE-848A9BAA6E0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CE1C56-92E9-ABB6-4ED8-FFB74948060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DF876E-4825-72E3-F7D9-CAAB18DE87D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42F808-D5EB-93A9-8513-CE735655314C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63BA34C-ABE8-D46A-DBAE-1BBDB44D35B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9CA932A-AB0A-1654-76EF-32A4735C4C2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D065985-4704-6C47-3B45-B9289FFE8F7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28E3C60-E7C6-C8A1-1112-F4B991E613F6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645426BD-3EE4-0EA3-36F1-F9380A965C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74B4B6C-EEA9-AF79-9EAA-745EF441E006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2AE482-B174-60E3-9326-8A98AEC4C7BE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74BF45-14D5-FFB6-6023-7405126F3DA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38B3D5-33CB-7234-88C2-9DA90BC8EF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E65F89F-8D5E-84F9-5484-A36128CF40E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E9C1775-B5C9-1100-E0E1-A4C4F43E34D7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0A73356-11C5-1037-B8BE-22C407B12945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B5AEBF2B-75C9-C96C-088C-E18F785E61DF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0C0AAD-44AB-AFC8-AB48-64AEC1EF9A70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516C023-A5B7-F749-9EE9-6D2DA82B706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E991110-E86F-E821-7CC6-BFD3927D67C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44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F1F33-46FC-44C3-2976-8704004B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AC590-2C51-39AB-0FC0-4E73CE7A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D30DA3-844E-F241-D158-E308E061478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2DE3A-E7DE-C4A8-7EE3-22FA679B3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8F9AC8-DD71-0BD3-D409-7FF67FFAA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B4820F-15BF-7BC1-9092-1C0281A97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608FE-9C2E-4122-1E06-C59356B15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B76989-05D6-4188-ED8C-1FE69971271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44280-2829-C763-72C9-5B5D096942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013" y="1853248"/>
            <a:ext cx="4195977" cy="4283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647339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CD4D-CD54-4CD1-1CDC-9F8E70FD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5113E01-6E2E-D854-A323-2FEB0F8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92BC6F-7AE1-9D3C-9815-AD48E4014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4CE3348-9AAB-BAAD-FE58-043A9C0933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2B2A53B-A655-C1E5-24D0-9B8DBB211F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F88E58-682C-FC19-FCFC-8ACE52210977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361B2-A284-24A7-2245-9FAED4D2F46A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F30833A-A73B-A7AD-0101-346233529EE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18D153-6219-FC9F-F4D1-993850438B7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DEFCA1-BF47-D449-6804-EBC303FB28B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55F1327-9220-6E03-5195-10103ED30BF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617418-D568-1D48-2925-E1BB58BF0A3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E9CAB19-1368-1404-C274-9BD54955ACB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928876-2D48-3409-2449-45E6F7C40B8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D65457-13DB-36DF-D146-2EEDE0ED9EA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FAB65D-FC75-45AE-6A74-52D0D9CA402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6BAB86-199B-D4C2-EB04-EB036DC5370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2B2B34-A36C-14ED-4CEA-6CE23DB457B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7A568E-937D-64FA-F89C-E80ABE7230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02218C9-C980-57A7-2132-C1FF8B5984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0B8E5C-232D-6890-9242-F93A827008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5C4C7C-FDAE-556C-6697-EC87FC5E311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EED7DC0-EFC2-B17E-EBF8-8542F7FCCA0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FD3170D-D8DC-BD7B-5EB7-3BB3F41A6E2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367EC4A-8715-FAF2-3487-EB35C5660D9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4461810-809C-8BAE-8435-51F6BB88059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CE6053C-5D29-C1AE-11AB-13CA5AF9F26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F3C95D-DD49-6BF4-6686-3CFE6720BD2C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03805F7-4C80-5D35-124E-6BAC2112907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514FD0-7075-28BD-C8CE-BA4DA1C85A3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993D72-1C01-1BD8-1CCD-9B81695962D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139640-45E8-BB50-5A38-420EEDE1C2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CA261E-E3A8-D771-C417-F0855648E84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1D3EA8-CC5C-EB3B-9B90-D8F92332ADB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DFE011-CE22-8D10-9AD1-E8C9CCD90C0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46B49-5378-119F-9B49-D2DA97E6BADE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09AB69-206F-30E3-AABD-6E7BDDAF92C0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EEBFCEB-9598-CBF2-DCC1-C312C5A180F5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499D3-E488-EC38-723F-0161963BE78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0C67AD-9732-AF20-1977-87BD49D31D1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B129F9-B489-3C67-5550-9EFE273F53F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67622-F310-0187-3D3F-1BCF0983FB1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518825B-563B-5B44-5988-AA7650DC7F1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4686E2-13A6-0F8C-7AC0-D7EE52ACCD5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E0588D-803C-9ED0-3DD7-3283A77D22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00968F6-2ED2-16BB-85AD-7B9EBEF2E7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E38B72-C85D-E7FA-819C-FC7D93FD4B9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6AD0E27-104D-94F3-F97C-97DD7C4E7D6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4E3DAC4-2A17-5D7A-20E3-8F000DDB744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E7A57E-7CAE-F521-10F4-F70F530A16B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E2B60F-60AB-6547-1D3E-506A3308192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BD3FF7-4E93-03E2-DFB0-968CD706A4B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7F63E53-AB29-6B45-56DF-C83C58C0B11A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2DC7AE4-44B7-5696-E091-16CE21817EE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0C3E2A8-B13E-2E11-EFC5-316AEA03C9E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B4EDFE7-A8E9-0BA0-29CE-F3420347E83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A51A6C-2E99-8E0E-D0B9-78026ED84DD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A773E3B-5E99-5FB1-F315-E5CE7A0D711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DD90A62-DFBB-594F-0C00-05B03081854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BB085C-AECE-768E-09B5-36797FC21AA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95C7C19-6CA7-9CA3-D01D-6FA09E41FBF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03C8B-F283-3B93-4C8D-8ACF220034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1A6A1-0A30-40FD-5693-6830C02CCB6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C00044F-4FBB-B942-D4EE-923944118877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CB99E66-EDF3-9DAE-D96C-4C4A0E3EE8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43BED96-A3FB-F0F1-4FE0-A4BE3610E94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051EDC-C7D4-D2F3-2C8B-CDE20E4CDE2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7B7BF52-80B6-99E0-67D8-208136E4C6B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8ABE0CD-59A1-2F04-24A4-0BE1F2907119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81C3F7-C65D-D0EA-6634-A598EDBB7770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384912A-96AD-985A-6595-7120C1FB909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38BBAFB-5749-0973-DE8C-6A89AECF148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E091753-4B7C-3956-A148-CC26827B6D98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D1F367-E2F9-79CF-3437-2C8CB42404E7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CDC24E-19BE-585A-851D-1FCDBD3CEB3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13AE69C-1B2B-83C7-6E05-83D89CBD51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F64CD80-5ABE-2F36-73D8-4091491741D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C6DB1-043B-63B1-7BEF-F0F828653F7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E767B0F-F632-5555-8442-04304245D96B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6E548C-9A8B-D579-4D04-6709C5BEDF0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F4061C8-5436-03C4-2E6E-B9F2BAE32548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D5ED89-D0B4-71DA-8CEC-A93A84E64B7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5832493-1844-D3FE-BFF0-5DE8E3DFA6C4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396B2F0-6434-26ED-8C97-C35BCFD4C43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E8171E7-3974-09C4-0081-F2D2E53C8C0B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2A6114-2136-6543-9509-B6EAB3ED84B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22F6066-1C5F-BA98-EC1F-F080C2D4099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D4A6D1-F4BE-D1FC-A774-21620483AD07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4D061C5-FA80-13F8-4E9E-9F45D1813B0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8804A749-E7F2-9C9D-E3DB-D405AB44433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53BFF84-0DD0-AEBB-C109-8688CDB2B30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1412A54-16DC-25E9-25A6-78EC86DDA62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EDB1845-7F73-5F4C-7014-77BC0873FE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AD784D-E27A-C1E4-5A2F-65BABE478928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4E58E2-07C6-6472-1087-E758D51ECF7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2BE500F-73B1-0BC2-7838-87B637D6B07E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31B065-300A-6E6C-DC26-5FB699FDC15F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882206E-DBE5-7D4D-9C62-AE514BF4EB7A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C74524-8B87-C014-90EA-E80265E657CD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28A241-2614-EBF0-25CD-C6D855DF1B0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8B3C2A-E22A-45E9-A926-3C7B2C655B76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83E083-857C-DD1B-BA3E-1BD541D6FBE4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061859F-EBAC-70F0-FF21-6F3D09AAEF4E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BD9B470-DB84-A903-FB10-8DECDEA594D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C6D542E3-4DBA-2BCF-778B-BA901C475D3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F281C57-C3C6-3641-4891-BD5264ECCF6F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776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DBCB-4C7D-F29F-A562-FE49B918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A9EE-EE56-E45C-D762-A0AE8105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6AB5B3-AF05-FC7E-9306-FF028745EC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283E6A-383D-F310-B66E-16C6941B1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D86041-301D-0E4A-87CA-9852BECC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3E0BB4-26EB-5E3D-9CF7-39500FD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F532B-E0DC-016D-57F9-C06F774836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3487EE-EF1B-9CF8-D531-9F53477D9583}"/>
              </a:ext>
            </a:extLst>
          </p:cNvPr>
          <p:cNvSpPr/>
          <p:nvPr/>
        </p:nvSpPr>
        <p:spPr>
          <a:xfrm>
            <a:off x="2535381" y="496404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0AF08-8DA8-153B-6645-21819B6E2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2" y="4070454"/>
            <a:ext cx="4335157" cy="24525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82D8C1-E340-1E3B-326C-578740BC0EC9}"/>
              </a:ext>
            </a:extLst>
          </p:cNvPr>
          <p:cNvSpPr/>
          <p:nvPr/>
        </p:nvSpPr>
        <p:spPr>
          <a:xfrm>
            <a:off x="591887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908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4861-48DB-4B66-4554-4A7426C7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B1C8FB6-8C41-955D-E240-C458CC076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55D86A8-6E3E-4C28-EC75-44C98FF58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025D52C-F740-EBC4-F85B-F1A45B2526B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1B86F3-517F-6A76-16CC-C6927ADA48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C2697-3FCB-3062-E3AE-39ECC588F20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C758808-760E-B5CC-39DF-00AA535364A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4AB24B1-038E-0697-77B8-999701B27C8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248A7F-DD2C-967E-FF89-AD9F9F9361D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963AF9-2F06-FFF6-D616-D2203482944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C01E275-9FA6-5533-32B6-3957BEE3BF3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851797-E08F-AC62-8131-E2607E72672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D5E1ECD-41F2-A28F-5BB8-826436B6E9E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6912F9-6C4C-E70B-990B-DBB2C9AD030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8D2F4C-718A-4121-8F1E-EE911F6AC776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7FC8BC-2E52-304B-2946-9F03BB8BDCD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D3B82C0-779B-87FD-C405-A72A14FF7AC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0F77014-A649-4288-DAD3-4E0D19519B7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2ED31F8-A7F4-8FE0-1B0A-A4750421450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7410ED8-0425-5C94-A55D-0087B3FE2A9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8D9F73-FD00-9C6C-81D6-57118E347448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9B6ADCE-370D-5DD9-A160-42B51758067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454A30B-2DA5-6536-C2C4-70039A5153A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B8F03A7-74ED-4991-FD81-3568903C5E7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543F237-B42D-C534-7836-A89CB9E00EC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BF567C-5DF4-D574-6895-038877E134C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B2229FA-AB5C-55F0-7B4D-7B1914192AC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20C4B5A-DA7A-8F3D-5B86-5ADBE0AA404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9A8E449-AF1F-F345-6BAE-5B122418658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47AD5F-C921-BA8F-0925-BEC81F2D91E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F143EA-AA19-5443-A018-611E7AA48F51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70FA4C-B88B-1A37-DFC0-89D4A588F5E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AD06B2-676A-AC17-C3FD-2DDC24175B2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2E7485-A8D0-4B60-F0DD-BE4BC366798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14395-E756-211A-7F36-FB6519A8C19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811280-6ED7-4037-BF71-75DB132D6FB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18D2E8-2B2F-F740-3966-0E03B8B72EB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8F228-A243-02B9-6F6A-3607E24563D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844CCB-171B-A592-DC02-551B1A70CB9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442F80-7989-CB56-F94B-2691E9CF5BD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922949-BDB4-4ECD-2077-D081E87CE0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B2AB53-3CA0-FF95-83AA-D84D6676568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EAE094-943C-A3E0-5202-EB94532A168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DFA5F3-9B55-F08C-3A64-3B42190C6A0B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304991-72CC-AF3B-B7A3-B030CF79FED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7B386F5-C8F2-7C9F-FCEB-357DE4200A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81D4C9D-0369-7E47-2CB9-6B43111C71E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1E32808-DAE6-B24A-05B3-A83F2D9C68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2015AC-FF17-B3D8-BB09-128FE84EEAA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3D7022-BDB7-9F15-364E-66D6E5E201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8169D3-8EEC-4912-20CB-74B8DC0106B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2CB6E0C-B8CA-EF18-BDD4-CC09C633BCE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E93DB-3BFD-52C0-12FE-5C4F1974BE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B7F1AE14-57DB-3657-F145-6924B22CB93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7B0D063-206F-4C3D-FBDE-1F6FF38180A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C57D124-3F84-EDF6-8B8B-41675D48060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42FEA07-F79D-5015-C0B0-5CBA58933862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31E4786-30FF-CB4C-FEDF-41F59B81D9D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E787D5-84DD-7085-2FC5-0C0F4C30F75C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31959-03CD-CDB0-EBC4-7BBFBF8C494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807BF8A-6EA7-B23F-8C92-7BD139CC2CD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688CDE4-B569-A82A-AE84-B1640E64F78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1EC5FF9-CC5D-D481-F100-019F6628D94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59360E2-BB15-40C5-A3A1-34B6E5A32E1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5D5BD42-E45A-2B4A-284F-9DB6788AB69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77E2584-D9B1-A7BD-545D-45C8B9235B35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AD2600-D692-4965-84B5-96E0E27FF6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A13A42E-CC9D-2AAA-4A7B-3A3151007DF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957CF05-EC73-AADE-95A5-87A692F5B1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E64D50-C32F-A345-4577-62EAACA460A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5002F37-AA0B-2D91-5830-03A6AFEDAAF0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C5D78A1-81EA-8FA8-6BB0-EAF4CAB1753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EE35956-3AE8-AC61-E01C-AD5230A6C6E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6BE624B-B119-9D21-58C7-3495019CF2C2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9BE8BF0D-BA0A-6CBE-4DBD-BBF1D884FFF3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FF5A080-1887-59FF-B306-45F450816F38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FEB8AF4-44F5-E287-60F4-E284AC667031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3971B76-348A-0A4A-1D49-A7E29D5F7DE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649724-248F-2F06-30F1-36A36660D89F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417DD5-1F03-BA09-A7BC-8F383B7446F3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1FF8932-9AA4-5052-ACD1-4B1A18EAD12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35B7B87-FE30-47A8-38FA-02D24A7C336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ABEF538-A47C-18F3-39E2-F3679573195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369C17-683F-079A-5824-DED2416EE43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CD1106D-557A-94BA-29C2-C0B16A945A11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9ACBD3E-4FEE-A3FC-4F70-A485F68A854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8F51FB3-0A79-F98C-F411-04B0C85EB359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FB5C4DE-A919-161B-D9CC-DD0409577A0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9E73C5B-89C5-4837-BB52-5658861588D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A38D01-110E-4587-B6D5-B1E122E9C2F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7BE7D5E-3E80-63D7-26D5-289B3E3C9DD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DD3AC38-A700-3351-FB90-AA0648A5982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576D34E-6D63-CC51-41D1-C0EA0BBE03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1F72EDF-8C2D-752B-B824-5E81F988C449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5E72E2D-762A-B10D-0658-263F2ABD51C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AD8368-EA38-0120-726E-23FCA679D07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EE67013-DCBB-E310-7028-A3D7B6F13834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904C5F7-6EA7-DF43-0F75-A9961DDE8DE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D9C7785-DEFB-FCCD-B3F6-F5B6AC72BF4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52DCD75-281E-4FC8-43A4-DAF1CD2B6800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508F61E-7AC3-DCEE-FA27-F1E62F6B0BB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43728B-EDA6-65BF-FAE9-79E15DDA6060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1AAACFC-9DCE-3E7C-A02F-13D5A3D42904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F1DA6DD-F97E-610B-0F3C-DBF8340AAF92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3522016A-9315-F155-929C-1AC2D6610A2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ECA6A6-FC11-7791-64CA-D66A60554D54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4E80B75-A86E-96C9-9F3F-F12FE5DAD425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E6B08C8-C628-D7D8-B73D-5BDEDEADEA0F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4029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B8F95-7397-2605-31C7-98278DBB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D006-9B35-47C2-02F6-40FF52EB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86C1B9-A0C0-9865-0AB6-F1D9C387BDC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10733-1DA3-4C21-AB02-9D3983BA5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B3DA6A-2DB7-7DA1-128E-4BE0CEC5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96E50F-D6F1-C600-052B-DC7257C0C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5A910-5BB5-EBE6-E3FC-EE8B70DD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DEE4098-B3D3-E1B5-FDF4-1E22AF213A9C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A6C92-2ECF-72C2-9A8A-A7B857193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1971" y="2312440"/>
            <a:ext cx="6271305" cy="38953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79123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121C-33BB-095B-5646-CEA17B6FB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3ECFE3-D899-0EB5-1494-51DA510C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B8C764-4CC5-3ECA-5CA1-2510882DA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AAA9E5C-32DF-21D6-CE60-4948C79F604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55D32-5F68-9DCC-3C31-4B1014EA2AC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A52E30-59EE-F9B0-4A9A-05363A5EA6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886A77-BC84-10FA-3D3C-C605705867B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1A18A8E-59D5-1352-0ACB-11DAEED8CAB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21A25E5-9BFB-F05E-6947-F284F4298D1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E7A33A-DC6C-99A8-A49B-E4ED77ECEBC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F1C96BA-4E9A-514E-879C-79CEE37E715E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065BD7-EAF9-7803-C3F6-E2E5A95117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18050D-0D34-0B6C-7B7B-3DFBB050359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48EA5C0-6C4A-78A0-C587-C354BB96789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7CE3B7-69A3-134D-D300-60F010841C4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44831E-C31B-E273-61A8-2CA1D8FDDC59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BA13C3-18EE-E2BA-C8DF-ACFC968F0DD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FC0335-5413-C928-8B9E-B3176ED98F38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CB9A0D-D5B5-7BAC-593A-39B07ECE08D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486E58B-F909-5FD6-7F70-F49C916190E5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9A7B170-7A0D-3E98-DC86-C3B3569283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43ACBF-D317-E7FC-FB62-33828680D12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414B0C9-7666-7ACC-D2D1-BA24F00B809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95706D-A5D7-D099-2DBF-ED39B45468E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9F18E0B-F31F-CCE6-D568-9DAA562A740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B67A962-F6F1-673E-A2EE-135B4F9797D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FF098E0-5D40-E238-74C1-8D9110BAD24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B8D10A-CF4C-C4B9-F5C8-42073ECC8E0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BB6D488-2526-4F88-FCB2-75951103BC8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44A817-700D-9EC9-C3F2-1ED860F07A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8F50C7-0426-8BDB-A27C-FFD9063AEA8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30C8FC-5AE0-B6EA-2C8D-9F7903ED1E6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C5464F-50D7-21F8-FADF-B92DEA40B5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44AB1A-B475-1CE2-6E98-642EDEAB66D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3915D2-C790-7C52-4899-39BCD6C4CA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0EF7C5-A966-0254-97E9-3B53F782CFF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A92BA0-51F2-7094-BF85-E59194954A3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F3C247-74C8-ADA2-4A64-63096486951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0B8ECB-E453-ED0F-90B0-7340EB6421BC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30BF58-78CF-BE97-2AE8-02CA8B3D14C2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E421B3-3025-DB50-81CD-467A2CF4911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BEC98D-3EC8-4597-F587-9701B3917A6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3143D6-F257-0654-9B54-6C38AE2D5D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FAEEB-065A-5633-6392-7EC400486771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15C104-D8AE-7630-579A-70A3D9ECDD9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D1E099E-25C0-7651-0840-E30BE48B181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BFFF8-433B-86EC-BD47-408768AEF5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E54E2B4-36F3-EDAF-AEA9-771854FA1AE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E16DC7-7C8B-5D29-EB0F-BD68D464B45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88CC42-844E-686B-0222-1DBEADD481D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AE4D26E-7FDF-F097-246D-AA88AC8F0C0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084AC7-E28F-981E-6495-4B200B41B3F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549E0C-1D22-AF3E-CC48-FF84FBBD1391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50F7FC-F732-4211-8126-DAC68615144C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9A37BD2-7F38-9DC4-909E-A1F58031C32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24F5EE0-4667-4CDD-3297-404C18B710B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1E4464D-E1E8-89C0-A3E7-5CFF145A04D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EF5BF56-6359-80AA-D690-EA8C0C2B7F1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175DF56-0CD7-0468-3E88-4DEF0625C7A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96AF86B-6583-71F3-7114-0E70BD5129E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6662C47-A04C-D8C4-5D26-026387028C3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81297570-767E-48DA-D58F-21D85949B4B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71B84C-A2EE-AA8F-ABD1-C65B5764FB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AC409-2D8E-9AB3-33EA-F834D9106E3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ACD6C2E-8BE6-1364-DE65-0E4401FC6BC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776E11B-687F-FBE3-5E98-52CAE49BBFCE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D0EED0-62D7-2E09-390E-52994C528D6C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F8F6E33-1636-A7C2-6955-575AA91F394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C72F2B5-B8A8-4F05-90D5-736E2FEE98F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9558CA-1FE6-082F-285E-1B136AC3916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4585DEB-5E92-E388-E8F5-964A5366F1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47C9822-FC32-A68E-B7CC-51F26ECADA7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00B6F52-C824-BF5B-4493-3F994D4DFFE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4F0E55A-FD32-A86A-9DBC-2AF2C100FE63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36A6D8-95C4-94BC-6631-65B7000C2A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747BE9C-07EC-FA16-921B-0D96A9F1A9B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CF81D02-044B-A802-797D-6F6EF4A167CE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0F2FC4-C105-1777-7D79-E34187FEE91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8397737-C691-61B3-2C19-F77A813309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CDBD9-AB45-6B8F-0635-7F329BF37B05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A6EE644-AEBD-2236-454E-6C5430E46C13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5B594E5-C634-31C8-26E6-EDE07D931322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159B656-7D10-9A2A-48AD-4A17DA2B4E1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306B1C4D-21BD-04A5-C73C-C4FBA91FC10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16F45F5-DA1F-3FE7-34B5-4214731B5B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AB6546-5859-E4D1-964F-52283FF98E9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2D610F5-9595-B817-577C-01FEEC79C8B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B856EC-6D1D-9BD2-8508-9090AC4E219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D15E2E4-1484-3AAC-5A55-90FF23E0122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75FE91F3-DEB6-74E3-D5EE-A39F7C8F164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9A7BAAB-905D-A2AF-DCF5-545DCD8D7AC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B678527-F425-9476-1088-08A40167839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D847F3-5561-F1E2-AD7D-7FA9D251F86C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719FACA-7429-14B2-B508-660803A17ED7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1F7E95-FD41-A508-742C-62F19E20D93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B682D-C88B-2C67-110C-DA19052E58C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99204D-CCC3-6A58-7D84-B0BAF33B996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08B93C8-ACF2-8406-56B7-800CBB8F26A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51560-ED54-A2F2-8483-9893A7ADA8F1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AE67DBF-3BBD-A773-3075-3D8C90E269B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0D1DAFD-16F3-8773-B02F-01A8DBC579F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3A418CB-50D7-2B73-360D-F604A331CAAF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DF06BE-5D6D-3D7E-7EF4-4AFDEE2BCFB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41E4D5D-0DC1-437A-5C1F-40B2D7F2F1E7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F8EEED7-57EA-9C05-FA74-55912BBD364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08B6988-AC54-CA25-5B97-C9DFEE57266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1469877-E7C9-C107-72F4-D501A92BBB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52CA04C9-06B1-080B-B539-542AF925EF11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99D5EE4-8133-E8C9-9414-1DF95569B554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8405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75FB-813E-7C7C-DDAC-D311FB65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2438-015C-4BD0-15FE-0933F086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7F3625-2EE0-0BFD-9441-5060CEAE9A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2B9B79-2598-512C-1640-F1959ABAA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E92B24-393C-B61A-3151-ED63822C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0413AD-C838-26EB-2B85-7EC6E80F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4F7B37-0EA4-1B75-1426-629CC224E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43977F-758C-F337-1E76-5F44765A9C57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6916A-E79A-73B2-0E0D-70D14675F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6835" y="2670720"/>
            <a:ext cx="5747502" cy="2754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920494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BF86-E346-601D-E369-45DCD973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B61A101-BEDB-1F57-7AAD-7F7F1BEC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1A4CCB1-B7E1-4B6A-2922-B23F8C2D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3BF17F-4BF1-7C45-1555-26138945CAA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DD3D21-8D62-1D06-9B0B-0F5C40D3D7D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96A245-A64E-99DE-990D-700CAE76A38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FFB7E3C-060A-6FBD-0851-922AB490D8A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7F7870C-D892-734C-B0C0-7BF4E9B8DD8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75A5092-7F4A-A76E-6D7B-E2A5B43520F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9637E05-9B37-D2AB-B171-4DF78596C72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0F981F-914A-01A5-A760-2DBF71F525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31B1FD-39B6-9FF9-BA31-554FAB8E40D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122091-256F-6B7B-FB1A-3A91FD141103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57F9B0C-B332-CFF7-4256-937D98D04B5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A9F22F-7449-5EB4-33B4-9A7EBFF11D9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659C0F-B62C-A17D-C609-6BF8E301E9C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0DF088-FC6F-3BF0-66CC-F646F09F7D6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D97D6C1-D0E4-7A68-FA7D-BC12F972270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530DAC-4D88-2E65-C8FD-0224B820529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A5A82-513C-3962-BE19-D720EB7AC09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392ED0-A195-7C6F-5911-8653EF87654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55CF7EE-04E2-23C0-3074-8DE60510DC69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6EB5A4-714A-4D8B-1905-46C8DF77168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3CE0B44-26EC-2BB2-DD7F-B2EC624F3D5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F2A2C0-9EAB-2B5F-09D8-500CBC613E76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CA1072F-AAFD-9904-C30F-47075B87AB5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4159DA2-5359-1A1B-2E89-3E06086E9CFA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6684D99-82E4-5CE9-B766-CE618B8CED7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A300EE1-EA67-51E1-7EC7-70D7290C7FD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E06A0-4090-5C91-8942-D483ED024B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178728-8C70-BE32-6076-1182D5CD07F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6BD573-0826-AFC2-00B8-524B6BA7A3B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D5D303-4588-912A-61EC-3450F116ED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2238D1-0000-F820-2A9B-68C6FD40ED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C7E2C9-AE4B-5CB7-61F7-2CE4F44A9B0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EA735-8883-8FFB-2B50-BFD9C9C1AB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C58C3A-8C22-1B85-23EE-06E18C9F25F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10372F5-2CA5-9353-830D-618046A70C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518406-3974-AC41-9C18-7993EE6408A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C189B7-F53C-5306-70F8-77781FB1C90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6BB6EF-AC35-39A4-940A-73576FEEC39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D3FCFA-7FCE-83E0-C23A-58F7D117524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C86C5-28DB-B39F-0BA4-3983783BCE2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FB1E4CA-0941-06CE-0632-558162183AE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734A3D-3B5A-056A-5B88-318DC8B2557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24B2DC-0033-A846-8572-6B3E04BE40F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764064-2FA6-353C-C3E0-BDD2051EBF0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046A0EA-A230-F61E-AC37-49A3326915D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40293A1-A5F3-7570-9F75-BF6DCCE5AE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416074-2B3C-950A-E730-051A0387619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A3D3C2-20E8-5197-BD47-B68F5A23867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C75C60-6572-F8E9-B659-BAFB390E2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25CD493-B88A-F913-DA2A-78D23DDCAB7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C753BC4-DF53-87EF-3CB6-48B15A82D95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56797B6-1300-3A06-B240-DBB3BF1C309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D0C396-1F12-BCFF-E276-21AB147DABA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A07C4-288B-010C-1C77-7DD29399CD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7BF167-A372-EA91-1931-18F6F857077A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2B9811-AD89-A3DB-0FD7-8E94EA19F8A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713728-344B-479B-9112-4E0714908A8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54F9807-2D26-B2FD-2D73-AE0C2B96FD00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3D0ADC-8E81-1DDA-3874-02DF81BD6741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AE08E0-F6A5-BFC2-A009-D17E6A36F91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F7B58E-C448-CB36-DA32-51B75EA5E63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164EB01-3840-D8E9-315B-94190F217FA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6F7B5C3-4A4A-0077-7BF4-7852F172DE7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01DF91-1228-CFAB-5544-68DE09335446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F5A46FB-F9F4-CD48-E401-6037178D9D9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1C5F10B-FBD5-077C-D04B-92F4200EDF8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3DF8014-5C2A-AA92-D4C9-EF4D8B7E08FC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2FA2AFD-04A2-172E-E00C-51091611473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D24EC6B-7E10-F74F-1D0B-D03CBD012FF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0AFFBAC-CD5B-1DBB-B0AA-DB85198AC106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E3B36C4-CBBE-082F-21C6-AE20E67F2CA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E83668-491D-339B-77BD-743222230628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A6819FC-60C2-95B0-2D2E-92C660F13B09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6C98A05-F5ED-8876-A4CD-4B04B043974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46293-A775-B281-62EF-5AEE7985E68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5B0F62-D83A-81C1-1F22-62950E0BBB0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CC25089-F350-81F9-9FB5-5BA8360C6E62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E5C0BD-7782-7672-AADE-4ECA810D2CC2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70E89C-FC5B-5536-0AD0-4660B007BE8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D2F216F-35CF-8290-B9BB-E819B35A93A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30F51E3-DFE9-598E-BF99-82E4C0A7AB60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AC5C52-7CD8-4C7E-37F6-D598AB36318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CE08B2A-FF6C-816A-0217-8BA254EF401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D3B5B93-02D0-5AC4-647F-BE5DE89F70C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1BE011-6559-25D2-E041-A0F80FA3305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894C78-B645-73EA-6A2A-321307DCAFE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A5C209BB-9176-4408-2B98-76EC514EAC3E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133701C6-9EB6-49FA-6C62-E6E1F26C8A4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E283FCF-4A0B-5F18-A54F-C25D19704EF7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0E3B67A-18A4-779E-BDC4-AF769735A632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6A9CF197-F037-7C29-5130-4797F9E5552F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2A4E81A-CBC4-29EF-122E-6BC9F907AD3C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C1B07A5-084B-217B-D90E-8FFC56A149B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324AFAA-0356-7A5F-01FC-3B99294A54F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C19B47C6-5C1E-7984-E877-621BED873D8C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A3D9911-BDC7-2B03-10FC-C7BAB014ADDA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6FBFEC3-B938-6E9E-D3E5-CEEF316BF9E7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08F8661-92F4-9B1F-AB94-1F38CE982BB6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FDADB03-244B-5BB6-16BB-D75641FF5660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2839F693-01AF-B09D-45EC-5EAD7C6E0B2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12101E1-8B20-C425-3574-A982B3B8FD72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1241E62-272B-E7E3-418E-767633F90AB4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FAA59CC-40EC-808A-1E53-4ABB985589C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6FF3360-19FB-4D52-E0F5-87C2E95FBAEE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5419CDD2-1B30-7B52-ADC3-888B772E13FC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86E0B9FB-6FE1-23F4-F494-C41D6078384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B0F9D02-495A-A306-7A38-1346BD97DF7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70C95A8-8465-0802-5E5D-80533B28C029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6AAE04D-9CE7-3F93-4CAE-18D136F34B55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3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EA03-8AF2-942B-395C-4BCC0B348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AB3A-DB48-0DEB-5F33-67CBE4AA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F2D23A-9155-7E9F-574A-8AA5739D4B6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A8CAB3-CC2F-9E11-46EE-A82B52A76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905F06-A1F5-615C-5BC1-424009BA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58185D-AE4C-8725-81ED-CF1A51361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69B2C1-0C4D-D35F-A3CD-B00F6FAC2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BA562D-318A-51E9-423C-DF2C6C783AFC}"/>
              </a:ext>
            </a:extLst>
          </p:cNvPr>
          <p:cNvSpPr/>
          <p:nvPr/>
        </p:nvSpPr>
        <p:spPr>
          <a:xfrm>
            <a:off x="5902511" y="3429000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CEBC9-B64A-73B4-D606-EE3389BE8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214" y="2220111"/>
            <a:ext cx="3519079" cy="41055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731530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7CDD-01AA-451F-AEAE-0619EAA4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6251B59-58CA-DC62-614F-6B5BFB2B8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E6380B-A67E-7758-3299-464533AD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7B1671-E7D6-45DC-D3D5-B4E8EB02BBB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F2FCA8-5C90-F284-48E2-04A77FD8105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29AD61-EC4F-A4CC-E68E-C5D8DCA928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4FEDB4-1998-1807-488C-61D71049B5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0FE1AEA-1F88-DB1C-1D5B-C71C254A87D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3733742-5E36-DED0-EC11-92BBCE4CA5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FF7EBF0-993A-4E60-C784-83CB36D789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84AC5A-370E-6225-B84F-FA5572BF27C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6ED23F6-98FD-A2AA-3095-4536A28D31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3C195D-D7AA-FEAD-7875-4195E61AD14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42541-8B85-080B-C042-9A303FA7B62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694613D-26B2-B85C-B550-A9F56E4C1DB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52DF8F-1206-CE7A-848E-294450C56E2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8B593A6-0D8A-A5C8-BA6B-A41AE8B46A83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464185-C042-B627-5C47-F98E26D12F5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B5CEF-9D31-13C5-F236-AEEF3C52A31F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F5B0CD8-FC33-B3D4-8C96-90C0B41F3AC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3F97772-9033-21AD-E44D-D3BB14006C0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E90E85E-37D0-DD69-CDBF-E7E6635AC5DB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0720F0A-1153-CFB0-74E6-927311A9B2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E18112-D4F4-3D3C-EF0C-2A14A154EDA5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F6329D-A6FE-251D-0C4E-096008ABE68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040989-8009-9124-7A02-5D7627AD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98F34E4-4A2D-6648-8C67-D9B0D706FCB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52E01EB-CF12-820A-5B59-79109906AA7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0158EBC-1E8E-FF87-4A5E-D31E204816C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F452FA-4296-BD44-ED16-AAE73525DE9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4B5F3A-9336-D2A8-903B-3B4F3EC2CB6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91CC60-A1B6-7092-1CB7-07D70687046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4F822D-DDCD-2363-7AEB-779EA9F7CC8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FB1E79-42B6-FF79-6565-0DA138DCE26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EFE2D6-3210-0329-07C2-4E13C00A80A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E78D26-49EA-0788-85F4-B4890F5548C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D111D0-60DE-E0D7-131A-16CC242FFC8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182E14-80AF-E96E-04FA-974689FB222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8C589E-F0E2-9A1C-65D3-F34916F2AE1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791B6-E872-A435-E8AD-14BA43041C8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5F6219F-15CE-260D-00F8-BB96AA4587F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DA05B8-C0F7-37AE-1BCC-EF58D2F51E0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3A73D-4579-051C-A8CB-EB75C2F1D23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986DB6-F95F-5574-2F89-DD12E6AF453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0A7A8C7-04DB-056F-FCF7-E0AE2F3DEB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9D74E7-F831-B704-7BBD-0B94D10BBCE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A5F985-1659-C2F0-D933-E38C43323A4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BEFE50E-421C-B13F-D8B9-F65A14B8BD3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C1275E-2160-6F18-F1F4-A30CA0D53A0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355C99-B4EB-45AC-71DE-70B7FF56DA6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E902961-9C9D-A3AB-6657-20E2891D807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D8C07E3-23B5-FD38-D553-6415F95ACE0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1E92F9-6FCA-FB13-CF8F-62A4A96AD06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591B1E0-4B4B-F7C1-733E-9B11F0D645E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4B177A7-CF18-C611-15D7-E7AEE97D517C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783BC99-9484-26F8-6CCC-67BF76A8D882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4B83D63-7006-2221-8196-467B63B8AF0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C82A09F-956C-8471-E344-36C99A3CA1B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9A5A22-3AD4-5473-527A-8A5A48001DE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177A580-4D69-2B4A-8B2A-42124F78F00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B01DA2-5640-CBD3-6D9B-0C8166EDCE2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21C2774-6088-B225-9EE5-A723DE397F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35D2F75-B904-FAB0-3162-1741F929CF82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362830D-34A5-A574-8F82-96B6EDA0166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C62AB61-AEA9-B6DE-C97B-67EE906560E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586B651-5AA1-E9FB-F7C6-7EFDB04F7C9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5B5E16-F7EC-2467-7E56-1FDFE8BFFC7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109008-A58A-B783-9B93-77B6106A2FE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0107857-FC95-B434-CEBC-BC049C66E05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3C4A64-A520-BD62-DFA0-418736FA715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280EBC-B0B2-2D0F-E194-5B9472B0F6C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C7D48F70-99F1-4037-8715-DB323C5CEDB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E25BD25-8E33-2925-B70A-DA32B0D2F3A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E0DF126-0C19-B507-AC23-66C74D5D942F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EA2E3362-36F6-A62C-C55A-BD45F19594F6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B96720E-61DE-B337-2358-FEF275B2358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1FCA2BB-CCFE-5349-CD89-5EB692F0F1F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2140868-BE9D-E754-10EF-358BEBAF11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5FEF44F-036C-E3E7-6B6C-9A9220A1578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506D539-7BA4-A4F6-8C52-465337B9F50C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6105C9-90D2-8D56-E78D-A7E561DD852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2E1C21-21EA-6242-8389-4C9A8A5D6C05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86BEDB4-C94D-57A6-D73A-ED58243555E3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07028C-0FAF-E128-7084-94ABB3082F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EC23238-4EE9-F859-2EF1-6F0B4027EA0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73C3DDC-7EA8-C881-38EC-C8CE2BB1B4C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0F76D3E-1B25-3810-A3F0-7A38994DDB9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058788-8D7C-33ED-2DFE-84909F204DE1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46BC8DA-F9E4-8C22-F887-7F2BD02A1AD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07C0D21-0CD5-8418-6F96-94C1D808418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CF9613-82BB-431D-2A53-532AF6892AC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862C4A88-F579-432D-992E-A1DF769C89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90445CC-7CB5-3C73-04DA-DC2AA8BAE493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5B43E1-91D8-B0CB-94B9-0A329DEBDA46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19F4B05-9B6A-6E3E-60E7-C658A6BADC5F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F144090-A559-96E5-A088-0AD4B6B071F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41C50A-EEB0-3F2B-A765-A874C941BA8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61DCDF-98FB-30B1-897D-8F719394E509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2E6D31-6741-EECE-AC43-D5B9885BCD09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BB096A-5F68-1E06-32A6-4898F594365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168FD6B-5FE2-1D8B-5809-A61738BBE09C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BBB0006-0B9F-57A1-3A4F-DB980F97CF41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0B172BD-000E-99AC-C736-5A5A17D1C6DB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E535B4-D394-D666-E342-1F412F7240A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AB3220F-A669-8DB1-1D41-E68B683A896D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9FD47BC6-AB74-62A0-5AC5-955F19D0056F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EF7F91E-FFF5-C9D2-5E03-D9E0A97CBA84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9C310FC1-50E5-E7A8-3E82-CB0C7012CCFD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702CF9A-2871-D2BD-E20D-5DCA3B26FBB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E90DA84-7E6E-D3CA-2349-033A7E80A05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6469322-EBC2-DD19-5E74-9A9A453BE93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339157-0231-D747-F255-C58937C8275F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35B414C-B6D5-CD8E-1582-B68EADD8107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1F14FDA-CB18-0DBC-9C0B-7546CD758424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3C31FD47-85F9-465D-9BF9-63E546C567AB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668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70D-292B-B5B8-9C01-8E7862A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768-7395-31B7-A1F6-C68D7E17F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CDAFD3-666B-3975-83AB-9979DD7597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38485A-D757-4100-50FB-0E44FC889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38F430-9D75-CC82-840E-43291EAAF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FB4777-38FE-38BD-86E2-99C0089DD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994E15-41B8-BA04-F5CA-9D7AE24E9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454DC2-D94D-3E96-451A-7938679E9A0B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61D4A-1F4A-D606-5F99-56BCF708FA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97" y="2002718"/>
            <a:ext cx="5390284" cy="42152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962031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1D194-6746-C206-9619-0D11863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B01B267-86AF-C451-0BC6-DC477E46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1550DCD-06E6-B8E1-1960-7F4DDF55D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783D4DC-FC1B-820D-2066-172779960A2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8202C6-2CD5-B268-A56D-0138186BAFC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C04D06-5C19-82B0-5E3B-D92F8D9B1D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8D3D0B-C43A-A5D6-9238-F05E3E39763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3A8C8F-4A56-1A83-7FF6-C6E0CB8D371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3F0D-B53A-CCEC-9370-2EF33699AFA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696C03B-92A6-52E6-8C51-76F080E879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A429B1-CBFC-A549-DCD0-736A112431F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203079-EA06-1B1B-2421-AB50D38B469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135FA82-1BAC-FAC3-24CE-8B32FFA2746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ABE3CB-ED1D-DC37-83F7-1ACE60BA905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918DB12-24AD-CFD4-0AA5-9461AFD3C61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B49570-72FA-51B3-0ED8-81D1C4C89684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C44821-2B1C-7D37-BE9A-955829655F9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AA8032-8F7E-1C44-11DE-85F1908AF65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F06B5D-87E1-F78C-FE90-E4DABA559CC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8E3823B-E640-501F-7321-82DBB94BF37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83AD701-D994-E402-741B-5955221BD9D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0A5E9F0-8485-076A-B02B-F370F64BD42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23B7FAD-C7BD-F0DA-D898-77D95500CF7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4FA417C-59F4-6424-AF1A-695E146A5D9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83D969-21D2-8EA6-2158-4365C901BD0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1B73E28-CF1C-8E60-916D-C0999F68D35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F995728-F90D-10E2-755E-3286E900A6E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670E75-AC53-3A29-9F87-CB2DAA89B26A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13FD97-7F8E-27C1-4925-7E1A50149D9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D9507F-9FAC-CA71-C00E-EC1EE5816A4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3EBB17-45B3-870F-6DA8-CAC8197F090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604FE3-2799-DAC0-E39C-A4F9C5B1B8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8C5A8-0077-8957-ADCD-4CE53D0C3A63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5C93-848A-7E55-0567-B88EDF6ACB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D6F96C-A5AB-5764-FE39-79B5D98B6882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8B503F-DDE2-9D5F-91CC-EEB73F31A76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087497-CB00-E04E-1382-0A8AC7D9DE7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D0248A-C780-D801-06D5-72C1281EC05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D68666-A091-062B-AB44-CB90FA2DA44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3576B3-0BF2-4B34-C50C-53F47F7D22A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C931EF-EE4F-2F6B-684B-89A47C76982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B9E988-BAE1-549E-EC5E-E6ECAF54F23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BD4AC-50C0-9F6A-3E62-9D70B46EA42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44C7C20-5453-652B-EEA3-F7AB248DE0A0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AD0BDE-5034-74E6-E28C-85376C4D70A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0BAF39B-3958-81E9-4241-8D0CCB44F96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171676-B012-439A-5280-DE709BC5EABC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FC70CC1-314F-6BF5-7CCD-9DE6FC372CC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D72CA-026F-B8DA-08B4-DCA10C52F20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028F4-919E-9F0B-E6F8-09243A3BD21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46F229-D4D1-6170-45A3-079F822B8F9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9F8B792-E17D-3F86-3367-EFF42BDE852D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DFE5B6-A972-8DEA-B633-62BB5A1713B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CBB2F9C-BA6F-854E-22DD-447698D0844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7A1252B-E299-8D7B-18EA-8BFF2DBEE3A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4F9F5B8-BEDF-19DE-5547-6C6876F9F15E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7695B-EF9B-9533-B570-50FA96A37F2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287854-4586-2C53-D096-E28340D9A68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CB147B1-06BE-6C0C-74ED-A196EFE67A9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EE2EE6-5667-ED43-DB20-814F841367C8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D0BB7E-1294-EE37-EB38-8392B05F957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855CB33-CEA8-51D3-9C4B-F30B81DC8D3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46193D3-52B5-4BD8-2012-8DC0A53C8D8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C04750-98A5-A45D-1B7E-266463807B4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02BE34B-A5E2-9DC4-C4D3-D844E0AA1EC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D520369-CE2E-C365-89A5-E82C99C1966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C0A5491-CEC3-403F-88DB-F0FC422C378A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272CA01-C94D-B5F7-1BAB-05EACD8F941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12E6D4-0142-1E14-E4AD-BB20BF551F8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6EE370-BC11-1B70-390F-EBC017F3410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CBC19CF-AD7F-B11F-2996-B69BBAFB9C9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1C71CAC-2785-DB52-2E51-586853045515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727373-0BE2-78C3-7E7B-E642D8DA5083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D4443F-E7BA-C50E-1C76-705C3C4ADCC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1712810-CAB3-C0B1-B896-FFAD33152C2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153ABA0-ABA6-F554-A1F1-85F0A69D95E6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AE1CF30-7FF6-4769-3454-30467C4ADAA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DDA0F2-11E3-08F6-2117-AE8F04004B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1FC8DE-7CCF-8564-B3C0-8A54E013FCA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C6F27E-9DDA-F903-9F98-0049CD080CF4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F5EB9AA-0CD1-2FFF-8F2C-5998C6BB10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5B28A9-C7F0-33E8-5629-A63E472F97E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BC6759-D527-DCAE-1DE3-453AF3C6EC79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9B8A0DA-77C8-6F9E-317E-7C07233D8E38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019A140-9A82-8D87-B3DD-9627125291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6BD7BE4-2E92-BD47-7E8C-DF05CBC40DBB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BC86236-1D1F-DC0D-1363-AC1DCF74D0C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AD504C1-0621-9166-C6D3-B66BAB6ADC6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F706B23-976F-42C5-A776-A631A27400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C3B13B2-9CD1-B29C-6CC6-FCAB9289A94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662CE6B-1248-1FEA-CB60-BC6B2F60AD32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2BBF90A-8242-A9EF-4A41-E61E48D47DF0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A59FEC-66FE-DE25-6F88-45CA179CFFF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977D8E-0D6F-56B0-95D8-10D9C21F70A2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67AA61E-6115-5538-E421-D62CD40986E6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65FFE1D-09BD-CB20-BAFA-78EE4C02E8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C2536AC-9ABB-0B16-F999-AC6081852E15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1D8088-5FB5-7D32-5EF6-BE466F9C7D08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1CB54FB1-2356-660D-1252-97CB9BAD270B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F0E75DE-ADF3-1C57-3538-F044D4C4B7CF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5059C16-4B04-E861-6EBE-169C80D74DC9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DA1AC1D-66AB-EAA8-B2F0-9DBB0A8476AF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4F2BE45-3F4A-8C5E-618B-8363A158CC36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FC6EACA-EE71-E29A-F984-97DE68F38D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0792FB0-BC65-DEF5-6DCA-9C2E92A41D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3C446AF-9586-70B6-F997-E09DB467E920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DF53B7-7AF4-BE70-5D7E-72C72BAEED98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5DF466C-9BBA-637E-B6D6-9673A12E25AF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3E0A93-D206-D60A-B83C-A593CB3A553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FFA22E-E59B-B92A-526B-B8FB7E27E51C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BB6E3F7-3F4D-FA11-4162-DD465B3AC90E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804B3CA-A478-8C97-672E-3170620149D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9A40D7-F06B-32FC-5C47-AA6245B9D933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F06B30AF-5E1B-FD17-0A27-5E0EF585CC9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E9C0BB0-8B90-E17F-C736-29254141B0B3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D62E5F2-7721-6285-4873-0182E6341503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28B81E15-B368-95FB-D585-C48D28AC2B9E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457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679EF-984D-A589-332D-81C583BA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3965F-0FCB-E6AC-1FF9-A9CED8336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9E483-3E93-30CC-CDA9-F2F6409B70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428D01-9549-DB3A-34FA-AEC8AF578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73785C-22A1-337A-6E2D-E61F81EC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B55544-62DD-25F3-AC63-F4E5FA49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673AB-5E6A-3013-A2B4-0509718DB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9547DB-40E5-946B-ECD9-AE349D430DCC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487C5A-B249-9005-E788-06388DEA50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0911" y="2028118"/>
            <a:ext cx="5370735" cy="39561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141146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A1484-B87F-7E2F-081B-992D46630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5C97A88-0362-3981-6394-28FA7AFDE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5968492-C6F0-A03F-D2BF-DF536482A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6ED5E4-C4BD-CC18-15DB-C706F2616EC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B515C7D-BD95-6096-F023-7AEED453BFA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E608C3-3A4F-B7A1-6D3F-C5C213C16F9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939EAFF-B04B-095C-B21B-976F6373C54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129B090-1729-966F-5BFE-7422F213D93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47BE966-E1B1-4611-47B8-03AB42F0114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F58FFD-840A-06ED-0F5C-7BA0CE55D73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42B77B-A5F9-EA8E-99CA-9CF0697A134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48AB2D-E93C-CF02-94BD-2E1D01C00A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201DEF6-BF3F-4E84-0C5E-066910048DF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DC2496-0383-332D-6836-EDCCE97D163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6624FE1-9656-7AF0-ADE1-6F68D745A90B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AE21E1-5E1B-0DD7-E618-E48F1991FF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F12E15-0D27-DB1B-47C4-8605A1EAB83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9EFC46-1BF7-C953-2E37-EF8F1FA855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0525735-4A0D-4052-AB93-C58B8C96033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905C38-93B8-3A76-575A-E3E54CAE0CB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7DB7F4C-2F47-2975-FC53-8505E5575FF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F9D854B-1419-F252-EFCE-E8A963A898C5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E85C61-AF94-B86E-D457-BA725FFAFD4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D62D3A6-4225-961E-6A88-B828C5698D7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762A236-36C7-7145-87F7-D0D817F9B5D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2F9EA1F-AFED-0F27-A28C-6E7C786B019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FF22685-81B2-71F4-086C-2D8BB811FE5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DDE7797-A633-14E3-7E31-9E884C1754F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B4D5E5-3EF7-915C-0A2A-6E46B17189B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B2D3B5-717B-40DD-B0A5-9BA131E2EB1F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90A9BB-AF0C-7C44-1C6F-3C5DD180479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BC0407-B57C-B6A1-77E7-E802F029AB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1A7462-1614-E714-F0F4-8CAEFE18108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EDCACA-E791-34AB-E81D-2B1E1A6210E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8DD393-5C80-AC90-B8AA-0FB992DBD6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F63BE4-E972-B062-587A-B032AE1EFFA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A4AE0-EED0-E925-A892-8A07DAEC653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43C84D9-6FDA-70CF-1951-594E6DE3648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C95248-55B7-3BA1-CE96-217D13B7CFF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AB3D80-B3FB-1314-0587-ACF5D34A26C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577CCE-8A6D-B529-E67A-D58DBFD1CE7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F6433C-DB1B-1735-346A-72C6EDDFC30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61B9518-020B-0818-7BF1-CE2B0374FF7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2D17B7F-F91E-AC3C-2FC9-0AE3C3CA9229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1B571F-ABE9-7FAB-D520-AFB839F9F4A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A1E7E42-1D9D-DD23-EF5C-08DE3F69406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6F7D2F-DD2C-35AB-2FD9-2E46C33179E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CE76C0-1B88-A211-9608-2B41330BBB74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993ECF-BCC2-C143-CEFC-C9693626395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8A193C-4893-8EA7-2A1B-0D448FBCF15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517B8E2-D696-2C6F-55AC-8E5C60E06E4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B1C306-EB7F-C085-77E2-99B79D46AFF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18B3CEC-92E2-28EF-A7A4-22DC8EF104F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74D31CC-FDF4-70DA-C624-189A6CA784B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C8EA4A7-58E6-5CBB-CB0E-D4E62994125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29C18BB-0EA4-02A7-91F4-51B40C72B03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3B9ACA-40F2-A0FF-CB2D-0F9EA557B79F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A6846DD-5F3B-5A03-5FF0-47A0A0DDC1E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DF6BA0-6B99-678B-542A-99CA5E3A9E6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B0BA75-8BD9-0E30-F151-A5C2C7EB1FF0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DC8059C-518A-36B4-11EB-45B9F28FC2D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01675EB-BF45-88C8-731F-70A3B9BDD73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D5A135-1526-091C-3779-2A1E2A64D41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0D22BBA-52CF-5AEF-25B9-089D8921F16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61A6C9B-478B-110A-7235-06A2283DE42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F205CB9-A065-4113-4B83-F679E8BA50E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C9521-86A3-A22A-CF40-5ECEC5D9E36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B3198F1-4164-9D69-E332-6295755FBAC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7894345D-BF67-54D5-E082-6EA48B95541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B71111-6B36-AD7D-6244-1D008C53103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3B6EA45-E1A3-2504-0BAC-1072A54C89F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C7F74C6-0052-B762-95AE-ADDD10EADC1F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1184E99-6D7E-6701-2588-C8083957AC0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C3A808F-91B2-7901-B74D-95F992065F46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B86D992-96A7-605A-8B00-B9A00FF6512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38C81AD-A1E1-B2BE-0881-1C62F253FCB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51C026-BBF9-363A-6DD1-1F954CA8E21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F194F38-B902-C0A9-C6A3-E009FE2604E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D8A412-887C-7A60-897C-E2501203401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8A9EA74-4100-8AB7-D3C4-25580DE613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DF5B1F2-D8C7-7C15-4D2F-EBF2F5F924B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71B8C34-99F1-0269-909E-A7FFF39A43B8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B3BA6A-9276-EC36-A010-A9B79EA3A25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283203B-92B8-5D14-183C-0D067FBCAEC4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804D4B7-FC18-DEBC-A1AD-0D4E4317E6DF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DAC026E-9787-EC25-9E8B-BE45653C6D7D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1A39DA9E-C300-1152-B95C-4A9D31E631A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AFE574C-6EB3-5773-4420-A11E184A1B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C06584DE-D430-3894-8D01-16D1F428790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9B798CA-148E-0DF9-E44F-6D559CBB40A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AE6EFA-D75B-8E69-809A-E438816517E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5B0EF11-1F05-0C0B-0B7B-3EB5736C43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78EBD3-3215-DDA4-90E9-86A7950DC69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ABA16A2-856E-988C-FF2D-FA4B2B1F2BF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5367E3-439B-82C0-881F-0AB655D1AB23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5B5277E-532F-70A4-ADB8-6AAADC3A542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9B6C9CE-3332-10A0-78A7-B5278C119903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269AD2-E402-D093-8BB0-299A4259819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E785725-181B-0429-4D3B-9149193BBAC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9AF6B01-B6BE-242B-E802-561E56884A25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A9EE6DFC-AEC2-EE5B-1633-0A092F5D18CB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456D5ED-886D-B915-8C3B-5C67D9944E1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4D04F57-2531-8A81-E588-592C50BDE6E5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F140B8B-61CD-1545-0879-08994AEB775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B0F3F06-94BA-3947-EBA7-F71E9A0219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E1771AC-75DD-1282-1045-0424F94893B7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2FAB76EB-B6C4-1E9C-E9A0-E531F445C10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7C0446E1-EDC4-6D0B-9E1C-38C439ED3729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9A87B60-6973-E0A0-6238-F34C208C50D5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7F634A6-54CA-D3FD-ED88-BA19846367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EB55231-5B01-AC5E-D482-AC1161CCC4A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EA9C3CF-39E9-0B51-ABC9-0FDC0BA4AC6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658BCB3-EEBA-47A9-FA28-562F0D375B85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A9872D6E-B972-A4E0-96BC-D96227E978F2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9AE3AF1-4717-6B41-D6A6-E06A2A0951F2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8E382BD-F8BF-B146-3D45-DFB14856F2E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C5E7997-39BA-C2EB-2416-CAF305AE3884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F71D36-5BA9-DE0E-BFCD-6C58DE7641AB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9EC59D9E-DBA9-C492-C406-2EE62EF2B6F5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7FCAED49-2992-B3CF-CDD2-52DE3C283305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78AE75C3-4099-7BFA-52B5-9D8048317606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14006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0D92-8A3F-C037-A2A1-4AA02AF5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A437-B2F9-F40D-D7A6-C624B3CCD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719F531-8165-D0EA-84BB-98E5CD280A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82D1-3B7E-7B68-2FD2-E07051970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BD1857-4933-AE79-0388-283E00581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CA7F15-8AAA-B6A4-DA7D-82C3B6926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61EAC9-E16B-11BA-8F79-100C1A0D3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BFA675-15D8-96C1-08DE-ED7F907CA05A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1415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26454</TotalTime>
  <Words>1075</Words>
  <Application>Microsoft Office PowerPoint</Application>
  <PresentationFormat>Widescreen</PresentationFormat>
  <Paragraphs>238</Paragraphs>
  <Slides>128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128</vt:i4>
      </vt:variant>
    </vt:vector>
  </HeadingPairs>
  <TitlesOfParts>
    <vt:vector size="132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PowerPoint Presentation</vt:lpstr>
      <vt:lpstr>Essential EA Meta-Model - Application Layer - 26</vt:lpstr>
      <vt:lpstr>PowerPoint Presentation</vt:lpstr>
      <vt:lpstr>Essential EA Meta-Model - Application Layer - 27</vt:lpstr>
      <vt:lpstr>PowerPoint Presentation</vt:lpstr>
      <vt:lpstr>Essential EA Meta-Model - Application Layer - 28</vt:lpstr>
      <vt:lpstr>PowerPoint Presentation</vt:lpstr>
      <vt:lpstr>Essential EA Meta-Model - Application Layer - 29</vt:lpstr>
      <vt:lpstr>PowerPoint Presentation</vt:lpstr>
      <vt:lpstr>Essential EA Meta-Model - Application Layer - 30</vt:lpstr>
      <vt:lpstr>PowerPoint Presentation</vt:lpstr>
      <vt:lpstr>Essential EA Meta-Model - Application Layer - 31</vt:lpstr>
      <vt:lpstr>PowerPoint Presentation</vt:lpstr>
      <vt:lpstr>Essential EA Meta-Model - Application Layer - 32</vt:lpstr>
      <vt:lpstr>PowerPoint Presentation</vt:lpstr>
      <vt:lpstr>Essential EA Meta-Model - Application Layer - 33</vt:lpstr>
      <vt:lpstr>PowerPoint Presentation</vt:lpstr>
      <vt:lpstr>Essential EA Meta-Model - Application Layer - 34</vt:lpstr>
      <vt:lpstr>PowerPoint Presentation</vt:lpstr>
      <vt:lpstr>Essential EA Meta-Model - Application Layer - 35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115</cp:revision>
  <dcterms:created xsi:type="dcterms:W3CDTF">2026-03-17T00:40:27Z</dcterms:created>
  <dcterms:modified xsi:type="dcterms:W3CDTF">2026-04-26T01:24:44Z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
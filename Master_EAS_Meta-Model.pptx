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49" d="100"/>
          <a:sy n="49" d="100"/>
        </p:scale>
        <p:origin x="72" y="1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2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1290" y="1986330"/>
            <a:ext cx="10578594" cy="39303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3B264E-E287-5E02-DCD6-CD4971128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2046</TotalTime>
  <Words>159</Words>
  <Application>Microsoft Office PowerPoint</Application>
  <PresentationFormat>Widescreen</PresentationFormat>
  <Paragraphs>28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7</cp:revision>
  <dcterms:created xsi:type="dcterms:W3CDTF">2026-03-17T00:40:27Z</dcterms:created>
  <dcterms:modified xsi:type="dcterms:W3CDTF">2026-03-18T10:47:02Z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
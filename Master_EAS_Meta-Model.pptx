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267" r:id="rId74"/>
    <p:sldId id="326" r:id="rId75"/>
    <p:sldId id="336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8.jpe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6.jpeg"/><Relationship Id="rId4" Type="http://schemas.openxmlformats.org/officeDocument/2006/relationships/image" Target="../media/image58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11819</TotalTime>
  <Words>571</Words>
  <Application>Microsoft Office PowerPoint</Application>
  <PresentationFormat>Widescreen</PresentationFormat>
  <Paragraphs>126</Paragraphs>
  <Slides>72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70</cp:revision>
  <dcterms:created xsi:type="dcterms:W3CDTF">2026-03-17T00:40:27Z</dcterms:created>
  <dcterms:modified xsi:type="dcterms:W3CDTF">2026-04-04T06:32:14Z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
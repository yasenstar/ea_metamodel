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270" r:id="rId6"/>
    <p:sldId id="267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85" d="100"/>
          <a:sy n="85" d="100"/>
        </p:scale>
        <p:origin x="150" y="24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12154" y="307943"/>
            <a:ext cx="8825658" cy="3329581"/>
          </a:xfrm>
        </p:spPr>
        <p:txBody>
          <a:bodyPr anchor="ctr">
            <a:normAutofit fontScale="90000"/>
          </a:bodyPr>
          <a:lstStyle/>
          <a:p>
            <a:r>
              <a:rPr lang="en-US" b="1" dirty="0"/>
              <a:t>Master EAS Meta-Model in Ontology &amp; Graph Perspective</a:t>
            </a:r>
            <a:endParaRPr lang="ru-RU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501422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8000" b="1" dirty="0">
                <a:solidFill>
                  <a:schemeClr val="accent1">
                    <a:lumMod val="75000"/>
                  </a:schemeClr>
                </a:solidFill>
              </a:rPr>
              <a:t>01</a:t>
            </a:r>
            <a:endParaRPr lang="ru-RU" sz="8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A3EDAE-1B0E-C1CF-8C16-C6F54D1C5488}"/>
              </a:ext>
            </a:extLst>
          </p:cNvPr>
          <p:cNvGrpSpPr/>
          <p:nvPr/>
        </p:nvGrpSpPr>
        <p:grpSpPr>
          <a:xfrm>
            <a:off x="2141549" y="4323296"/>
            <a:ext cx="7766868" cy="2226761"/>
            <a:chOff x="1463863" y="4391350"/>
            <a:chExt cx="7766868" cy="222676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AE0F899-9B30-1477-EF90-A3BFF355E9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49627" y="4399844"/>
              <a:ext cx="1900932" cy="221826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F92B555-999F-2F3B-6A00-4426832C8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87188" y="4391350"/>
              <a:ext cx="2339123" cy="220152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18612BDC-FCFA-4143-D6C2-08664DA7F3EF}"/>
                </a:ext>
              </a:extLst>
            </p:cNvPr>
            <p:cNvSpPr/>
            <p:nvPr/>
          </p:nvSpPr>
          <p:spPr>
            <a:xfrm>
              <a:off x="4570725" y="5031380"/>
              <a:ext cx="1207911" cy="767644"/>
            </a:xfrm>
            <a:prstGeom prst="rightArrow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796209F-D274-5DEB-45D9-C3402DD8B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463863" y="4957083"/>
              <a:ext cx="360209" cy="401771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D6C7995A-87F7-91D6-C1F6-318F2C06C78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63863" y="5536012"/>
              <a:ext cx="362976" cy="36297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67B15A3-E502-426B-3004-FC2BA59000B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59620" y="4951896"/>
              <a:ext cx="362976" cy="362976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FF42F9F-AF6A-3226-86B2-248451228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859620" y="5438299"/>
              <a:ext cx="371111" cy="46068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215677-3037-63BE-7410-6B7608C40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21</TotalTime>
  <Words>26</Words>
  <Application>Microsoft Office PowerPoint</Application>
  <PresentationFormat>Widescreen</PresentationFormat>
  <Paragraphs>7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Calibri</vt:lpstr>
      <vt:lpstr>Century Gothic</vt:lpstr>
      <vt:lpstr>Wingdings 3</vt:lpstr>
      <vt:lpstr>Ion</vt:lpstr>
      <vt:lpstr>Master EAS Meta-Model in Ontology &amp; Graph Perspective</vt:lpstr>
      <vt:lpstr>PowerPoint Presentation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</cp:revision>
  <dcterms:created xsi:type="dcterms:W3CDTF">2026-03-17T00:40:27Z</dcterms:created>
  <dcterms:modified xsi:type="dcterms:W3CDTF">2026-03-17T01:01:56Z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
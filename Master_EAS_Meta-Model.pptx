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40"/>
  </p:notesMasterIdLst>
  <p:handoutMasterIdLst>
    <p:handoutMasterId r:id="rId141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7" r:id="rId70"/>
    <p:sldId id="338" r:id="rId71"/>
    <p:sldId id="339" r:id="rId72"/>
    <p:sldId id="340" r:id="rId73"/>
    <p:sldId id="341" r:id="rId74"/>
    <p:sldId id="342" r:id="rId75"/>
    <p:sldId id="343" r:id="rId76"/>
    <p:sldId id="344" r:id="rId77"/>
    <p:sldId id="345" r:id="rId78"/>
    <p:sldId id="346" r:id="rId79"/>
    <p:sldId id="347" r:id="rId80"/>
    <p:sldId id="348" r:id="rId81"/>
    <p:sldId id="349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358" r:id="rId91"/>
    <p:sldId id="359" r:id="rId92"/>
    <p:sldId id="360" r:id="rId93"/>
    <p:sldId id="361" r:id="rId94"/>
    <p:sldId id="362" r:id="rId95"/>
    <p:sldId id="363" r:id="rId96"/>
    <p:sldId id="364" r:id="rId97"/>
    <p:sldId id="365" r:id="rId98"/>
    <p:sldId id="366" r:id="rId99"/>
    <p:sldId id="367" r:id="rId100"/>
    <p:sldId id="368" r:id="rId101"/>
    <p:sldId id="369" r:id="rId102"/>
    <p:sldId id="370" r:id="rId103"/>
    <p:sldId id="371" r:id="rId104"/>
    <p:sldId id="372" r:id="rId105"/>
    <p:sldId id="373" r:id="rId106"/>
    <p:sldId id="374" r:id="rId107"/>
    <p:sldId id="375" r:id="rId108"/>
    <p:sldId id="376" r:id="rId109"/>
    <p:sldId id="377" r:id="rId110"/>
    <p:sldId id="378" r:id="rId111"/>
    <p:sldId id="379" r:id="rId112"/>
    <p:sldId id="380" r:id="rId113"/>
    <p:sldId id="381" r:id="rId114"/>
    <p:sldId id="382" r:id="rId115"/>
    <p:sldId id="383" r:id="rId116"/>
    <p:sldId id="384" r:id="rId117"/>
    <p:sldId id="385" r:id="rId118"/>
    <p:sldId id="386" r:id="rId119"/>
    <p:sldId id="387" r:id="rId120"/>
    <p:sldId id="388" r:id="rId121"/>
    <p:sldId id="389" r:id="rId122"/>
    <p:sldId id="390" r:id="rId123"/>
    <p:sldId id="391" r:id="rId124"/>
    <p:sldId id="392" r:id="rId125"/>
    <p:sldId id="393" r:id="rId126"/>
    <p:sldId id="394" r:id="rId127"/>
    <p:sldId id="395" r:id="rId128"/>
    <p:sldId id="396" r:id="rId129"/>
    <p:sldId id="397" r:id="rId130"/>
    <p:sldId id="398" r:id="rId131"/>
    <p:sldId id="399" r:id="rId132"/>
    <p:sldId id="400" r:id="rId133"/>
    <p:sldId id="401" r:id="rId134"/>
    <p:sldId id="402" r:id="rId135"/>
    <p:sldId id="403" r:id="rId136"/>
    <p:sldId id="267" r:id="rId137"/>
    <p:sldId id="326" r:id="rId138"/>
    <p:sldId id="336" r:id="rId1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</p14:sldIdLst>
        </p14:section>
        <p14:section name="Information_Layer" id="{91D2F92F-6A77-4060-BC4D-057B76B9D342}">
          <p14:sldIdLst>
            <p14:sldId id="403"/>
          </p14:sldIdLst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  <p14:sldId id="3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5642" autoAdjust="0"/>
  </p:normalViewPr>
  <p:slideViewPr>
    <p:cSldViewPr snapToGrid="0">
      <p:cViewPr varScale="1">
        <p:scale>
          <a:sx n="94" d="100"/>
          <a:sy n="94" d="100"/>
        </p:scale>
        <p:origin x="86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63" Type="http://schemas.openxmlformats.org/officeDocument/2006/relationships/slide" Target="slides/slide59.xml"/><Relationship Id="rId84" Type="http://schemas.openxmlformats.org/officeDocument/2006/relationships/slide" Target="slides/slide80.xml"/><Relationship Id="rId138" Type="http://schemas.openxmlformats.org/officeDocument/2006/relationships/slide" Target="slides/slide134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53" Type="http://schemas.openxmlformats.org/officeDocument/2006/relationships/slide" Target="slides/slide49.xml"/><Relationship Id="rId74" Type="http://schemas.openxmlformats.org/officeDocument/2006/relationships/slide" Target="slides/slide70.xml"/><Relationship Id="rId128" Type="http://schemas.openxmlformats.org/officeDocument/2006/relationships/slide" Target="slides/slide124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134" Type="http://schemas.openxmlformats.org/officeDocument/2006/relationships/slide" Target="slides/slide130.xml"/><Relationship Id="rId139" Type="http://schemas.openxmlformats.org/officeDocument/2006/relationships/slide" Target="slides/slide135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24" Type="http://schemas.openxmlformats.org/officeDocument/2006/relationships/slide" Target="slides/slide120.xml"/><Relationship Id="rId129" Type="http://schemas.openxmlformats.org/officeDocument/2006/relationships/slide" Target="slides/slide125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40" Type="http://schemas.openxmlformats.org/officeDocument/2006/relationships/notesMaster" Target="notesMasters/notesMaster1.xml"/><Relationship Id="rId145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0" Type="http://schemas.openxmlformats.org/officeDocument/2006/relationships/slide" Target="slides/slide126.xml"/><Relationship Id="rId135" Type="http://schemas.openxmlformats.org/officeDocument/2006/relationships/slide" Target="slides/slide131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slide" Target="slides/slide121.xml"/><Relationship Id="rId14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131" Type="http://schemas.openxmlformats.org/officeDocument/2006/relationships/slide" Target="slides/slide127.xml"/><Relationship Id="rId136" Type="http://schemas.openxmlformats.org/officeDocument/2006/relationships/slide" Target="slides/slide132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openxmlformats.org/officeDocument/2006/relationships/slide" Target="slides/slide12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slide" Target="slides/slide117.xml"/><Relationship Id="rId142" Type="http://schemas.openxmlformats.org/officeDocument/2006/relationships/presProps" Target="presProps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137" Type="http://schemas.openxmlformats.org/officeDocument/2006/relationships/slide" Target="slides/slide13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32" Type="http://schemas.openxmlformats.org/officeDocument/2006/relationships/slide" Target="slides/slide128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27" Type="http://schemas.openxmlformats.org/officeDocument/2006/relationships/slide" Target="slides/slide12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slide" Target="slides/slide118.xml"/><Relationship Id="rId143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47" Type="http://schemas.openxmlformats.org/officeDocument/2006/relationships/slide" Target="slides/slide43.xml"/><Relationship Id="rId68" Type="http://schemas.openxmlformats.org/officeDocument/2006/relationships/slide" Target="slides/slide64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33" Type="http://schemas.openxmlformats.org/officeDocument/2006/relationships/slide" Target="slides/slide129.xml"/><Relationship Id="rId16" Type="http://schemas.openxmlformats.org/officeDocument/2006/relationships/slide" Target="slides/slide12.xml"/><Relationship Id="rId37" Type="http://schemas.openxmlformats.org/officeDocument/2006/relationships/slide" Target="slides/slide33.xml"/><Relationship Id="rId58" Type="http://schemas.openxmlformats.org/officeDocument/2006/relationships/slide" Target="slides/slide54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slide" Target="slides/slide119.xml"/><Relationship Id="rId14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4/26/2026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1F3D-33B0-31ED-F473-94565EF7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63E83-54AC-C1A7-11CE-BD07A29CD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38904-F67C-D833-5450-9F0A38043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6E942-6E20-3F98-E188-E232863C3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048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1D2A-5A87-473A-1285-809BDB2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90AC-BF14-73E3-E71C-B87920142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AA8E9-F22C-9B37-47F9-A9A4D2188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D57CB-8DBB-D377-3CE0-B8FAC84D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821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F0D8-7172-C773-D2C9-429F2B0E6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F2AB1-56DA-D70D-30CB-824B6F85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55B-5EEB-18A3-55AB-20DCAFBB6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3433C-B337-2FCD-32EF-7EED36952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3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5E67-534F-7FFC-CA4E-C072BEA9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27238-42E3-B1C2-ED4A-867AB668A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C627-ED4D-545C-C8D5-7F7143ADE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07987-9DC2-DE73-C23D-72DF72F1C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3869-DA80-2E4B-4437-46897A94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3C133-B9E8-1FED-FEDB-F303DBE4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D4A76-52D1-3CE0-F3BE-121AF46EF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5789-78BA-2F0C-8040-E52F584E3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34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E72F-6716-8EBD-7111-3F3BAFF9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6346F-E8FC-A715-1E9C-59D23A3F3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1C24-CD9B-4FD7-27A7-915944C0A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10F29-6B7B-6CCD-63EA-AD463FACB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248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401E-DEFF-7DFC-DC68-7A25DE23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90498-37C6-E26E-BA82-05B494465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9DB2B-2EAE-26B5-D065-108688898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286BC-DDEE-C286-5DFB-EF26ABBA3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393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96CF6-5EA6-9F87-41F2-9660F3A4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1ED88-E71F-F3D4-C1E1-2CB705AD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01353-0370-4168-7552-CADE62CD9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6E9E5-2FA2-6E3D-DB68-842A5C03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600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0178-34B6-2D7F-CA1B-F24C01DFF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52BA0-D4DF-022C-0936-7A1A67B78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A32E8-A52E-A6A3-BEF1-21AC78877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6763C-5158-9F1B-9051-D37FE2F7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391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120CB-8860-1FE4-3AD7-D82648220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378B8-2368-A08C-E8E8-707F1F4FF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C1EF-0C39-9618-DC26-EEEBC5020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781FE-2926-93EF-B128-A1498820B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724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9B495-E116-6018-2B5C-695F55F1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9D2BA-DFD5-56D4-E612-AA87588F2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C756F-1DF7-4E2A-DDCB-EFD985BE3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77CBC-A8E1-9AD6-4DDA-1452FFDB4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688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DA39E-E346-8E73-46A5-AAFBFB138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F766B-627B-7C02-5475-E98F22FED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EB6BA-DD2B-1745-2F25-4F79F0DE8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6CDE6-5BED-C7B8-9084-2F8991560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742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79B0C-A85A-345E-CF5C-20254324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BA1DB-32C6-36F1-091B-21731853F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87D4D-62A4-F1FD-EA4B-901752519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3BD2A-1992-739C-5388-5ED6B3475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8956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F657C-0627-4A0B-5956-6E4240478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ECC92-E425-3C3D-C097-C6FC28BFE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C8855-71F9-E55A-E551-C9314DE34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CC2DF-7B68-3700-42BD-93032C8594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8124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466E-8102-CC24-AD9B-0242202AB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6720D-C69B-370C-05C5-689AE191A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13FD1-70C1-6AFB-402C-1933D18D3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9A852-7CFA-B174-507A-BF34033C5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1529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D4241-D22B-7692-F534-DFDD1A19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2F394F-2F12-C501-12C2-5E3BC58E0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D9C6B5-04C3-7AF3-4CA1-9E8084EFE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7F58C-17C0-9E34-258A-8E83984B8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1017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007EC-A5C6-53AE-F9DF-FE9E415D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90BC93-3EE0-C45C-EB5F-CD44B6487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B17365-70AE-DDC1-F50B-FBC1E9470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BA51E-5AD6-700C-AD6D-CB3B4363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6517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165E1-60B9-04F3-2B33-F319DA3A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EC9D8-9279-2C68-0E41-D2E8EB148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B0714E-4AFC-A08F-8245-992BFDBD1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E672C-927C-2938-0902-A9E756DACF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023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6E8F9-A751-89E5-E5B0-A44150C64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912CC-4267-AC79-7196-B732769F6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7A1CD-F645-EDE6-2215-44B3EBA05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0FF6-6AA5-12F3-E0D0-E57C95D11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841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9A595-C27E-1D09-37A3-D99392454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43D38-E38C-6D04-01DB-FB7BA3E07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FEF5CB-A798-B806-F798-A102C4A5A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9EC8F-9131-5D47-63EC-726B9E795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013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54143-2C96-72F5-6498-EFA0C714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51663-3494-AFB1-1F05-008B30CD6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768DC-D788-4007-9812-CD5E7996C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8A453-BC1E-5005-4391-A7371539D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3203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862B-DFB2-6CC0-BC7A-C20C0983F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9335E-E704-1631-A602-95AD95E74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5ED27-98E7-FE88-A240-D2C29F1F16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37F4B-2341-FF0B-F4C7-954930B458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89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46E2-CCCD-964A-0526-3DF56DD5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F46E6-C42C-7A4C-5ECE-B38C66D6F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F48D11-1B9A-2D3A-CDE1-0711113E6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CD12F-C56E-B157-E671-0A8591D10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619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2A706-7ADF-FC19-F86B-55D2C702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3C8DF4-7BE7-C114-3353-016A672F26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793BF-793B-9A9B-5F0D-301239C56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DAF510-A361-1AA6-FF29-AA45669A2E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7686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2DF17-8A11-9FBF-F84D-A595C51E3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CC03C-38B8-6A3A-5498-287C8417C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68B777-54F3-6F64-36DC-93680A4B8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2A0D4-53AA-ED90-4D34-C009E4C11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4419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69A8A-1D3B-A0A4-C11C-936AB123B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E834A-6594-A3CF-9EC3-6CA8BEA27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E0CCD9-06D8-0146-3740-A36DA4B975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2160B-C0E5-5022-D128-ACB61BA21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1993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6D79-C745-0D5F-8B1F-23BD1F2E7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7F5CD-734F-9909-0154-DFD64095E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70DE7A-1C8F-4106-3306-2C5AE0A9C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4EFE4-2B9F-1F8B-0F87-C56DB5382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69045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F4BA1-0039-19E2-7BA6-62C4DA903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74E0B-3DA9-A1C8-5657-B02E1081A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20831C-056E-C8B3-4B7E-5FBD84393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CC50C-11D2-D9E6-7E03-58D7617143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98966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AD8F-37D8-15D0-F695-525A05EB4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E4C6D3-9058-0CB0-B475-613880F2DE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0CBB7-9040-83FA-816A-DA4DB12980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CE8C2-4E50-5F1D-29B0-A4420F47D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4714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3D165-2EB7-5F8B-125B-ABA7E4D00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62CC61-656B-48F7-E0DE-4845C2E0ED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8F4B7C-5F7F-B3D9-E2D9-04847A6AF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9EDCB5-3F08-5C07-0334-577DA9CC30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3336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57E97-708F-4676-E373-C4F741B64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1C90B-EFD5-7FD8-2BB1-4917D67FE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9CE91-2C07-D123-EA75-788E9F342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4A9BA-DBA4-5B31-34ED-58F2A4211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870558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3CF82-8F5E-BF9D-314A-2078D28BF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FF9A90-526F-FDE0-E9AC-B5BD1920FD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5C7225-B98A-0754-60B0-247A52DCA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75BD26-7707-AF14-7D03-AF9EFB892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0881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1D6F4-D762-A241-B293-F774EE8A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3AE649-CE78-6E34-C3CF-D6B4A2B72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0BEFCB-FA3F-BA9E-9C15-9B22C47A7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1E0B9-53A0-759A-DD3F-DC8F7FB90A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89498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472B7-4BA2-4EA0-13CA-E7E8E60D1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F70BBF-D7BD-41C7-1721-E614164073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B4070-B03D-E896-689D-31BE826CD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E5813-E4EC-2233-246C-47FB94E4AD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09821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61006-286E-54BD-1CC1-EE2A6071B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3B718D-B78D-ED26-838D-D7F50FA304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5AE890-0A48-A575-7A1B-42CEAD2A1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1DCFA-6026-3FBB-9C36-47DB7706B7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8675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F8173-336F-1757-9CE4-CBE7BFA77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AF008-1D99-E683-25DC-FF3E9475E1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2F0C99-97C0-8C74-13C3-C656D0748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51306-BD42-E717-1C28-C4763A917F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59676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5D35F-9154-D402-B7E1-E9A0EDE45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AB53B8-AE88-F5D6-4A8B-D1D6243EC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C14C49-53DE-ED20-F4A4-459233630C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1B885-4273-2FCE-E903-E255B359EE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6630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35F2-36C3-2A04-4AA8-7174A579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011C4-0C27-7F65-5802-804F22094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E0346D-86D7-7B47-410E-8531865B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8137-A005-F7DE-3805-FC9107AEB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811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4/26/2026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9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92.jpe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6.jpeg"/><Relationship Id="rId4" Type="http://schemas.openxmlformats.org/officeDocument/2006/relationships/image" Target="../media/image92.jpe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3.pn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69872C9-6D79-8A84-F340-103D0979CD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35C22E-FD42-84AF-D8E8-B8209A22B08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F8B20-3D28-2135-A991-C772DCE81891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E281A-68B4-4073-4372-21F51CF9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5C5442-D883-7B23-6A0D-97EF2DE9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571D2FE-A3D4-E3F2-A35B-0855E8F99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C06715-4A1D-FF11-3D3C-BF0CD94ACAA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55BFE4-EB9D-06FE-B8C9-239BD18B092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9E37-0CE9-21AD-67F5-BC62D300EAF6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006B0C-9FFA-6DBC-5A39-5C29F1875556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22F9D-31D5-4C55-76BC-8E1E8E318A8D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3E67F4-E686-B246-270A-32C8E507D89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245935-F6A9-67BC-699A-FEFE979FBCF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CE6E8A-F951-D782-5B02-2B28DDF28BF6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C5547A-1C55-3D6E-464C-B735DB9E3A22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B874F-DF4D-C18B-E9D2-6A55BFF12866}"/>
              </a:ext>
            </a:extLst>
          </p:cNvPr>
          <p:cNvSpPr/>
          <p:nvPr/>
        </p:nvSpPr>
        <p:spPr>
          <a:xfrm>
            <a:off x="5392692" y="5595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884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3CB5A-BB91-6445-CF77-D365D2B7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F290-3A37-005F-779D-4177AC9FD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BA8D67-1172-BF17-2EB6-26048D574F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58B2C-0C37-2B63-691E-74AAA8DE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F368E8-2289-1F9F-B9D9-9B019072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66A71-3036-3B7F-373B-D20B7D82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262A87-63FD-1B78-C3EC-F4E5A083D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A79A4C-33AC-3270-8BE2-BE8C465EB897}"/>
              </a:ext>
            </a:extLst>
          </p:cNvPr>
          <p:cNvSpPr/>
          <p:nvPr/>
        </p:nvSpPr>
        <p:spPr>
          <a:xfrm>
            <a:off x="2619909" y="2002718"/>
            <a:ext cx="3393707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848300-CC4E-C38A-669A-4DCC989DA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38" y="3222918"/>
            <a:ext cx="4293366" cy="2900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5904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D935-03ED-B250-9D9A-64D50307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1B25221-98D5-E8CD-8F8A-50D5A0A78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9516871-3D40-2473-832C-8FF418C3A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5D1B9C6-DCE5-EF36-4DED-D2672D5C32D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C138D8-3EF5-33FF-03C3-15A07968CB7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71DDBE-B62D-4FC0-84D4-EC8CB616146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3C1AA5-4AB3-497C-1CDF-0A1D6533480A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2A99AB8-B764-A736-91C3-CBC6ACCBEB9B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11CE1-F4B6-278F-CD65-FBF5DFD4390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8C43AF2-2634-FDA3-93F7-128273CEB7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C4EEAF-5C33-F2C2-9066-A8FE34810F1C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FCA5-32F8-1083-BE5C-0E8000A66B1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D996E-1D7C-D575-0D84-99B01F8833B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262163-FDF8-A75B-1A55-6CDBAB98114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C413CA-812B-8BF0-AB64-A6B48AE35A3A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00DEF-364F-2547-9A48-20CEFBAA4F52}"/>
              </a:ext>
            </a:extLst>
          </p:cNvPr>
          <p:cNvSpPr/>
          <p:nvPr/>
        </p:nvSpPr>
        <p:spPr>
          <a:xfrm>
            <a:off x="5400675" y="58912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87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65A-DB99-5934-A815-C058941C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EAC98-88BA-133B-A585-E8052DFE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9BF96-6A04-5173-E672-CC1BC491506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1F864-742B-0400-ECA5-050337686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72055C-C97C-A205-BB46-725C06DDD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A2F7C2-77C8-F370-A664-AADEE9F9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88EEAD-E037-9659-B713-75A103DCE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7990EB-6460-62AE-8075-3F63E8001C0B}"/>
              </a:ext>
            </a:extLst>
          </p:cNvPr>
          <p:cNvSpPr/>
          <p:nvPr/>
        </p:nvSpPr>
        <p:spPr>
          <a:xfrm>
            <a:off x="2619910" y="2398764"/>
            <a:ext cx="1880172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E3B7E-1A0D-8C05-014D-9B2FDAC290CA}"/>
              </a:ext>
            </a:extLst>
          </p:cNvPr>
          <p:cNvSpPr/>
          <p:nvPr/>
        </p:nvSpPr>
        <p:spPr>
          <a:xfrm>
            <a:off x="5989834" y="2224103"/>
            <a:ext cx="1986338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9D48D-E7D2-8921-ED6A-86F953FDA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58" y="3707013"/>
            <a:ext cx="5622901" cy="2746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34239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5AB0-012F-F2E5-D6D6-284F24E7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2472201C-94EA-4BA6-7690-B1F8FDC0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FC5F2E5-2805-4006-DF44-E2F3B7A1C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37D06AF-08FC-FD01-9CD7-3D35D9189D7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1A815A-7FFB-8CCD-ADCC-F0EACA637984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2179B2-FAB4-86B2-3A54-D12C48008977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58A77E-BBE8-B003-E473-FF7C7189C73E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4D5419D-E6BA-FC6D-AAA1-7A7F3D5E521A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4E9A42-A30B-C19E-448A-B0BEA3C98F8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14D32E-D0BB-35D0-40B2-FAF1EE2A4E5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F17E6F-A961-A56A-AB13-FC67BF533EE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DA0D5A-E1BD-E9CF-927A-6636A15062D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40C6D70-4664-CFD8-A603-03CFD421F995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5D004D-2E7E-C347-5CDE-ACE517788FB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4CF422-BD19-924B-E69C-B91049278EF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2E3043-4B16-119C-F1BA-969E35B0326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802546-B694-CF53-92DD-A265F701047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AB1C1-2BF0-DD41-78DE-7E590CEBDC3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C1740F-2D68-67A1-8062-1411301C59A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8F9992-CD3C-AA64-1BB4-43013089AE87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2F1E2D-8ABE-4202-6AD6-83964582A9F2}"/>
              </a:ext>
            </a:extLst>
          </p:cNvPr>
          <p:cNvSpPr/>
          <p:nvPr/>
        </p:nvSpPr>
        <p:spPr>
          <a:xfrm>
            <a:off x="6757514" y="5826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5950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45B6-BA4E-CD7F-255F-402BDE07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66B6-3452-EE79-C8C4-0A7E6548B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7DF2F2-C40D-53ED-6FF7-7B16F45D31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E41B4-A756-2D5F-CE3B-54C7D44D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2DCFB8-F357-65B1-DAF7-DCDDEC88C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51B8EA-1CEE-59E0-4CE4-DF1DC54F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F6FA49-7221-B103-D380-1C8A14A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DA9DDA-9F0C-C510-0CE7-73B673ECFFC7}"/>
              </a:ext>
            </a:extLst>
          </p:cNvPr>
          <p:cNvSpPr/>
          <p:nvPr/>
        </p:nvSpPr>
        <p:spPr>
          <a:xfrm>
            <a:off x="519976" y="2002718"/>
            <a:ext cx="7452770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615F9-06BD-F88C-FF7C-06C834A6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193" y="3811712"/>
            <a:ext cx="6956468" cy="26301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690681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D871-0408-A759-1D6D-D5018B4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89C3175-8CDF-0807-484B-1DE40937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BEBC7F0-A7C6-681F-7F38-4F58D5CEC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BA2CD7-93A5-707F-40AE-590B860A8FA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5175A-D5D4-3FAB-14FA-A55121CEF44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496F53-1B0D-B515-F5AC-A15662B6BD51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05C29B-0C91-1D7F-248C-9D406E60B38D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A2C0F4-BEF5-0200-4C4E-4BA39BE12A85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DCE6E32-717C-9C9A-A0AC-2AEB6DDD64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D22E7E-5819-08C2-A146-A155941360E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B85D6D-FC04-06E3-E71F-1302B8AF321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9569FC-5ABA-DB2F-2A2E-5B998AB173D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8DF8B5-8D3C-69D1-CB85-77895A4372D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9B7357-344D-142C-DD65-56E2B78BC12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1316DE-360D-0FDF-EC47-5243FF5B791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240405D-BF3F-F279-2B68-D819EBA49EE0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6B78E0-268D-363C-2919-4B24C2F32F9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9218BC-74D9-96DC-A301-ADB98D80233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2DBE5C-14A6-F482-EE5D-4989FA89CA1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72E97F-CFA1-FB9F-6926-44A2D7FF85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FC9F3F-6115-F6AB-AB44-8F5BCB302DB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E62EE9-BEF4-5B46-3A95-B5F7DF4041C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5C03C8-F296-58F0-9DE3-FD8B58F7BB8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87BAA-0268-1BB1-21F5-5566DD9E36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70A33-3311-C29B-0614-97F2EC218E6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A0600E-F63B-E911-F3F2-A224813C55C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FA66F7-43E2-6596-E233-685CB4BB384B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165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D5-2A7C-8604-57F2-6B6D09F9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DDED-5A06-4080-3A91-274D1AD3E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5597E3-BEDF-7D5A-CEE6-EDA839C6FC7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29A73-EF9A-A193-665D-5A744C9CA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9BCE43-F62C-C45C-7EE9-3A0E71A9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A42329-652F-E334-01D2-D43496479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E63E5-1679-31E7-06E2-DF937CBE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AC349D-B7D1-44A8-350B-B4BEBA746EF4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BFD02-221B-409D-DFDD-3FFFA15C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283" y="2605960"/>
            <a:ext cx="5785332" cy="3681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059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9980-2F3D-84E0-EEA0-25DA43AB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2257301-3569-B9AE-FB01-33C4CA78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0E6EBCC-7E1F-AE62-A702-42A340967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99E954D-DA2D-5AD3-CA23-E5AA543E7F5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6FBACC8-91AF-4C1E-4C2A-BE5DEDC719D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F251D0-E376-C2C5-6259-3289F040361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38E93A6-9703-18F4-3ACA-18B757FE27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CBF090-A774-8EC1-3552-CF799BA7522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73301A-72D0-5FD0-367B-D8D9E025F1C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E194768-AB44-8CCB-C952-0545250CB6B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9E3EFD-0ACB-F9D0-6486-F895881501B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47F758-0B14-B08E-F4B6-1E532851CEE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AEEAED-F033-F6F3-BC5F-53A1845BF9A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65D463C-414A-4D96-A2E3-3DEE4EAE8B4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5125DE-261E-3866-F2A1-69C5A30CCDD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F66E1E-DD31-844F-CBD5-4EE4E81F2E78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7D9D107-0CA0-2F38-8EE2-45939E7EF70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0DBBAF-AB7E-FD2E-627C-E7DFF16D64A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977F5C-4FAA-EA02-2883-732FFADA7B6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9A9B89-0464-11C4-42F7-ECBD24C5825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7696B0-A215-1F97-7BFD-2BE1FFAF7AB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613D27-8DAE-AFF7-6D3F-0DCD829059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4A07AC-8925-CAE4-101E-0DA0D41F3B8E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EC5890-85A7-1F52-86F2-3A86276184A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9761D7-1748-0D47-236B-FCEC90BA5A6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6AA11D-3AA6-6D75-B53F-E6AC178A1C1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C8596C5-DE28-C1B8-D90B-54D84A44659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41365B-981D-419C-8872-D54333C97C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3785AD-DE50-7950-E705-895BE3643EAC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76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7177-97AC-23BB-8678-8D9D233A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C3926-01F1-BE5A-CB54-7058A665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453949-C553-57F7-F29C-9D8A27BFA62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956F20-5AA0-CBA2-54F7-B801D85F0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8CDBE8-B574-A89E-FD71-4197DD78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CEACE4-A8AB-62DF-01E6-1B26F28B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6A060D-A8CA-1D9C-3F43-B030D0842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951B29-C13C-8C9E-3B5D-8B901790E8BE}"/>
              </a:ext>
            </a:extLst>
          </p:cNvPr>
          <p:cNvSpPr/>
          <p:nvPr/>
        </p:nvSpPr>
        <p:spPr>
          <a:xfrm>
            <a:off x="2599362" y="2398763"/>
            <a:ext cx="1910993" cy="270749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E533B-A4EC-0F4C-A388-C7B280AB4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5164" y="3029946"/>
            <a:ext cx="7429755" cy="294273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397336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F758-4E46-A511-2E3F-4E10395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E8906EB-6127-C072-68CF-5F30CCA88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6B59D45-5E2C-BDF1-9F78-C146309A2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DCC69B-5F53-511A-C1F6-EE69267DFB3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62EF3A-ECD6-4D42-EB1C-2134D8BF924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3F2E97-F1A2-1DDE-2AD9-31AA590AA48E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F4CD8-26F0-1D63-9E20-3CE2187051A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96F9AA4-01F9-1FB9-367C-EA8E6917896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7D879F-33FE-C84D-53F1-32B32ADAD2EA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3687ADB-E54A-1E7D-694B-3775C0284D4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4237B3-5E94-20DD-4618-815406DF0FC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C120BD-EC3D-6659-5DE2-A795AF0412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5D944D-BD96-270C-9C44-4031D40DCE6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770165-AE99-7CFB-D347-11921842D87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DFC30F6-30D9-6FCA-0305-7A0A57AF677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2ED17C7-2376-C25E-07CE-1BB0F81F9C9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A1B736-4B99-9D5A-43A3-89AFA78624B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1783A32-F89D-6CA5-92F4-F78D142DDFE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F1B0F59-6076-6396-AEC2-0FAA7FA89BB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B0F015-281C-AD1A-C7D3-7E451D6D8FE4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09D71A-AF65-E56D-F162-64C63D51F32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F5B35F-6B16-2E26-3AE5-209986DE9B80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ADAC99-8DE0-4775-4D59-999F12BC760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B3911D-7CF5-F6DB-41FC-3F435359DC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73E0E6-1060-540D-FB2F-8118D2CDAE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B9815D3-E256-EE49-06ED-E3569D5B89A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383389-6583-F6C2-01F6-653DB9CA181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E670D-1BDF-9EF6-7EB4-F4242635E3F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C7B5B53-85D8-972E-FB12-05E4D02488C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0F8CB8-9F9D-12C5-B053-A9ADDEE470D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3E67B2-143D-5502-E614-BBF354056B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BC6B0C-4AB4-1686-237F-B787B6831331}"/>
              </a:ext>
            </a:extLst>
          </p:cNvPr>
          <p:cNvSpPr/>
          <p:nvPr/>
        </p:nvSpPr>
        <p:spPr>
          <a:xfrm>
            <a:off x="6702899" y="205740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E33516F-E0FA-3279-8A53-DB861DB9A5D8}"/>
              </a:ext>
            </a:extLst>
          </p:cNvPr>
          <p:cNvSpPr/>
          <p:nvPr/>
        </p:nvSpPr>
        <p:spPr>
          <a:xfrm>
            <a:off x="7816453" y="205739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80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9BCF-842C-8CCA-873A-254E884B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E64A-F1F0-2FFC-05B0-B017B4045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C13870-79F0-4DB6-95E5-3756860F7E2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3AFE87-8568-D987-EF9B-8F7A7A52E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53ACE-9C0A-A029-C8EF-CE8516964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FC8C3A-27FE-FAAA-9AB9-DD9039A75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74395B-E1E0-36D2-F72B-E807698F52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9FEEC82-7397-55B8-937E-3399282E47B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8B952F-1209-CF65-BAB5-8F8012B1FC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0009" y="2482932"/>
            <a:ext cx="5115639" cy="34104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1391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DD18-448E-7E85-2BB7-EF12FE0D1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111965E-4C3B-2444-0972-AF2F2473C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E392CF8-D9F8-8DDA-1803-F8F284663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B202633-BAB2-C77F-61B0-59ECBEAC694E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217B61-7BA4-8F66-0E18-4C39DBBAC05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1AA8BD-C11C-ECA9-9D4C-E570173F81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E5CBA08-D5AD-9D84-FC10-B3FCC35E35A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B2A1EE-7BE9-55BF-2702-13EEB55085F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A2ADAA5-409B-21B4-1125-3E4C041E165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D987942-B3B2-DF47-758C-C6220131A7D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EC8CC1F-39E0-FEA7-50FE-56BDBCB6AC3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BC36FAE-9E84-E05C-2305-33207DFDB9C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0621AB7-5D9F-1F63-B000-05811D9702FC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4BF509-9594-03DB-4732-5C6B3FCF936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A0D346-1BE0-C1F0-8166-3313A8A7395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C534F18-EE03-8D60-CD6A-3CBA4E74F86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83FBF40-0DD9-131B-7131-941E12CB664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F23941B-AB75-E230-0D6C-8B0544D2E1A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5B42A2F-8AF9-F665-97A0-ED88885A391A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710C391-44CA-B1FF-DF33-498E9BDF4C6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B8B1EF-4899-5239-590E-A7856C4D23D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79D55A-A301-CC33-2A92-91C761FB98A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0D38BF-F96A-CCAE-7203-5BC0BB278F8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E7324C-5672-BD35-BFE7-F8B0D6E845C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1B2E3C-88E2-4298-8881-56D990701CC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9DCA60-F6B5-AA71-EAF2-F65873C08D2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C417D6-8F7A-6DE8-A424-F5EC58D52B8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F82FE1-528B-F7C0-0D08-125CE969E44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92E9AA-7F0A-AB88-6DF9-33A9B2D6FB8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EDED88-312F-A658-21D8-00430BAA3E6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1CCF70-A9F6-8D66-4FC0-E42E032EDFA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B0CCBA-B7E7-88B7-3A15-3EF1AE68B1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9A21A5-2D4E-507E-CFD3-CF8468FFAF3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B31049-F78E-6172-683D-E7393F403A52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4FC610-68B2-FA9C-C8CF-E16012DD337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CB2EF1-2CA5-942E-940A-DBA3A5D05D4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FDE313-8F0D-469B-5E8C-EE9A7FEAD173}"/>
              </a:ext>
            </a:extLst>
          </p:cNvPr>
          <p:cNvSpPr/>
          <p:nvPr/>
        </p:nvSpPr>
        <p:spPr>
          <a:xfrm>
            <a:off x="8262938" y="103751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34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801DD-510C-DFE1-E6EB-1F0D27F0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32CC7-5C4D-B46C-B302-0EAFBD47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6367E4-BF17-DC08-A75D-3AA1023F54E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2F28C-AB95-E9BB-2B40-6B39D457E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08318E-D7DB-A36F-EE7B-1E45F53A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C1E84C-F00A-BBC6-7B2E-DBD5523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01117E-3AD7-C992-FFB2-37F558819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919AD3-E0D4-466A-AC48-8ED8258BA45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03DA0-1B71-3B03-8BB6-6D00364C9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15503"/>
            <a:ext cx="7189766" cy="22654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68328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A4B26-2206-4623-32EB-3B1F13DC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B932365-521C-7180-2DA4-D3F0A3209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24794F6-269F-A5FE-ECAE-09D255E23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B73B521-B05E-11BA-446D-8495D6D4EE7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9A83A51-BB98-E341-9C85-AC37409A472E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B17693-32BB-32C9-E434-2E2E31DCCE32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D41CD8-C251-91D1-E6CB-24AE5FFF6E5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C12926-CD42-E07E-530A-FDF63C84227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0B5676-5210-5AEB-95B5-53195698B5F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D2BCE9-DC93-AC5D-D71D-4228DC5016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8C4E75C-CFC3-CDDF-76D9-D6900F5ED02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1CA485-A490-FE2D-2BDC-DAFE556F4A6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08851C1-7FEB-2E62-3481-DFBFB977371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045B59-359D-0F73-7998-4D7BECAE74BB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2DF4665-0B6C-7D40-7F7E-AFFFBB3FE8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1618A84-CB89-5B30-49F5-584EB2C7A3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C7EEA1-CBF9-FB72-D9C8-A2072672658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49F2619-2D1E-1FE8-74BF-B49CA08E2DD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A3BB5A-D24F-D361-0BC8-2F3D56C2218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CB028A1-EFAF-65EF-0796-E0A49D7382DE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1578CCC-B5EC-858A-F968-CD245BB02C8D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1F497B8-B9F9-D167-9FD2-34569A32D52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D48F3-A304-852E-B1F3-D2988259DBD2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51ED24-4732-66E9-C07B-6A3FE8E3720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B43C63-E17C-4862-DED5-FCBF4E22275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BA14A6-FF2D-EA25-83BE-844EA017030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33D7B5-D111-4536-E792-0D3E41689A0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58C5C5-C3AD-6F14-C2CE-B33F846A587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5CF614-3427-44FD-9C84-4DC5AA7C3AD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A157DF-BBB3-0535-5A43-211D11C8CD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9574976-B191-FFA2-E78A-333C7141015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2BBBF6-F1F3-55AB-CC66-3A6B742A600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1C7AD6-5CAD-9D5B-F796-DC255D82636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E85E26-45C9-FFF1-B193-76655C4CE82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568CE2-EF2A-2B48-6551-2ACF325A86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384D93-F5B8-02FD-695A-67E609A7763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702379-CFE9-9FC8-6BCD-CB1E9E45C1E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08E07D4-7065-65BD-1BD0-DA2AD96269D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7C5A25B-1EB6-8E97-750A-DD9A9233F0C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9B7079-B015-1197-830C-41625F75BA8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F112D71-86D5-52A9-1DE6-62A2635F89D0}"/>
              </a:ext>
            </a:extLst>
          </p:cNvPr>
          <p:cNvSpPr/>
          <p:nvPr/>
        </p:nvSpPr>
        <p:spPr>
          <a:xfrm>
            <a:off x="4959670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933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2CA32-9D5A-EB3E-1AA1-9B5017A4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2928D-DB35-0190-3662-89A1EAD43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F0C096-309A-8759-3D91-0395996D09F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8FCBBD-AEF1-4A3C-917A-D96BB0E34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C281A4-7EE7-120F-1AF7-78B295227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443577-0413-A826-CEFD-74F69F117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0CA948-BB97-B7B9-0A4F-E2E72E9CF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E5F6CC-9262-86A7-F584-F9A215DDC23E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372FB2-1083-9251-233E-B8D4FFC8F2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1384" y="2138242"/>
            <a:ext cx="6854978" cy="39059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285750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AE2D-5FEE-A0F4-F202-F49AB098C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36F0B56-7481-AFAE-621B-47AC8B313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447EA01-F8DC-1B3A-196D-67B52307B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96AB754-59CF-F2E4-2155-C11877403A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E11A43-05CA-AA92-5CDC-72C1F8C7EA3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92394F-CE1D-AD4F-E534-326C4CBE3FB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FDADF5B-6FF3-38E1-C80C-357E305E8FA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66A7DF2-2D1C-1D4A-6A87-290CB8FE654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EDB885E-53F6-3267-CC5D-140072E23B5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E221438-A128-D2F1-9495-1837192D775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E56EE96-B4FC-EBA2-1E6A-FA38F897EF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C7B9B17-155C-9083-6B8E-8DE8BA32D93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8B88399-0A4A-922B-ABC8-FE7B6178BBE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C90F1B-7141-B6CD-1116-ABA88325CDE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FCA3A0-F0C8-D510-D235-CAEDDF768F02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E9043F1-3A6E-F004-2BBF-8C62DF932B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D5BB2CB-EC24-9A60-2F5C-AB1A52333F6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3ACCEA-7482-FAD2-6CCA-ED1DB4F53A7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9F370CB-DC88-710D-9A1B-B322A0C4EC6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9DF66A0-3571-6870-33F1-02FBD6A5A2ED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C496FA4-F03C-79B7-DF7A-CA8CF267C15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072F1D-3493-8E71-A7FE-D289F327E07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2A392DF-22A7-9598-B76D-B87BCEA68A3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B5FAF7B-FE35-BB94-E2D6-8D72FB29F32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9078F8-92F3-891F-8D40-FC0F002B71D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08C8DF-AB41-C170-C252-57DB028537B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5946B3-2911-F3E2-3B99-7C0EF71CD5D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F3432D-1BF6-7CED-AAF9-55D735FEED49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AD8CEE-9566-F749-7A38-A200A16D93B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AC16ED-55D2-5FF9-0EAB-B89AE45DE725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9050329-B1EB-0C67-99B5-FAADF2D0CD1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176C48-E90B-2AB0-8046-682E9AD1B49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0EF983-47F6-9B4D-E638-F7BA814183C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D97845-202E-E932-87FB-D765D8DE30A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C94C6-8368-725F-3527-303B5082C8E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A366B2-2C08-06A6-F320-ADDA97FE0C4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25996-99CB-F666-00A1-6158F0187B6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2A9E59-F13B-7309-C6EA-95E6141F265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68365F-B43B-DFFF-715D-99A49F4656E7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9292EB-174F-56B5-41BC-28E70EA7A7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B93BAF-3B48-E738-2464-38714F96768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F61D5F9-9AF9-768E-57B5-C06E6A8D91E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EB741E6-57C6-098F-4AC0-CC4A076BAEB2}"/>
              </a:ext>
            </a:extLst>
          </p:cNvPr>
          <p:cNvSpPr/>
          <p:nvPr/>
        </p:nvSpPr>
        <p:spPr>
          <a:xfrm>
            <a:off x="4964112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709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E6B7-139B-91FB-2A45-3196A5D31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A617-DFBD-84E8-EB85-E6162123B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B174850-05AA-32DF-2D22-B79308832DE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70E64-FF0B-0A90-9C2B-11549B78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81474-507B-6339-C8AE-B7DBA7682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9A1987-D33D-7949-72A8-6B1FB6985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37A28D-9084-0996-7A5A-8C7BAEE77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9212A-094E-D4F2-B279-B78EEC40BDDB}"/>
              </a:ext>
            </a:extLst>
          </p:cNvPr>
          <p:cNvSpPr/>
          <p:nvPr/>
        </p:nvSpPr>
        <p:spPr>
          <a:xfrm>
            <a:off x="2529584" y="3544585"/>
            <a:ext cx="2042416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62779B-5013-04FA-83F1-B49B88B754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43" y="1456609"/>
            <a:ext cx="6003903" cy="50664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56738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4BC55-4F6A-FD1A-0341-A618EB8F9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B57FB4DF-E5F0-BAED-2A71-753050DC3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DDDA4A-4C22-EA61-5DFE-D3F012C92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BE26FFF-33C0-DC1D-8872-7E7B1DA395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467B05B-849B-7827-05D7-25C8A0A7493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7892F6-1FBD-DEC5-E928-0F7687DB35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7E0EF5-40E8-70CC-EAE3-9F034EC7EFB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0AA087E-066F-706A-0E64-CFD2A500F03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5683622-5BD0-80B7-B4DB-637CE1875A7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45E6360-83BF-C02C-5BF5-8741752B5BE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A0E757-0383-5710-57E1-BC72E0596D8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399E813-A387-1293-FD49-163A9A6AE3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580496-9E8D-9265-7D17-525127332FB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9C6C11-388C-8D18-DB9E-38B89F37424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46CCC1-C25D-90DB-3697-3D12BD35A0B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DD34FE-45A4-0CD0-E827-6C2FB04343D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684DE98-0C3A-2366-BFB1-C19DE8EEBDC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5913BBF-5049-3755-A208-3F6D9C50927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96DB9C-1454-0179-161A-F8AA588F89F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5330803-AC16-7D5F-F717-102ED7B83F2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DEEDE0-218F-0329-CE88-64E0605F48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82B85AB-F9CE-999B-A67E-F1AB00510F00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79085-A0ED-EC66-6A03-F81A8A49796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C5F685D-AE13-746F-95DF-2C483EDC3B4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812AB7B-40A0-9293-07C7-0C30B33EB4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9468509-95B9-B33E-3613-E70B3AC98B7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630CDC8-FE9B-CA6C-1CB0-1571D1B50D8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07F928-165A-4DBA-2674-B324C2B5482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0420A-3014-906D-0EFF-B9C2E96B031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2DD94F-09A2-C6E1-1AAE-68F6D1C2E6C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B793A4-A2D3-6D25-3D48-FA6E8B79B35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0B6D98-47A9-57CF-8E0C-3517287D035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B7C3EC-56CD-7255-1F41-19DC7CC505B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BC5E7D5-FFDC-02B2-E187-AF7198A6219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2F5D1A-0C57-CA78-875F-B5E60E049B8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0C3276-CBE2-674F-1517-AB250BD19FB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D9DCFD-4603-62FA-0543-E065CF9F7BC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9AFBBF-B84B-2C20-1D9E-57487DFBBC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F31AE1-6BF8-EFD4-3428-2E3994AFC03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4DC7897-7315-DF9C-8FDD-07660BAEF06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2FE2CE-E7D4-D88A-34A8-665398F5539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BF125E-D6E4-EBE2-6173-008D26F20616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DF72A5-936D-A5AC-ADD8-0A5658A9D6EF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C4257DA-3637-2106-6788-37DC32E729A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0591F3C-C44F-6C2E-4742-549B49982336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4D6B34-E70A-7121-E481-0A494819C7D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C0D7D6D-0711-D580-A8D0-596B5A0B2720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6675E9-D6D5-AFD5-272F-A5B77350059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D0E234-FC1D-B12C-0DAD-03FC4A31A8A0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3D96092-6288-81D3-64E7-1A0EF57A40BE}"/>
              </a:ext>
            </a:extLst>
          </p:cNvPr>
          <p:cNvSpPr/>
          <p:nvPr/>
        </p:nvSpPr>
        <p:spPr>
          <a:xfrm>
            <a:off x="3783806" y="2332098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8249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E55BB-77A2-A0E4-DA15-489AFC90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298F5-033A-738F-41DB-42C92401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E7FBA1-668A-0846-F881-0EFB13DB4A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95FCB-F5A2-7C17-47CC-375D37D17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E4F5B0-0BB7-2750-8557-EF228B841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DA7CE4C-D84C-A0F0-5447-763425F5F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0F62E8-11C3-62A6-1BAD-7D5F6D3504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3CE018-7B50-D644-AA76-F34739037CEB}"/>
              </a:ext>
            </a:extLst>
          </p:cNvPr>
          <p:cNvSpPr/>
          <p:nvPr/>
        </p:nvSpPr>
        <p:spPr>
          <a:xfrm>
            <a:off x="2545773" y="3544585"/>
            <a:ext cx="2026227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CA2D5F-9851-101E-69BC-275B6F94B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2178" y="2812652"/>
            <a:ext cx="6485897" cy="26326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9397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4466-A8F2-62B6-0622-1C776B94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734406F-9CE0-806B-97A7-44565BCCB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D4B073-25BF-BFB8-FBCF-12CEA1A62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D9FF9B1-5837-6C46-3755-82E46D1656F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2160759-B102-717F-8EF7-335C48AD18C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AD983BE-E212-DB0F-2AB9-108906327F4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0B0B489-E234-769B-AD90-4328A4B22CA1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E0FB4A7-2136-54B5-DA44-4B60361A62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2C485E0-78EA-4EA6-7F5D-99528C44A62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4FFE14B-2D13-5D50-D5D2-1F27FCA54C11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5336893-376D-E92E-5406-3B11F531CBD3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5EE23C2-4CDE-B16E-EBF5-688BA0B2C56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DF03C87-5F66-FEC5-A0FA-EA6C8FE14AF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B3EA19-02B1-188A-926B-E879E15E51B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2B014D1-249B-3A69-A611-32AE613D33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DEEE79-2576-5E75-7E64-8B62617E129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605144-B851-3DFA-AF37-F7E972D2542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AA31E69-04DE-FE24-E518-2C7E0C4BB4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DA8465-9999-2587-4F49-67DFE5FE180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16A73C8-C2C3-0F71-E6D2-973830E1A17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EEC35D7-32FB-87F1-2102-1EB3DE52D0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1FF6DA5-3588-BC61-F09C-09359659153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9A7ED4-1E11-04D9-320F-7A5400A2ECC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A56F12B-CBA3-88F3-8FD4-F0908520C4A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8865C77-9EEC-9DA9-6C9B-F17970702A39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7C71F3A-EF8A-74C4-A95B-AFADE9B0ED6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61A3E15-E85B-5D40-268C-C900ED087AB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7A05B59-E158-DEEC-F3FD-AEE22FA9C9A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30A1885-A4B3-C62A-E4E5-EF706B00A52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6B400C-422C-4CFA-9C3A-4AB83D0AE28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A3A95E-F689-3199-D0CB-CBE859DA6EEF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4C813F-A00F-CA2A-2FD9-2C31EDA435A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4D55E33-4D0E-D967-168A-217A2D59B98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07B8EDC-707E-C09C-69E8-48CD7B88CCF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1244579-5B11-240F-8042-D043E11FD1A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E6F3F6-3178-A714-C4AE-1A8CA6B7EB4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70A74F4-AD9C-F2A1-2AF3-8D822A72BEF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1D6DB9F-B03F-75E4-3DB3-0A95AD46DD3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D68D70-BA08-EFAF-398F-D3DAC8B407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D34332-24FE-C3F5-DB6C-626C57AAD5D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A130D0-43AA-EA6B-05D0-0915367C676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8C358E9-A462-DCD2-5C8A-AA99BC2DF8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2B4F10-5471-46AD-88F0-E35994770B9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DEE3AB6-5059-F32C-1832-EA038DD54131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D4A8E6-907D-F693-2D3A-DF36078789A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9C97D44-67BB-A57E-1612-7925E374460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699293-5644-0B42-4D24-3532280096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4E801BF-4C91-2D77-DC81-8B73CF40598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D9C62F-42B4-F273-222A-6A9792D0174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088D49-C82A-70B2-551F-94AD9E530BBA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9AF6A44-CFBB-9DC9-AB06-857875620862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1D2278-C6F6-13D5-48A3-08C6A71C7A9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F4FC40-EFC0-7F61-E536-E450C1C8C4E8}"/>
              </a:ext>
            </a:extLst>
          </p:cNvPr>
          <p:cNvSpPr/>
          <p:nvPr/>
        </p:nvSpPr>
        <p:spPr>
          <a:xfrm>
            <a:off x="3773534" y="234273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18AC611-D58F-4650-5DBF-88FF6495449F}"/>
              </a:ext>
            </a:extLst>
          </p:cNvPr>
          <p:cNvSpPr/>
          <p:nvPr/>
        </p:nvSpPr>
        <p:spPr>
          <a:xfrm>
            <a:off x="5829697" y="2580482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140A-B29C-24FB-3777-31824B72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88C28-6B2A-64C1-7314-71D94861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B3F2E-52AE-3760-56B5-941637EC849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8E3E3-F828-C5BE-730D-B7CC50412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1E9C02-85E0-C02F-8A0F-C81759D1B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16468B-4616-F6D5-15BD-02C265D2A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1EE0B8-D714-F58F-D560-D0FD9B7C3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30CF2E-1893-9BF2-8CC3-F483F6FB00B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6D2EFE-F3B4-8CE6-FBC3-24AEB47A0D0A}"/>
              </a:ext>
            </a:extLst>
          </p:cNvPr>
          <p:cNvSpPr/>
          <p:nvPr/>
        </p:nvSpPr>
        <p:spPr>
          <a:xfrm>
            <a:off x="611241" y="4700918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A4A5A4-8B90-5741-6427-BF7A039E9C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3248" y="2489899"/>
            <a:ext cx="6967511" cy="3731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892173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BD28-EEA2-3436-35A5-70F28771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92B074F-8C7C-B69E-3E97-B52708957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E25C656-295E-EDB3-AF46-5E3DF2E0F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6CDD1B-35A2-F0E8-9DC7-C0DB14DDD80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08E8C4A-10DF-8DC9-F7C7-2AB108BF7D8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A8CCF8-1D57-5C1B-5019-C00C63CC7BB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73AC12-ED57-8960-1F5B-5284C65F91C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04A3CCD-A5FA-021E-B75B-FFC144FA30D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B29535B-D6D9-CC21-B2E2-47F028FC71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30A08CC-73A9-8EC7-B43A-0B29E89C48A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9BE408-99B7-D07F-0D7E-55CE4FD0B8A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C4E5352-8FBC-E9DA-9079-A37A6CAEB719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C5783C-7584-C6BA-4189-10CB0A3D038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119FDC3-0A44-615B-2BDE-8434C7B822E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4FC72E5-469F-D929-8CB1-3E31B9E6B1A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924EC10-6272-7EB4-8DFA-097568FA2B25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47E5AC4-6F86-005E-6577-17DBE8EE85A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9867AC-0880-C17A-B905-2A7E5180C50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3043A-D1F3-FB59-DCD7-7C3A2262ABD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F441B67-C0DE-8255-27F8-9577FFC7694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2E9F15-E8C1-B311-DC1F-6BAA4DE7D81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7454C77-F7AE-3817-AA8B-1D450998DB46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E089959-4161-11D1-4732-8770F3FDA1A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3E7592C-EDCD-8FAC-79E2-464FA3B2808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EEAED6A-D3D1-57E8-CCEB-DF39001848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4B459F1-DF6C-666B-5603-DD46B2516CC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966FD8-070F-4E21-6C81-73AAD1BCB57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D8BB4FA-AEFE-6D76-7FFF-505B7F5C9C4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4605BE8-E8C0-5FBB-0199-C593334CB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1A1F32-D812-7771-F391-C9B99606933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FA7850-4D11-A5C4-2B9B-46AD565ABA2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B01031-13F5-ABF0-B330-8F99A0D17C0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869AC6-2FB7-8BA4-BF9F-A7DCB9EF506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F9643C-5C9A-0024-B0F7-CEB70DF537E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EB42873-CA8E-85D5-B96D-FE0A7E94C3E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218FFB-9F56-9093-CC65-C5A850BDD8A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D65A08-3275-D670-76C2-6D20759910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DDC0BF2-70B3-94F8-962C-BD45A3EB7E0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9B39FC6-6A46-AC6A-B74A-045BF64099D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D8CE8F8-FA11-984C-F43C-CC030668524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E04E8C3-80F1-A1D7-3CB3-AFA8015338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D3FE3C-82D9-0474-8100-251F8661DC9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40F20-23A3-144D-8253-1E788C8FFD5B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B968686-AAC1-CBBA-8B9D-37739A1D645D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025297-3A28-7871-A07E-E7B0A8741CE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0898B68-F8C3-1B29-D22E-378F8D41D88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C832D3-0A5A-16C4-FE6E-7EF2BDC63EE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46CE61-B282-F821-2C29-AE137E558C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DD9F474-4471-5549-4FD0-D05B623C7EC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AED1D7-B853-9971-ED41-8200BBA8D183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BCC290F-54B6-1108-BFC2-4C6782F8D15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76C2BB2-3518-3A41-33B3-B48D5F7B5A9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F3419D-3C7A-84D4-B36C-C3D4F238F6C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AB5CD39-2CF4-1DF0-E3A6-EBC187E8DCD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D461E49-1890-3781-4E2C-56B538B309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0C7CFE8-741F-52CF-18DA-8B09103E47C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3124C9-968A-812B-F179-B3706661CD02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49B3D96-6186-BED9-30E8-BFC0096C40A1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E45BB7F-69E7-5EDC-2322-A07BC309345E}"/>
              </a:ext>
            </a:extLst>
          </p:cNvPr>
          <p:cNvCxnSpPr>
            <a:cxnSpLocks/>
            <a:stCxn id="51" idx="3"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5F3B6D70-7567-C02C-00D4-B62FBF75CA7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52591A3-CCE7-354F-29AB-6CB99D4EBC6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989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4F726-8C00-14F9-9DE0-6B992603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53A2B-3303-40D1-E74B-779083869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BAD2B2-1291-06BB-0694-73E4D1522FB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97C98F-19C3-DB36-9F6D-91FDEB45B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47C8D-51C5-6597-3146-971C6F271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7AED97-2A1E-5BCD-3DAC-B084749C6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4BEFD-A24B-DD33-0BCE-552C6F15A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296922-CA1B-83FB-3585-25B01B222301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080846-0CBE-3257-FEA0-DCAB6B86BD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72" y="2239266"/>
            <a:ext cx="6069662" cy="35964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222566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0E3F-34CA-3A77-18D8-7B7ECC0D4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B07C3A6-5FDD-8751-CBBD-89AAF04DB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FB0E6DE-852E-68EA-748B-A1101EB00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84E742E-01F7-2C8D-091D-789D18B0126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E99FBB-8BC2-1FC6-E8B2-EBD6A49D760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FABFB2-EF41-218D-C131-02ABBFB7EF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A960C1-042C-B8FA-9AFC-E2AB3D88107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301896A-6F97-8333-6B66-4C23371696D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92B21D7-AB07-99FA-433A-DE65D885034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F87FBF1-FFFB-3D37-3567-92A7F634C08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0AB7B97-C7FD-4AF5-40F7-5280FC9BD8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BFE4724-4F97-7C9D-DDAE-04C535ECE8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0CA9D62-5999-EA5D-0BD7-FFBA610F2B4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33D101D-2097-0397-9324-2ADD71F62DF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F67F349-DEA4-7CF0-36E7-A6D4B5296B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C247102-9513-5C2F-5C9F-580BD903A07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0A5ED-C3C4-8440-E50E-C87E3CA2F9F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2996DD-640F-161B-6F63-68E875398F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4E8E3E0-764D-BC81-40B8-2926D16562A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329859E-E565-EDA5-9DB6-A4C15F13C2A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BA36448-8156-7284-F2B9-E25090E4545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0E1D2C5-E66A-6189-D432-1C524EF6297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A04B2DF-8EAB-A4AE-84C0-883CA16890DF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9C8BE34-3C48-2458-D41D-B2E0114EF2B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E711306-63EE-8B49-F51F-521BF04BC01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1A648D2-C3DB-4E68-C4D3-A4094AD121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5A2E29B-678B-9E45-235E-7FBF850F48D1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633B601-434A-FB03-2463-27172313C29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B61553-55FD-4CE8-2133-97BB1C69BF64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D82B7A-E02F-F233-B444-CF1FCFC9D893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C318EA-D485-49B4-74F4-2F2C6D16E1C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49EA70A-AD6D-CBB2-CD60-B616C401DC8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1790D9-D7D9-4788-287B-5E82DEDBB8F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2926A-3109-37E0-1BFC-439A643A552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210AC4-3BAF-F01C-96A2-1AC44EDE6B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D70980-E76C-9B1E-47A4-4B301F7192D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5459989-F519-5F41-F8C1-C179572356D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280E92-11C3-E34B-EA37-6461A0409F1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9A994BA-720B-87E0-9E29-DD94CC0A865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4CBBF2-3476-C1E4-0466-49BFB68F52F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40F243-D0DD-C4E4-22CA-68C7228EF58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D84281-596D-6DE8-8C1E-D429C4A100E4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603FC41-F11B-6F84-FADC-80459807757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36D2D1-640B-99D4-15B1-E8270393F83B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FA2D0AE-7BF2-4665-9F37-7AB47B026C1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764BED15-0934-E45F-EFC1-5B820EDE4B4C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558252-6E70-40B4-B341-AF5BA06F2C6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D61CA93-F314-98E6-9435-E7DE600A62BA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6C959F-DD69-ECD2-F357-E569CFF26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D05C63A-8DF7-F65D-6B69-B0601E831ED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60A7426-F867-5C0A-0AFD-1220BC7A2EE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D21BAE1-5B7D-A8D3-F512-16752D0AF8C3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39B544-8A6F-DA4D-9FF0-5BB72FADC65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C73A0FA1-F17D-404C-C34B-6D5A831553F8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16BCE8D-CA6B-FED1-F760-E5A612F6EEC6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3FAED92-E513-7D51-C7B2-095CBE71F778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30E9D4-9654-8341-6745-D2DE84EE3A2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700AC87-546A-A77C-9BB2-A0C8A2827194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116AC7-4A4C-A73B-6BFE-57A94776FA1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95D9B2-99ED-30EF-C86B-6E9FB1C291C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621C51B-E34B-1647-3B02-030B5DB400B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B651B99-7073-E596-B50B-FAA1DE76B4F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F0AD61E-3B91-C82A-4A0A-8515169283A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BB3A69-4890-9D2A-9CDE-1056119A08B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D408E-A1BB-05A2-1E90-3F9D889C2B0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E482C2D-FE94-DDC5-0AE6-57FCB5EB067C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934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2D9A9-304A-B4A1-5462-145CD626E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181A-0570-8EF9-87E4-DD8547B01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F3EFDF-F619-6394-16BB-F5FD0B4D0CA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44E47-5BD3-9739-7FA3-56C488998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910C4E-6ACC-451F-A975-661D67101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BF8DE4-8D41-32E1-EC52-4AEC740E7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EBE445-017D-1C6F-B9D2-0128E4028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758B98-19EA-509F-8B0B-BBF9C8A86F7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F8E581-607E-5185-450B-F65F09C0D2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1909" y="2002718"/>
            <a:ext cx="5905826" cy="401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847198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17944-4949-A235-DCBE-7AE8852B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8B65BA5-7CFB-3155-DA70-E2244E4F7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6CDC1D7-6C04-5778-F678-4272E0B8C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4A5A5B4-B2D7-D91D-6246-0815473340D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B9E1EC-C841-A788-99B3-800313EC75C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7D3AA4-77F0-F878-7F22-41B4C2803E3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0EC66E1-5ED8-D45B-FF0E-7EF7B235FA3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CF1EF61-A7C3-00BD-3C82-52DC80DBB0A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88E900-E4F3-5B46-B610-1557EDA8B56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2F968-BFD1-6B3B-082C-0729A3338FA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6BC3FB9-94F0-3604-568F-9D112624189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B394B62-2487-C922-2C84-847368A503E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813623A-DBB5-186C-44D2-C711391E556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E612DC8-FF3B-3CBB-FF74-7D4D5B79F32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3CCCE7-5930-317E-B097-F3F0A0F4353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B6022AF-170B-7AC9-22DB-422D8E213B0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2BD0048-81CA-42A0-F2C5-42ECD50BAB7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278146D-21A1-5541-8675-88C8ACDD5EF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C25681E-1024-F16F-AA9B-4E8FFDBAD17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57EAA39-201A-F6E5-1E89-B1B0896B9F6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003A17D-E07E-475E-7C05-5B0BB213808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61EF4DB-C7DE-F6B4-6C89-4A9B130B4D7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EB79121-74E0-4C08-E13E-80A17EC87D4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147116F-82C4-85A0-D403-64A8CD13E37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96BBEBA-66BE-A515-546A-F2A5329C9FE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128B64E-B2CE-D596-8B15-619234B46C2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6862450-BF95-0326-EC71-61A47D2670C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3047747-6A0C-9685-7FD3-70BF21C8EE4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740A6A-DE9F-1BBB-E72A-EB9608C3CEA8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46F49DF-C8BE-89C6-8FED-6998C861B04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562781-F55C-0D9D-3993-6C161F7BDEA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EA9972-457C-F6E8-4992-4930C65A1A7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658E1A-628C-26F4-B981-001A23C5F4A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E7E223-8CE3-27B3-2D36-2DA2567B251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0A83B9-96AE-4ED5-2DCC-1656F63BC9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E4504D-C08E-AFCC-2B9E-F3860D3995A7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A39DE6D-3C2F-C1AA-9749-826FC5BC756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94316E8-A9F3-3E9C-8A2C-4E2FE0F9417F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F86546-1D47-D164-B120-99B50290972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4C0DEF-38A3-33A0-7CD0-5BBCF0B93D2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2ADBF4-3938-CC55-79CA-7D53CFCB0734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C09015-EDBD-AA02-8800-FA22EDF0F65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3794203-F012-1959-ABAC-FC1AEA53160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6DDD4E-5750-72CB-7586-112A416BC4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EA43E5-07A2-128A-2E56-328290F9342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32A4058-4D42-38BB-B339-FC30F14CA39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6009DFC-A81A-161C-8A60-B3571D435EE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FEACEFA-093B-51A2-384E-91AC320CAA3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29FE44B-8644-7FF0-481B-43988A71AE88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040D12-531D-F969-CD2E-3B0F8124AA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608735A-5C7D-3CCA-EC83-528252428E6A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70FA3B2-6FEF-E3E3-5842-9682D91BA407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F1F6B7-1181-C9D9-294A-F03D1D50C59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70E31B6-18D0-BBC4-68DB-12851DFF4FD5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7B413EC-6140-40B3-830D-B1828D855C5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DC5D836-015A-00B5-4EB5-B3BA1DA2A8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48800F4-66B4-62E8-3553-89311BA21D99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BE8BE08-EF07-0E3A-CD59-699730F91356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4D50B13-8A56-AF60-096A-914C34084FE2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9D86D1E-155B-F67A-FDDD-4A42328C356A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276BC5B-A27E-30AF-1480-4C7F9F048BC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7042322-411C-F279-8C64-5BD67880844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6B12B5F-F51A-55C8-BF74-EC1A37467DD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781875-1688-A82E-70FA-CB34F8A21A7C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4CE1D2F1-D005-FD4D-040F-69FDD6A61B7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06064C3-90C7-9BD8-123B-A3A9E34C642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BC910D5-AA20-E4E4-9936-F9346A89B9DE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C5A7F2D-6D1E-8F74-5500-D9DAF58160E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2781F70-5938-2214-F952-5A32E7908FE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E93447E-9A78-616B-6B11-22DC5C0FF96A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10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7A40-B100-A306-B6C5-F3006F95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0990D-26CB-19F3-E6C3-0B26275C9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39BE709-B2AC-11C2-259E-24497B4AB66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36FB81-C0D4-2B70-E189-8AC0CB75D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6AA263-C8CB-F3A1-D242-C358BC649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1AE20F-2FEA-AADF-FEB6-1CF7472D9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46DC21-0389-07EE-B1F2-A6B84BA73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C6A35B-B852-3A44-D803-F6A4803C567B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EF0A4D-BD3E-22F4-98D0-D5D1D7141E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98030"/>
            <a:ext cx="7225966" cy="30127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365154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72A3-5746-D425-B323-955CE777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332A4DA-BC8F-2CE1-BE57-9D74E713C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C48F37B-C534-6088-FF4F-CF4D14AD9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E3232DD2-F3B7-659E-86E5-F45C742434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9E5BD47-664F-B051-62BF-A70875F7F407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3E0859-18BA-C614-68C1-4BA426B04D6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93B50C-AF61-0B8B-DD5C-99EBC94DCE2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C803BF4-B137-8661-2AAD-128BB1F728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350C80-FACB-05C3-CF9D-10F44B2DC9F0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96D4AC6-3B3C-30DC-FE10-6B91D894F08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9EF420-931F-52E7-F521-A3A21FB5474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9F6779D-4551-8711-FFAC-D37BF7AB662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FC035EE-2717-FB1D-85FF-8D46A19E15B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6103E00-EDE1-454C-92AB-D2166C396A6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87135FD-0B82-BC52-0CCC-139427479437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B808207-D789-E2E8-602F-F2F79937826D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5157E26-0160-8828-4A25-4CAC5335E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30F05DF-D44B-A46F-5A6B-756DD516F0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120D732-5605-FE01-FD4F-864C2BCD578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A291474-14B5-0244-AAFB-B0AE28A9DB7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5EC7ADB-9D44-9C00-4B37-D4E14F540A2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CB23979-4B23-8639-7B58-DEE9F6EB891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3EE58B3-7444-66B6-FC28-A8ABC4FAFE13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CD8B8B5-6E6A-8349-20C2-E8041E904AC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8195B7C-6A2D-AAD3-AAE3-F9E3EB7AE341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FC1189F-BE3F-41A3-5F9E-D8DED55FE48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1BF7913-2272-3208-0667-09679E47F279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A4ED835-A043-FA82-5DE6-5183A242F1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B47C66-BD4A-D57C-AE72-DB71FED5D812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F420B3-C2D2-D4D0-484D-3ECF791A43F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BCCB29-9763-556E-CBB6-D1C60C3B34A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ED94F10-1539-00C6-C937-134DFA00ED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481E78-184E-E3F8-08A9-C12EC0F5CAE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6CC8A-D828-BDE8-F4D8-507AE1F0C2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D759BB0-3B9C-9CE3-84F9-50AE33C9F2E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28EE55-8D70-BC5D-31C6-0042FB444A92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0970AB-F74F-D883-BF9E-B93E8F11FBA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ADEF5C-6D90-DD6E-90AD-53E62264E0A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98DB4D6-5E63-9CA7-52CA-89B0E9755BC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4C86F0-8C7E-F6D0-D1B1-5A6F441A7D6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7066BA9-C1AD-CB7E-B53A-26C75C257B9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63CA986-D4A5-A6D7-6A62-7A58A88B371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CB8C44-4DA1-8E8B-52C3-7BBD08963AA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35DFEC-E2A9-20B7-5440-64B7640DC2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68AFEE-1DD5-7F80-6F2B-46A3D95FF042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63EBDA1-A775-222A-89E1-81BA0E5E81A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D80723E-D25F-9AE5-FE89-FD61CB226BD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CD4111-9F5E-0A63-8A84-289EB9723F75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77BBE15-CBAC-6C8E-ECC9-8A3ADCB76B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FAB8F2A-DC90-50B9-CC2F-E09BC844228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116F4F6-9A8D-3761-9454-A56954D307E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40AFE7-E7A1-4176-9E79-2432FA56B2F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C421FE-6EF0-24B3-E26E-B0EBCEFBA056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DC7CA-33C9-2EEC-DEEF-F7B85764E47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F9A0D40-C96D-4245-92A4-6E601F48728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B0DE349-6FBF-EE49-EC22-64D0E168EDD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1E1993-9CB6-B150-6CB1-6B2FEA9F31D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29B9129-E3F9-FE63-4F59-33D57C305477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C2F789C-894A-BDB3-4836-49233EF14D7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0BBE10-AA5B-F695-B95C-4907D4C5937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0826C70-FE5A-9B8A-A3D6-8BA3EC68CD3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C2BC04-DAFB-AE32-A928-BC833D077C99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1632C5C-5479-C5B5-8A2F-26F88118FC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DFB49E9-4E62-A1C6-BDA3-570DECC59965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E23A2B6-AAAC-ED60-46AA-8E709996AEA0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0427F84-E7A1-58D0-8D0D-BCB10FF511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ABB2293-A955-E75E-9833-A55E8EC2A9D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3CDE01F-675D-D3FA-F52C-9B162E82FB3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D528136-E15A-40C0-FB99-FA6DEF42A73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E3FBDC8-F736-519F-8B7D-9D74924ED689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22ED574-0360-DEB0-6FA9-912134DE035C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8C919C2-DC19-6C2D-2375-6DD94D169883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BF594D-20F0-F8B7-9DE5-6FE971E76E01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E0EA84-8986-4934-6AA2-AA9CDF5AFF40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925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9DEA-B33D-8E29-CD8B-1ED86121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F11D-4581-9F2B-DA31-E105D12FA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D20E52-003A-B3D2-78E5-F0725F768B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1D3A9-6C6E-A205-4308-B4347AC1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9EF66A-E719-3CDC-5126-F72ABDAF6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36DE1E-3D16-8C2E-5B4D-D3B37DC4F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EA1E5-AFE1-0612-C829-8CC600815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B932505-DA66-361A-BC25-7B3FFE13D454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45538E-F16A-8D76-F3AC-8524DB4E5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493" y="2130106"/>
            <a:ext cx="6479975" cy="35823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450090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66ED0-1377-019E-8BA5-C5CAEF744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65A207B-E5CA-B3F6-8E38-0FD2F1A2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79CB427-F999-A5F6-105E-84ED55D90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DD798B2-4333-AE4E-68A7-881CF2282B8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898ECBE-FDB1-FC42-0D87-FD9C9F9AE8D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9750F7-58AC-03DC-6891-3FAEDEC9DC5D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79B01DF-C3B9-4326-2322-55A27D267C8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CB37905-1DD5-4FF6-7F6F-144D435C79B1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A12055B-602A-392D-996E-088E8ABC3AC1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2DD0DB-8BEF-0981-0636-88AE9A754BC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E2C3ACE-4F20-9346-EC62-19B40C4AD61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02188B8-5807-C62B-7344-F67169E0E74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177E28C-15A4-BD78-ACC3-F9475CD1928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F63BC24-5185-D64F-D09D-4BA775D716C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549A73C-374B-9321-2482-5DCE81AABD9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3C6C168-6468-58F6-17A8-AD249E5C398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3D89768-D341-D30F-3ACF-827067B4E5E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B2290C-6442-6578-7AA6-EDFF0F9663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D55B426-20A5-EC78-4EEA-440FE4237C2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A9D550D-53FF-F817-347A-C6F56ACE43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42886BF-8878-24A0-DF72-E82D8074721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124E178-7147-D613-5102-015A2CB3479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74FCC50-CA3E-5299-927A-BB3C6E5572E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BA36FD-C5C0-5184-427C-8F94B90E4CA7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D7BED10-80A6-5476-E56F-A2F2B118CAD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5C04EF6-5C92-7520-DFA2-00D5D0521EA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9F632AE-7E9A-47DC-9C67-2F632D3DED47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F4C5EED-277A-EADA-084E-B5ADD154998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BB1D01F-71B5-27B8-063B-9CA353A28EF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CEAE36-8181-FB6E-DB93-C7ADA089F90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32198F-8EBB-BF0D-C8E8-886E8911CE5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5DAD1D-99AD-FB84-516A-8B86E734626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5A4EE4-2364-7789-DE08-50544091701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ACB743-C5F3-2D9C-9155-E46F7AF60273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E02D46-201C-AE19-B03D-6AB67ED33226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96E7E7-8351-38E2-9540-6D0C501DA16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590F613-4F26-7588-B90B-106F8228C38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BE5B62E-C519-06F5-EB9F-DA216AB2DA0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0631B07-83AE-9018-C054-F42DF8F6FFB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06238A-E164-3D08-D014-7ACC1978244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1ABBC85-EBE9-D573-4903-37B0E36A4BA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C0BF9B-7DCD-22D4-8265-DD1375960BC9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5DA44DE-2D53-F30C-CD7B-93AE0D02C3B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174F21-0BC6-F5C7-E198-B9AADE839B63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DDF85C-EB29-E874-D9E9-80F1861D60A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0167184-F2CC-51DA-4204-165DD5620D08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5D4E7EB-265D-D486-E7F6-67B48746322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10B0EC8-13C8-FA81-3BDF-E78588B6DCC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655B2D-14BA-67D9-A250-52E47A87753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43F318-4A06-BF4D-827F-3ADD0F7C9CE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6DC4F7-7B5A-93D5-830F-8DF786AF78B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672FD64-FE52-2512-55ED-5295A4B2BBB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A67B696-55B7-FEDC-E066-3B9AC7C82FB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935FA3C-7ABA-29AB-A472-1FFF1AA4CF6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0383462-6E5D-E265-DF7A-0BC560E4A6CB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17993201-041D-F0B6-7AF9-796F1BFE29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AE36D54-6449-E8F0-1A21-F85B8E9EA67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1484E7B-1505-CC4D-77AF-E5852838F8F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DBF91B-473C-3870-0221-F048E695595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68516DE-F092-23F6-558F-381721F56D2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880816C-B9E0-F97E-E868-21E2F744B51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1E1A1AD-8B00-CD0E-DCD7-91086BC555E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722D0B2-4186-8643-57D5-5851A7DCEF0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459D5C1-EA15-61ED-DE91-49B33AE55589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1F7E3F7-6DCF-7548-F28D-2D8769BCD4FD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BC497DD-600A-9F55-F0F6-2926F122471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79E245C-D33A-1227-F9F9-BE83E3B4C47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D98593B-53B4-684D-64D5-39234CA2649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AD63D8-0AAD-A014-6214-9C692AD9D54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CB422A-37DB-E982-0747-FFFECF3B166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DCEC4E-8462-4A4F-CF6D-AB2D2935D3E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B3253DA-E7D5-0633-AD00-FBAAB0CC33C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F867801-EAA1-1616-609C-CD880F0FE03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074ADA-A791-0B71-9FA9-65FD878E247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EB65CD-6852-2C36-9D1B-28A27A1F10B2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87FB01E-C26A-C6F6-CF87-3D0AB11CC41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A2DE256-BE07-541A-0E20-02F42877BE72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8778322-C2B9-6C03-5914-839990B17599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3044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5274-13D5-BE6E-9E81-225D4B746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76089-E5E0-29B0-07A1-71786817A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347708-E102-4F76-8C75-31872E8FED4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4C5AB2-8FDC-9A3D-B8C1-2BEC97764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B96BE-6F17-AADD-C5B2-01E55358C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28CE663-B984-6599-1A46-611E27E09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BC10DE-6561-163F-FFD3-3D0D4AD036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B0CA02E-4F1F-2ADD-1541-153E1DC832F6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DA73E7-A41D-67BB-9F92-7FF6CC3BB9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8903" y="1606672"/>
            <a:ext cx="4241856" cy="48976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873771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1B5A-6B49-6BD0-44FB-2123B3F40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A1FFAFF-9D04-D2A6-9B39-3F9F21719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A914B21-3640-B717-911E-A1B7A0894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8674BB4-512D-1E42-27A3-27C909D9ED0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62D1FE4-4C43-1F9E-5A7E-C12CFA43B7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0C9F83-FA81-D920-9C1E-332249CC6E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22C2B2-7EDD-9AD3-B0BE-7ECF8CC396E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EB73AB5-175F-7122-0BC9-EC8507914863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FDA9D4-D1A6-7633-EF82-A835B678669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D7363F2-9EB7-3841-08D6-6C092E11D48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8ED35A6-CDD6-62C5-F40A-DAD8E214A68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41EA06-1319-E23A-A007-B420D28D37F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A03603-5E40-730D-1118-B8871F3FDEE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5B6ACD-9D11-DDCF-C6D4-92C5DF19EC0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C3A328-7B83-786B-E116-15F74B15BC4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5920733-8D61-B32A-2A1F-7E069A17861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573AF3-C7E8-9985-888B-444136A2F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F4BDCE-9FB3-113B-3934-07F1598F6FA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909D53A-702A-C6D6-CE1C-A8266309E0E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F0D915F-EEEA-3FB9-1A30-926EB4D65FC6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72B94-FF52-5CD4-A78D-6A400AA80F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E61C502-F55E-3998-EF17-ADFF3B71A4C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170973-B246-E594-A938-FFA15E746D9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2F9C914-3C98-5F0B-26B0-510C5BA80BAD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D1331DC-066D-FC78-34A2-E8B744D6C423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5850568-0751-BCF1-6B97-19C11F2BCE1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01E9F1D-305B-F024-AD93-93DAEDE1AAD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1B2032-1BE8-944B-C83F-6A3732C8DE0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2E070BD-EF11-AF25-8B10-9F63D18B21A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9350C1-304B-79BF-A472-FC1938BEDD4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157B6B-1C31-073F-A5DD-4ECD10B8063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CFF4C8-D67C-F54B-9981-0A4DF11F49B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FF9B3E1-0CF5-8233-4A27-B04418878AE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6ABAD3-62A7-6C98-508B-2ED4C654DA3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69C6AE-DAA4-5B41-5EAC-F54DAD2B1F2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2D9BB09-CB03-FBBC-0FB4-9CF864EEA57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72F7EE-5D9A-A41B-720E-48F93CEB775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F85BA6E-9DD5-B0CA-2E6D-BFD4413B6B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422481-E292-ED26-2205-B945434DD7E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A072E0B-F4B1-9EB3-E67B-B0CC73FD6033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22ABBC-15C0-7F23-BC42-D2E07B1F51D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01E333C-8B9A-21FB-6020-ABA9170C971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0E573D-CEE4-0250-5938-8E42F5B427D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E154C-CEF4-8BD5-FBF6-DC2C7F33BD0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383ADA6-F6E8-ACB7-A770-6CD2040F832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8C8B5DC-B243-5F08-830A-7A2E1B1E8B3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D8EA01D-8A39-CA8F-BA27-65B5FBF9332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F408CBF-6923-FBC3-3AE1-00AC2DFDE65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B9BA9E1-895C-23C1-5CF2-BB88325F929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F5945AE-211F-A49A-4F44-0AB121C3EF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8C58901-2F80-EE3C-4EC1-DA2543E8D6B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66BF78C-0C14-D5F0-8F29-A0EE5761AB3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3827321-6DB1-BC86-8DE6-71918237762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BB2B9D-F498-D6D8-4E7C-9B0EE39505A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1A996FB-AF6F-2D3B-87DE-31D16F4F734F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6959483-8016-C806-5A17-B078769791E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7E8BE3E-BED8-32FF-23EC-9FC0470B00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2ACB261-5BF4-35C2-BC1E-3AA56B08192E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FB009C5-479D-CD2B-B412-95F78608450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7D36561-3595-1FC7-45AE-31B78B60400C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1DA5C5A0-80A8-4A58-4E44-EEC02CA3892D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FD50DAF-E15E-E56A-452D-5D80880201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589FB99-F3BB-F206-2F6C-919B2A031470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1B5E38F-DA38-91DA-19A0-8C1EB7642A80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5208DACA-7BA3-7AFE-1B6E-988536061CF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3FEC453-51EA-61DB-4F90-D40CA4A4C76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4C5B59-E714-6FE7-0D38-EE0B1B08B080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DF7088C-8402-F421-DFEC-E580C19187D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FE65B6BC-447D-7875-0627-43DA0B65F3E4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EAAFD94-F51E-1C39-B093-3BD60EBA495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93CF92D-429A-9B4C-0519-6554C6C934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F6CDD29-4F19-FE6C-56BC-3456BF0A053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804FEFC-B990-DD43-EC8E-AC2310D08FB4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A406FC2-2CC4-76C7-AC32-760449CB16A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171C847-C212-637B-C2E8-84767A7F22EE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67450FC-3B07-4E5A-B28C-A6F911987B04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D99B32F-4A35-C526-0A67-1E467B77D946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E0E35C03-BDFD-922F-72E7-E13C9F787B0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2CDF1B-7B01-8E82-4510-34E2B9BC475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6455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769D-2C0A-8990-EEEC-BEDA86C40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52A27-AA41-C8A4-1B32-3F1F7F9F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9015D-C0A5-567C-4A87-9421CB9161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2258EF-A374-F32C-3078-92EBE53DD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64FD5E-06CE-5593-3C69-75D5A95E5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D3BA38-704A-A422-3033-2630AE046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D886E6-BDF3-1C81-6838-03595C055D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9C97BA-C34F-0931-9A8F-4424B69F4E03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43A0E1-3AE0-8FA7-1882-EDB9E81613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6239" y="2475816"/>
            <a:ext cx="7011378" cy="36581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2625323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0F94-D7F9-A763-6FC3-7B39EAB00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1C12BE2C-BEE2-E178-AD00-654F448FC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CCE7B3D-5E3B-4CDE-023A-A61151C91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C49BD73-C8E7-29DC-B7CB-A73373F8B03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F263E1-AC58-B506-222D-95FF10A0EB2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5EA720-DEF6-08A1-B7B1-D1090D6F0FA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5943D3-8213-2737-87B8-6F54F7512A6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57F75AD-8E3F-B621-56AB-6FFB0DE194E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8FAE3A-8CC8-7289-86AB-09BE42BDA2E4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01D7380-8250-8AA3-D348-E78530AB201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E39D754-E022-AE39-EABD-24D41AD789B9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C37ECE5-E22F-8917-20CE-BEDCB9C7CF6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969FB85-2E74-79CE-EDDC-690551A72E7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825C4DD-207A-87ED-4F62-558F62415CB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42300-9C9D-8327-E4A5-EE046827857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49179AA-E9D7-3B93-F992-22FA28B6223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4068-E153-BB3C-0958-48D45993513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E5E627-76A3-2157-8F34-2D17CFCAE37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237277E-6F4E-0556-AA15-AD7C2D09C31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97B5257-33AF-2476-2ED9-5D28112A778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D50EE42-ABEE-554A-307D-BECA16B526A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7AB6AFF-314D-77C3-DDE7-6BEEC47EEC4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8D0337-C3E2-F842-5E11-6F2258899494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1271556-6EDD-F92B-33E0-B41DD87FC12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4EC489-C1A9-34E4-0580-4DF1906B6F20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BA70B8F-2023-02C1-C176-7DD9D4918F13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49685E5-DC73-5724-8CF6-77DC25458DD6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AE02FF0-0811-C70E-6B49-972CF60BF53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29A92D8-06A6-D4B3-42ED-2A0D46AAC61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3E07A0-2D40-6498-A488-0B236ADEDE2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59CE2B-6436-E14C-B658-5253F1BFCC0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79FC06-4AFE-50C9-1C0A-9F79C259AB1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9ADD368-5604-B498-0FBA-AFABE2C23D1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F71742-BC4C-3493-38DA-9A3EB5C02EB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B38E77-0EA6-7C98-BF2A-8B79843A342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6A4A66-587A-3768-6A67-CBD1F0A03BA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E88BF3-504A-FC95-7F97-18CC17745B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76F411-10C9-08CB-520E-91C0AFE4A44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E4DC26-A06B-2744-34BD-4B458276861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B57778C-E112-E98A-B2CA-60AE0AE460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4543BB-5E77-10FD-4EEF-4B26636047D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FB3AA77-2247-4D12-1469-3980968F95C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E20749-2AAD-27AC-CFF4-EBE6B3986AB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239BD25-59C2-6345-233B-93854E6CDB4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C0A3E8A-D45A-554E-3040-FF6EED99662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2791FB3-F628-262A-0565-B808FF9674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31D0FF5-73F3-28C5-BB9E-C7983A748D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E499699-7EB6-D5F4-77C9-7768E5335A7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56DAA17-6BD4-3D8E-4961-4A61DDE5F5F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A590FF9-D663-326D-9E4F-A01740967A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28BA533-8843-F011-C39C-9D60E6788EBC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F43D3EA-CF00-A882-1983-CB2FE1BE36E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9A298BA-C66B-F879-BC5C-67E7C0967E4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1CADDC6-9176-0EEA-4E0F-90EF6A763C2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9EEA976-9F93-214D-4E47-B62A58348E8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D5FE953-887E-071C-0273-11DF6E6FE12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BBD38B7-0C33-E8E4-B764-C7442E77EB16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76DF073-67BB-5353-EB5C-58BA6307BAE0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15DA709-9CF3-1011-12A5-D02A6453AA8D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D65C1B5-4ED9-F12C-9CE6-E2617F68D8E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736B53E9-6F23-B004-A92D-334144CDA76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F42F8CE-8539-CEC7-050D-8956BB61D3E6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DEFD1C4-BB83-271E-87D9-407908CACFEC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D167B1-60EA-DDA8-7C5D-D992182287D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CF6FCC5-387B-FABD-E225-9FCC245D50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3E31F27-93EA-2046-C501-F6C972A6A04D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5C3ED2D-3BE9-FDE8-7097-330E9BFF019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5CAF731-74B0-8A1A-4F84-4B6A63D1E394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10FA75A-8BD5-C3E3-F395-791ED9D7AAA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694D110-CE0D-E1F0-479D-A4A0AA96D54A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4A8B8A7-3EB5-EEDD-DA05-C10AF664C074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3210AF9-1532-F158-8516-40EDCEAAD6C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152F052-ED09-17A3-DF80-242CBA6E804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D32EBA8-F2C3-131B-438C-C05E1F614A0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2D236E-A06F-B6C1-EF07-FC00029AB7C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36665CE-A97B-0C46-2F89-B981314D637F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B8C7114-5937-96BC-2A06-311595BE1BB0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DD4D54A-19F7-34F4-BF30-302A4646BBC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EEE92CB-1076-61A1-241E-280A3079E48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BCDD693-ED92-3BC2-7721-F2C7D348078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FB80D1D-4DEA-9B91-F473-77E972AA1925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4F83807-FB34-1171-06B5-B2E5359364FD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6A94998-2392-2560-EE02-1A8F9F43E6A9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39358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0F91-CF0D-5C0E-852F-433C53DB1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FECCF-101A-852E-8B33-F42711E2F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A8AF0CD-2037-107A-49C7-B2B3171BBAE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86241-5AF1-7EF8-119A-42DC84E4C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7D7092-B117-6326-FE9F-E571D1AA8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8204CD-B4F3-4535-499F-544AD7191E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6FFB54B-F8C4-EA07-B412-84AF8BC6F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EA61C4-1147-9857-1802-22A44DCF6A0C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979AC6-1EC8-29C6-2170-08C3C1606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065" y="2119846"/>
            <a:ext cx="6049156" cy="36542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2312800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CF29-BF10-8B0D-962F-702A5F720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B26D285-88BD-4C55-48A5-D04186DC4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BF4C8BB-E924-DF8B-DE04-5ACAB19F3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B18F7A6-5122-1526-F571-C75CCFFD190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AE5EE6-7EC7-AC9B-4670-D8921620EAE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78213D-C6AC-8009-D278-078FA3038F4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74A962-45C1-A166-36CC-0703D9BD56D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141233C-35C8-730C-3B18-C991C1B25FCE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284CE1-FD83-BB09-E16B-D7A7DA34C40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D93AA21-4212-4424-C378-FF080B3619E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76D3EC-CF43-9FBE-B77C-CED90E5DA86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A291EB5-8E11-11A5-815E-CCE1C64E332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B096495-44FF-0451-DA80-934D61EFAA1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5B6DA2C-7B3F-D219-EB45-34EDA7EA6D2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0DD29CF-2884-DEF7-027B-ECA8225B9AB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0962B21-D594-F009-F15D-F3F4C29972B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3DCD3FF-B299-252C-9CF2-EC8A5D42EFF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D57BEB0-7361-72AA-4A24-5120277F5F1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C196E36-9BD0-50E3-7CC7-205D9FC62FA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DBD8A5-9F1F-2B77-0E58-D4A92E77070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C749720-EF1C-B248-69BE-DCF20EBADFD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146DAC9-385C-3D76-FF4C-8D7A8E4B8E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7B5E221-5C38-5D54-1D76-BD61ABE0A9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C39C62-9724-9150-95A0-4E18BA71966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A296CBC-CDA2-DDBC-994D-505E660696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3E5D752-A45F-1C57-B660-76D3789C60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8BBE842-384C-7678-AE84-BE1DBA59DDD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EAA7764-C380-4E25-D5D8-83760D03D1F5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760F58B-F5DB-BB12-EC65-ECD28766E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86FBF3-4D4D-A266-3E2B-50E8683482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A1E919-9B8D-CF49-8037-D7E4E38AB63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7C8AB5-C2FF-2900-786A-B10632DBDB48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D379-2F66-38FD-034B-02AAA653D67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C2563D-82D7-FA45-3870-357974F7BF06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2EC45B-4C72-BEC4-87D5-F634A6BFC0C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186227-9A34-BA97-9F6D-AC64A98F16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1F3110D-27AA-1626-5179-E128F3241E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BBAB9D-0853-6D69-7866-90D32959B27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BE76AB-6305-DF28-8548-82554FF0AC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0422646-5D30-17C8-B76F-C5762B8D7DAB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0D8F2F5-0BE4-2AD5-784A-B84935FCBB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EA5E11-78B2-115A-1498-5E2F443EB4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D53447-9EA9-6B64-7438-7FF3FCDBA33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D372F8-044C-957F-980E-DB3145843E78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9EC3B2B-9FDF-3E2C-1E09-10F7924A97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E53440-F8FD-CFFC-AE00-51D457E3B26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9996-B52D-1CB8-64EE-1FA39908AC8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C5B2B21-9B43-CCA9-6164-EA3CA1B3662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B81DCFC-28A8-D2E4-0C83-0EBBBF084BB9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3ADF4EB-9367-C909-4423-03259A44E55A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601D8C1-5328-E47D-0BB2-ED4A1952874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26DBC87-8A5B-4E1F-0B4F-D36517C29A0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ED7A27-B4FF-AD40-9377-BA8D825EC0A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9296157-71A1-DB12-1AA1-4BEAF06EE78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F0768BD-20F5-B126-F832-73E0E6CC022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70FA11E-4C92-2FC6-F07D-E1656C21BC7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B6ECE91-DE87-8B1D-EF83-1076F865BE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1029376-E4EE-8DAD-451C-2AD249046C8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8E7AF80-BD81-93F9-03C7-48A61C2972D3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7879D2-C337-3D5F-DEAF-C8EE7D88B10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564674E-CFC2-D6AC-29DC-B15EE8A4A89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48FDD4-A5FC-3F62-D624-F47D95DCBF8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97F75C2-F411-BB3F-AF0F-721EDCFBF9E8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8E00DA-6992-2358-BB91-80FE3FD00FB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90EA062-5364-9AFD-20A2-4D522EF39BB9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A54CF07-230F-64E9-B186-9D720BC5748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1DF31-4DE1-5627-283B-BDA35B44502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AA8621D-4560-FC45-CDB4-4FE2DD10EBA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1C3FDCB-CDB1-B1A8-5E72-22FE2789CEC2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5757AA9-9D03-B024-E48A-5C0F1DC2D22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2E5B8F5-A4F7-6681-6195-28DFB36A568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BD4ADDD3-F1FA-8A13-624D-8709C8E9492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E30DECA-BE65-20C1-3F6A-FB5625F3CFA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2959C3E-5CFA-22C0-561C-AF1B0F1F0CD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F0B6901-8FDE-324D-90E5-2BD08901FD1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6B98639-86A3-9EBE-FD4A-57059DAF6E75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A5DF16-80D3-941A-4222-9315D1928EA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9C8A2B6-9BE6-257F-3DB0-FCAA35A85AF3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401558-A857-B51F-7DC6-DFA19BD5ADD7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0D6B21C-EAEA-5975-597D-8ACFA7A66CF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CE529AD-88BF-716C-681E-3A49FC91F7B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8807765-FCD6-5D3D-30EE-3E4DD2B71F08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7B25984-7A41-DBA9-A7B8-5C9098203610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77CD0CD-8598-2028-0AA5-342DD98C050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B04118E-E86C-0C72-5C2A-03E8D2580371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4747504-6177-9C49-57D8-38331405724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89DB5B2-6882-74DB-6495-1B45E88924A0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4828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E389-4B91-A6E7-6822-F84B470F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AF573-EA27-F1DB-C64D-E850F2CC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D51DC7E-312D-3490-6F9A-C9962B1323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2D55E-A3F0-ED38-3897-6A360FE5C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054740-924C-55D5-C091-3EBF36BCD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B15C65-2B03-7E5D-9622-689DE7C8E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DB1457-A0F0-FE22-8119-98324A2B6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AB8454E-CFD2-6D79-37ED-6999B24267CF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87CA40-C56A-A7E3-1E5F-CF07D4FEAE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2109" y="2002718"/>
            <a:ext cx="3712293" cy="4354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95A1BD-CD9D-5048-0635-D2F46DB739D8}"/>
              </a:ext>
            </a:extLst>
          </p:cNvPr>
          <p:cNvSpPr/>
          <p:nvPr/>
        </p:nvSpPr>
        <p:spPr>
          <a:xfrm>
            <a:off x="5902511" y="213234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84C5B0-32DE-4970-BBA5-B5A83DD9B6D3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8123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E93E-BA69-23F5-71D6-07551C65D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C03953E-1ADC-7B3F-B010-9D86D7CD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253BA1-C0F6-A4CA-3BE0-E168AD950F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0C49F2-D832-0CFB-0EA7-E03123901E1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50D907-9FF9-983C-36A9-A9786C1FF40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6DE7B7-8751-26F5-5574-C2B77F08ECF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DB8F20-0134-91C8-A8C6-CF0B1B87739E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25E2873-9A9D-334F-0D65-04223581A59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05817F2-5E7C-FEA7-06DE-AFED3171092B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E24B16D-29C0-D03D-B442-7149A99795C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876C88-AE6E-79EB-76F3-481DC558ACF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F2095E9-5324-2F52-7C7B-EBFC33CD503F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D7498EC-502B-2333-8F4B-1CDB74F3391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549664-CCAD-D491-0395-562EE2B7214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5E34779-DA2B-F13B-10F3-000A3ACBBDF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734965-238A-395C-1ABF-8CA504158BD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EB17F4D-1D15-D698-25F1-F29A0A80614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2726AE8-9F83-07A3-9408-A48CDD146A6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663F46-F3B3-B201-B839-81AAABDE2F1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337D849-DE41-D65B-BE2F-7D03A79847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C968CDE-2B99-5D73-1645-BC3E1792969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FA42636-4573-53F6-DD4A-B7777B835A04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79558A0-A198-6F08-F568-22F80577FB1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5BAFF4C-600A-5B83-45A2-8189B05D3DB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33343E3-E63C-0E5C-512F-1784F4375EE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8E1749F-75CB-C550-B139-B0A7757986F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D36A794-5BD1-1A74-BEAE-F6E63BD3BE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97522C7-7C87-0069-60B3-70FCE39189B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C596072-53B7-3EB8-A3CA-FDC93CDF7C3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FF1E9B-3D01-AED9-F7AA-053303715E9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CD1A42C-F245-F562-D6D9-2236EA685BE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A463D6-49F4-2364-8904-8A8D53129A0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8F3D89-579B-B780-F1D2-6016D00400E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072603-6031-EE0A-EC1D-50C7C4A4DF8B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9F7D38-917B-2EE8-AF7F-A5B0BF36F99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8C9211-5F04-3FD2-C32C-C1B90B1BA36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F0DC8D-BDB7-0EB1-42B3-1071A70D48E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B06D74-E053-1544-66EE-0BB070FF619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64630-5EBE-EE47-2D7B-A146B2D4E62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BC6CE9-EBEE-AAA4-7C27-29C003A1B26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817A975-734B-F990-B733-8A0801EBA5C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6ED7B4-FABD-AD6A-2C66-2931EEB29DA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5407B5-D23C-6584-1C72-7E33EA93F1C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57A0F1-7794-9320-3121-8275DFB91E6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960C23D-0E93-38F4-9C40-7ECC64251B8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9529EECB-FBBB-ECA6-0397-D8169DB50655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2A2669E-7F85-D8BA-D253-8F22816D237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3D7040B-03CD-7414-8F24-CFFE69604B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1E8DE0D-D121-9226-75DC-76773D5643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644F834-685E-56A4-554D-1E6F76022C3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29B40D9-2750-423A-3B56-6C12ADC6B4B1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BA7A73-EA0A-BD99-502A-645A5B44D6A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9B9C79-B42F-7532-9542-578B818172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3AE465B-A654-051D-881E-8FEAD047E4B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59E68B9-8569-90B5-C3A7-74EECC515E9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63CCC74-58C1-FF51-807A-2CF96ABE684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B376693-61B5-6355-EFFE-F7F02D428F47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385DE3A-B9AF-E50A-A438-46DC44017EEF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0593A30-299B-AD83-0240-AACF81B3E2D0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82908B-9FF8-CF07-D9A5-3AFC70EBF79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ADA4E0E-AE89-1CDD-6127-76CE9AA1B2E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11F7817-21C7-2C65-9055-6DB1321368B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2F40A76-C3CF-0393-650D-4EAB17DEC0D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0758E7B-1176-8071-210F-0CA4A8F9491D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B0F7A5B-3B34-CF06-F27D-4553CDCD9C8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91ACE5A-88A3-C260-09EC-A167B4FB09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3F60ECD-BBA5-5E4A-7406-FF946090E51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8C0CEA4-F786-7019-55FB-F6138C8475E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E567DBF-3715-5A79-C6E0-E43D60A5DA3F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C16E614-40EC-2A18-F8D8-02020DDA5AED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9E72D9F-184B-9AD0-DF2B-EB892DD08F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694C915-2D3F-A879-DD98-A0D3C80B9004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FAFFFB6-9A0D-8FFF-DEE6-5CD2BC1D4CE0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DD0748-E05C-BA17-992B-85D49C4ACB01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F173D2C-315C-5853-05F7-DAC384C8EF21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065D2E-52AD-268E-C882-44A692BB2324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520B01E-6F68-8A4A-4DDB-8CC7B94B797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B0C082-C08E-4591-C222-5D966EBD3A6B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903FE52-D482-0D6D-D020-DA840CC21B8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D9EB88-C8AB-1536-72CE-144891508BBA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888048-02FF-65AE-27FB-C744B6B6582E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E7B781-456C-F043-B45C-8969FA2FFBC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13A53D4-3FAF-B6B3-649D-C92CE42AD15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9AEFF9F-28F5-7160-0D6E-0B02C527E3F2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82388EC-94CD-0E10-9BDB-93C6DDEFCC2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F5D2312C-2A56-20AD-AD8A-75B5B8098CB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660DA3B-9D0B-8B28-4662-F4E042DB55C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8094855-5DFB-B3E8-7BD5-A1BAA6C6D88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F969E26-96F4-4F76-1642-995846CFF89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255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0EA8-E1AE-4AD7-CEDC-BAE0F07C7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2AA9-1B4E-9156-EF42-E33AD3D04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368DF4-B2D4-5D9E-625C-798434187E8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EE904A-0520-8000-AB04-FB358D7EE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73676F-D25E-9B08-46D7-0A7FD4B8C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F64142-E389-3FE1-D771-44E03B92B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68B725-EB24-D898-7CC9-477D7DEBD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38B305-05DF-6C9C-5913-99702E6AA3BA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8F8F28-F191-9C47-3698-93AE1D951760}"/>
              </a:ext>
            </a:extLst>
          </p:cNvPr>
          <p:cNvSpPr/>
          <p:nvPr/>
        </p:nvSpPr>
        <p:spPr>
          <a:xfrm>
            <a:off x="5892800" y="3429000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3845A05-6673-FF43-59AF-2BB8679BFDEA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EACEB8-A84E-EE73-3035-9DCDD0BBBF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6112" y="2196380"/>
            <a:ext cx="3588688" cy="4214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98573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3A6C-BB8E-1BCE-F266-E8C13EFF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E0CA88-AD95-6BE5-A787-2CB3BEB3A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76E1D48-6C2C-8ADB-AC3F-5BB777E89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A91E169-1EE6-AE09-9EEA-8153D705FC9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020F78B-891E-C959-2DAA-6F450AC621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687E81-6EC4-1B31-9655-20A80CBB41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35C09CE-9A73-9B71-C25F-807922BDB36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B2A6DE3-2A23-8618-E523-F4326D08CE1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48C8979-90B5-8A04-9426-33599824799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82DDCB-DEF8-8F41-BE65-520A39C9D6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86419E-7523-18B8-BC99-BED1B4F79B6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84702CA-E876-8F2F-09A8-A7E84D16D10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0011CE5-FD7D-82D0-E07D-EDA61254541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FEAEA48-C0D7-2BB3-1A97-223739B7C96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3915E92-F631-CF18-DAC5-996EEE6BEA3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A561596-3782-271C-2FC5-451765006B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CC41B97-0735-DB33-08CB-14009B59688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BBD3DB2-ABD6-E288-EB53-748920AC391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E0881C-AD12-C453-4950-CD549CA3F80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332144C-2380-CA3A-F4ED-CBFC9C09806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16F9F8-E4A9-4536-D408-8788D92B6F7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07DD1AC-78B8-C6E6-99C8-3B7A5E5B1AE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58EE868-23D4-A627-D63A-036E8341F8D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7D8399B-6DED-F678-5EBB-B63E6C75344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06B78B61-408C-94F6-E816-6F09C76A78DD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D0657F9-F268-71CD-66C6-0AD5458DE49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5E20B89-E748-C6F4-94D2-7A9873DAD2B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474D90E-FD64-7C44-3618-F4640953AEC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2D5AF7-D2F2-BF32-796A-666481CFAD67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E5E14AE-EEC2-657E-12ED-E68716B7BFE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E826A7-F90B-5930-7F6D-E0DD3E32B64A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C38E43-3B27-D715-97CD-D031194A772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B0FB60-ED60-DF77-10B5-938179D8537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C1E477-892F-7BF6-1219-774F43E6376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8DE5DA-25E5-C4D6-1683-A89B6A06298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D1A91B-2096-EDDF-427D-BE0A7286B2A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02C7F0-8483-F70D-CBD5-4D02A0417F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FE03082-3458-1F2B-F93A-52663F41CEC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FBF756-F269-F1AB-5EFB-559E1811490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B763427-F3BA-7177-B0AE-1E342374448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DEC4BD-2E89-91A2-82DC-B9E294ABFA7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30255C-A361-50B5-0670-6B815E49E8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D6F88FC-EB9A-4D6E-CC66-3F67727E80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14FF75-E0DC-8E97-C889-413E24D184B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A1FB87-DF7D-C923-DDB2-9C7A365089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F77B3CF-6F1F-CBE8-F231-219A2EEC458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3C2C140-5F8C-59C9-4C63-E0074CC7F5A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D04B1AA-6503-6CAA-1324-76B7E67A18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58A9FE9-BD1D-8ED5-513A-10FB74ACF0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E51B0E4-780B-8C83-D5AB-0A955A5F912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9F620A-71E8-5BB2-B99D-BEE67B18F54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8C14BB7-3342-C8A4-7D7E-BD680B959E9E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0BD87A0-9443-99F5-630D-D3C393B0390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A530B755-9B6A-9F4B-698D-249A4EDC37D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27D5D93-B526-67B2-A522-3DD9DDD5742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F5EB7DE-2810-95A2-E157-CA24D7C8F1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F5170F7-E243-4D81-15A9-06D9E997B9B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A1D433B-387A-984F-4398-1B2B1B38DB7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EFB4680-6710-0F04-3036-5D0BDCE02EC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0165B53-B784-12BC-3683-939036EE8B3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A27E612-1221-4646-7F3A-13E835318F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84AD2AC-65D1-45CD-ED25-EDAF16BF4F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1F192B8-ECA5-D740-6392-CE01405867C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4B0FBD8-857B-E5BE-45C2-826F85CDBF03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B17832BD-1DC6-763E-D785-6E88311157B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2C5BAB-2883-2B83-F73B-E4F4722EC32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F4F403A-ADE0-E948-A063-5E3AFC8418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CC741F2E-7CD0-D968-838A-A3872228E8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FA4289-C694-CDED-B402-E266CC70661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F1B7AC8-04DD-24F5-4F8D-6262478C61F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09BFDD0-D199-02EB-B7B4-E280D1E21BF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EC9F518-5736-4686-329F-1B303B03F6B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B80482A4-AF68-83E2-1502-5DA42999861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958D686-BECA-5629-FB56-5D10A576CC0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BA7A77B-ACDE-F28F-9293-A4148CEB4B9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6FBDCE5-4E57-67E9-61BD-04DE30BD935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0759CDF-4088-CBD0-F859-C98BAE9DD679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43ED03E-923F-649A-5988-3BCDC64C75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7B707B2-A7F4-266C-0ED4-68396471FEE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4E0B7FD-F13A-E9CB-72D9-D2137F24150C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9637559-CEEB-8F5B-9001-7B22B3B23842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BEF05BC-7A78-115E-A871-BCFC7334A28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411422A-C374-0206-4C22-1CAEF0F3F14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BD43237-4CDE-826E-9AD1-BE0388581AC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A40CD27-5E24-DB23-FC63-468726CB746A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24FE82D-C5EE-876B-DEB9-D011E08D9A1D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98C2C24-39EF-B9BD-994D-0BC22C511F7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C9F08AF-3A23-D6E0-1F08-02BCF275C117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9FD8381-EF4E-F9CE-C7FD-46B7AE3F29F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EDF4A90-3867-A2C1-E97E-74C784A40B5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9B08A5E-F2E3-81C5-2D12-FF1D9C6C73EC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B817FB61-9468-48CA-F549-6FDF41FB61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1BEBA80-AE22-80CF-BE32-9F9825F5DC80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999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469E7-3EAD-7354-C4E6-3C3C49F9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D155D-7C53-000C-CD96-9EB69FED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91FB669-E510-2094-AFED-CC2606A28F0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9D988B-ED5E-86D6-0825-76EF6F35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32FBE6-6A70-AFDE-5911-8158FA592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83C9D8-1193-4822-D402-7596E035D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C167C2-109D-42DF-F578-8482C6529F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A8DD4E-2B26-FFA3-129A-28731295001E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0A147-20EB-1AB0-A931-29CF829A2D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4960" y="2002718"/>
            <a:ext cx="6135267" cy="429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135835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2DD86-71E2-99AE-CFB9-66EDDE71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439988-33E3-A0D2-5433-236420EBC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06C7FFE-71FD-15B2-16D1-A745C19C2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92EFA4-5C87-1392-34EE-E2B3D69BC3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1688653-A695-FFCC-85C7-5CDD723B472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F00D0E-EFA4-65D7-3777-068F7C228DAC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914C577-D022-0B78-0BE7-5B3971CAB08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F24BDF-02D7-C2CA-5BC2-FE146D882AF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E2BFB5-7429-D3F0-AADA-7A9D6851DDB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DED0533-F204-C3B1-DC4E-3EBEB908006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9FE40BA-A93D-5511-79ED-040872ED551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271C38-A6B7-97E1-FF90-4EC779BC304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E26BABC-4F1D-D536-BB5C-8A41997FDD9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2BB6954-3680-65D2-8701-3673758ED77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6CA4958-97FB-E1E6-76E1-65A09FAAE589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FB35160-6DA0-4307-81CA-4A56E343A86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0E97875-63B9-BB20-A101-1B1040814747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0ED9551-24FE-A202-862A-27FFA485535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6EC3E68-BCAE-6F5D-1048-6D2C3E4E7C8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C4668B-E141-C3E9-B216-B2139D4476C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C339B7D-A0EA-86B3-D3D2-ABF9156BE79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2F0C35D-F389-4505-F4C2-FB67E047DBC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9EC102-5F43-6FAC-28B3-E1258C91538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049C621-C6A4-05F3-6A69-FDA8E7D042C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C4DE54A-3599-8579-A18B-2D4BB8BD631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D9D7B9-FE49-EE99-C7F9-9BA5F90C5CA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A292D6F-1915-06A9-4436-FA87CAAECC4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2D4F484-373C-7D30-6D50-4F1105191620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CCB2B60-D85D-A0B8-CDA5-0E298FCD40E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B84173-0D61-E7D3-4184-9ADD937472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1D2525-3C2C-9458-A9B6-236253AA8E8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6E3F133-DAAE-D750-D776-A9329617A9A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A0EB88-E457-3C0D-25D1-5F111611A4D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776A9E8-5252-09B4-D9E5-EC53D67F410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47D7C6-4C55-F904-EBA7-A5609977DB10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05D9F4C-4667-2E18-7CF4-9926DD2F5975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F17886-5647-39BF-ED4F-8E4BD069211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563BD4-23AF-9DEB-15FD-AB1D997A51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6D5D0B-C6F4-1522-029D-400843DEBC6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EB190AC-E5DE-5735-935E-01192890771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0E7C3C-2BC4-9CBD-3930-201C87B8DD5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70D5DD-BF9C-F4EB-7241-0B3E4777284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F3BED92-7D62-B19D-0A03-97D21BF74525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8A30214-F493-B2B1-C39E-A1050AFCAA55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42C3E9D-D1A9-999C-413E-DF769E89040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5130DD3-CF73-DB46-DD07-CB8877A1EB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CB998C0-C0BE-3820-2A6F-94D5CF00CF2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8AE4655-42E6-B6AD-C30C-93575806D0BD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130D864-CC68-51FB-637D-3C7116D6C3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B9D1EEC-B3BF-0E31-1E31-C1AEA995A9F5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80EECB-5FAC-245F-BE44-414AA3A1D82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35DA09-2B46-EB32-B851-95D164E9A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9D79EC0-B12D-0FFA-10EC-68A117EBA93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3F72A94-9885-BEB3-2364-05BD054EE5D3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90510E8-BD31-3B1D-BD5B-32842EA3F24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C8785F2-DE84-935F-3A22-D6D461B8205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8E97C1D-EFA5-9B0D-2687-8DB5A5CE4CE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CBC0115-1199-041A-5C5D-42D0F099779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2284CBF-C021-4F01-3869-DECC9AF18DB9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F674239-785A-ACB9-A790-B71266929DB6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45A10A8-D86A-F7B8-4E4B-D6AD60F271DE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3A2437A-C588-BE92-A5A5-C53D4F9862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0D02F-0653-5746-30FC-4752547DB23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564A873-AD02-CD35-4787-F34FA397BFB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398CB4C-29EE-7A9F-0B2D-144A8DC3FE0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26C4D36-872E-8C18-E086-F20292B4C0F9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5D4911D-69DE-C69A-5455-6A566E294C0E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717843C-49D0-3F74-0F2D-0786B7F172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998E180-5218-3057-5054-1A3AD3BAF5D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B73C88-0BBB-B4F0-5247-F19D1918BB5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C946852-5CCC-7EC6-2038-4BC39DA53428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B730EC5-E818-6FEF-5C54-3C136811CFC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9E1E393-FFA0-16E2-E98A-A2E448913D9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AA92D27-3EAD-513A-AAFF-BD0078D32C8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105F950-5408-1EDD-4221-5D4D5DA255A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6E5D52-2EA2-03F1-9298-BEF6FFEF2F6A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39DB6B5-872E-AA94-A3D8-7D0B13C2D07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C854269B-23F2-6DF4-8903-A6BD316E9C7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26FABBEB-E644-7038-94F6-50CF506B9AB5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3DCFCE6-FE6A-810B-9AB2-677C0043CDF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77B1ED-D9B1-7B7F-0E2B-554E714E860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97E7FB-230F-2C83-E051-E56AF594D46B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F50E82A-4398-2481-1AC2-158D8B90957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200CFB2-0913-27C6-BC5C-7E8AC6B485C4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956195A-C658-F6B1-98E8-38DA5D24B98F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FFE225-15EC-B935-274C-8F976C094C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6EB6F35-D4B4-572A-CABB-A784832478D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D1EC124-59E4-C97F-5222-BC2F50F8A490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0F0AAEE-06E6-39BA-6133-A8189807004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257C644-CDD3-97F9-7287-02D82A93531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F428B1C-48EA-E8AC-21FB-829B86F23934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EE02DCB-5873-A08A-D494-98FB010F738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786EC6B-D15F-C3D2-C0C9-4E592BAEE735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9F608B6-87FC-F31F-74D7-D99CC9B994E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8505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DF299-5D17-E076-B61E-30E52F2D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30B4-B5EF-8F7C-090C-AC01FB589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D7DCE79-50FA-ED94-5A84-BEE9785AA5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7C71E-DD9B-D56F-C8CB-0EEBE363F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1557C0-6E94-29B0-CC6D-DB0857C8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CE6C39-CDAC-800E-E261-EF8C605D0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CEED59-C627-94BE-B5A6-02F776E80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3D9784-96D0-50A9-ABD1-CEC7070FFF45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43883D-FC66-9249-1BCA-3BDC57CD58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6963" y="2204662"/>
            <a:ext cx="6694670" cy="41148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05118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F561F-7D02-1283-5785-9A392F14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1B6AA1D-2062-2BE6-7953-9BCC09185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B6E9A99-28A2-037E-0188-19C81EB25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104D138-F488-CB2E-E034-FE1BE3F046C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3D8058B-A88A-220A-37B1-05FDCCCA2083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193523-6206-BE27-E577-6953A5E2708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144DC1-4ED7-88B7-C06D-B4BB307C729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B494B2F-6C8E-7E77-D1F1-66E93C687C28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F307EA-EA4A-3559-C99A-3101A4BD65E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183CCFC-6D6E-A497-0F4B-415B8D1FFB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8992450-05A6-1AAA-9602-51DE33FBA64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66E6BE6-9FCC-8C3D-3DE6-86CD142CBEE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CB45122-CE4E-BF73-71B8-AB2AE2E23FB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7793F71-C8E2-D8A7-04DF-6DD2DDD0D81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0D8EF3-D3AC-51D3-F656-8C44EA0B996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12F44CD-04A6-F69B-B9F6-5B91322AEE0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13038C7-B6D6-B66E-0143-7D190239AB5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D73C8D-24F6-6C27-0AEE-D42814223C7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0D54093-9CD7-6D1D-C1C4-6C1905802F5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1C969E1-992F-927C-6B6F-CD211F3A89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2B846DD-825D-48C6-BBC9-E21E31C5C7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56F702C-6265-83F8-1269-5F51BDC6D6E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29158D4-EF7E-A6C6-1687-5FFFBD473E1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8E1E2DD-7F97-C17C-830E-12D8741275D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F81DE9-D8D5-4458-59EF-ABE43549ED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33AF245-CBEA-B0AE-468A-25F6B13C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D29D136-407B-F294-A368-B8B4E49AF13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2173B8F-2CDD-EB8D-2DEF-B5371EFF89C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FDA1E06-99E1-AFD2-AA81-ACBE6047EB5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CC57B01-7552-472D-7667-CBDE77CA9A8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6C5E0C-A256-8331-6FD8-421CCBAC17F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A985AC-DFA7-F008-34C3-ADD01D9D8DB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B6E88EC-D6D4-E55F-BE0D-69B42D3FDF4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2DC8FE-89C9-9D68-B4BB-AAD0D47743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E39EC8-49D5-31B8-E677-6D767A27D09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E5702D-09E4-54C0-40F8-48EF8C1E8919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8060DB-0773-9D67-2554-797F3F111E9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084FCDF-933C-ABC8-C610-826F7F5F702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65BB55-3D25-006A-E739-9533FA5CAD4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3EFB3A-BA49-078C-3E2F-01B24EB2219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F400F5-1DF4-1EA5-F511-E82ABDDB7B9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C08BFC-A971-315A-1D79-6CE3B2FD1A2F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EFE466-14D7-395D-0EDA-840D100F594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F73DC1-77B6-70A6-2B0C-76E8D2EF355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F62D42-19EC-88C6-1A1E-28D3AC7B361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D185DF1-B52E-D386-64EE-E9EFA25C482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83360AE-0CA9-3E02-2D8F-9F10C78C4C55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CB170AB-DC28-B37D-71BD-2F6DC3F76BBE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6570BB-A422-1ACF-AF63-601F963DE4D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6062C1C-C195-AF49-CB28-0713B016241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18655FA-AE0B-32EE-506A-8D097464D85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DE185FA-E553-638D-A025-65AD53C6A45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D8A24C5-6235-A4BC-6F00-A7BDDEF63EA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448306-F3C3-75EE-BFA3-3BC3E0986D4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0DEB897-DFCB-54AB-428F-6B6F9A78BA6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A97E36-550C-890E-AC7F-4787402920D9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55BBDA2-66C5-FDB1-1695-9824D58667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4E989E-8F44-C41D-F17F-F1625FC5AD5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D835C03-C507-67B2-63BE-6501EE5BF24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90B33E2-21E2-5BE3-4577-F7936340B72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ED00403-A055-1FAD-12A0-A828DA855C2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60BCB7-8A2F-C07D-8AA6-CE903A6FEA0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D4F2189-DC40-06D6-5E31-F49E9CB92F7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9B31CA7-8D88-5E23-963B-7DBF9604766A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144E5FC-3F5F-3CE0-0654-0F246D76E983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5B7BFAF-2586-115D-2FFE-BDBA7BF62917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4E3C952-0D81-E222-A3F7-2BA8F061813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7805AFB3-80B6-3F96-687E-88605001275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D50E5DA-4C13-5E01-7823-FB213A37A55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AC6D507-71D6-AAE1-6BD4-B53E3890F48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3510E41-68FE-603A-74AB-31D58E9E862E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EADA32A-9C74-DF95-C331-BD83C06E392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C7F8364-04C9-7014-8556-101FBA9BF8E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AD03D3-99EC-63E4-5ACE-C3D5809F52EA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0B7DE73-D0CC-4B86-9112-2E2B8F5B4C0C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C15ACB-9813-97B4-AB4C-631FA219804F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C3BA0C-0584-C3C3-D235-A22AFEC64A9F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914F44F6-D41C-BF40-719C-B144D85BE98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8868F1-B2DF-042A-3A38-FBEAFE93A51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9A63DD3-864F-A66F-A1D8-119E1B9200C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6B51BBF-9046-617F-DEDD-8111D2F3E8A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E826B2-2539-00A3-44AF-85F57CFF1AC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21D5E62-7B7C-9D49-05B0-BD58F41E138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3021706-7093-B0FF-326C-1EE13AC3713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70E5482-830B-9F2A-BEF2-45666B82DBD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A4E857B-EE2E-DFB0-5F70-25C916195CE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426D8C2-D80A-4BC6-DD32-A7B431BCEB1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8E1A705-CCD9-063F-ABE4-D054C002FB9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B59E0FA-7218-24FC-2328-4C496FC7B80B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5A2EE35-A800-CDD4-9E4F-56610A31249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A633EE9-4A2E-D8C3-47A8-0905D73B001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1072C19-068C-0FDF-C277-C72175A6C6C6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08C392-1F6A-2AC9-B685-757C114D4D7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A9323ED-461A-40FC-9AF3-3DF3883258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89F5E48-54EE-C00B-4C98-2BF8C7600D9B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975D93B-1604-433E-DEF1-C0EA29A5C0BA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BF08AF4-891A-CE4A-4920-FEB16B274EDC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52D269F-00E2-A869-98B5-5FA06AB417CB}"/>
              </a:ext>
            </a:extLst>
          </p:cNvPr>
          <p:cNvSpPr/>
          <p:nvPr/>
        </p:nvSpPr>
        <p:spPr>
          <a:xfrm>
            <a:off x="2283782" y="33450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24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95E2-AB90-4ACC-8D97-104DCBD95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06283-C8AF-69F3-2DE1-F820801BF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</a:t>
            </a:r>
            <a:r>
              <a:rPr lang="en-US" sz="4800" b="1"/>
              <a:t>- 25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6A622E-E68A-96E2-0EBA-FBD3470F9E7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54C2AF-3748-B6AA-B7F4-0BE4B71B2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C78370-D579-A162-988C-5549D865A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11A03E-3D2C-607C-E5BB-EE14AACB3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BD344F-D6D9-3C39-3B3C-8CF9D07D5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739627-DC47-D2C9-EDF7-874498F2F5C5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A8E161-0E25-C878-A306-FF077694C7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1244" y="1457202"/>
            <a:ext cx="4144427" cy="51308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379212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89746-8455-969D-48A3-06D39E284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AF99B4A-C2B6-0ED6-61CB-DFDFF557E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594B9DA-0729-88F2-432D-25F7CC39C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C14A21D-1598-308D-D5FC-BD3482A2DF8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97D38DB-6767-0C6B-9DD5-89C96ED4A8D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DCADAD-8C7A-95A2-EDCA-076B700AA9E1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32235BE-23B4-0C7F-FDFB-85A20F092CB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435662F-242E-F671-FF1D-F0136880E30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B3B4F0C-FF56-092D-D82A-164F205AD80E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76B5D1D-2098-FB54-B3F5-D0570B226DE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43D6850-E646-0F74-37C2-205434C9C92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55C2137-FC4E-67C2-73C6-5B57780059B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CD15D5-06D5-F072-6FE9-20DD77888E6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DFAC21-5B8B-D59E-A4BD-87C5A676911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399B4E8-68E1-1147-EFB2-398A35CCB6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F126E15-C875-F90B-72EB-3C591E8B44F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C8006F1-52B0-0BFC-69A6-CA61919393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9FB618B-57C9-6565-6EEC-262C4B8A018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DC653AA-4EA0-180E-96CC-D7E90C8736D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DD314-B083-4F12-A4D9-CE768E5A1D2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ED870D7-F3AC-45B8-6368-99C0201F63C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6B9304A0-7643-055C-889F-B8B50D7E1C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E38261-94A0-192E-9F35-07A243B4CDC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A637D5F-6550-749F-AFF7-F257D6D3A1D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0D698A-725F-9B76-C3FF-12C49C2F014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2DCBFEC-DDC7-14D5-5E74-69FD6E37BBC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38E3291-8E27-132C-B8DE-BD3B4F42679C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7E6C138-8F47-240F-1850-EB46B7701A3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1A0DB70-B8E3-2FA1-4E80-66AE78666F0F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2FF01C2-7B2B-19A5-C81D-1B36E06D5B1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BA1A4E-A8D1-9B17-9C0E-91104E269C4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13F5C8-109A-88B0-FC48-F64338E3319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67BE96B-6A42-C8AA-A0FB-0823EF51AA2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995210-C6AD-246E-1D31-A19B09D59AA1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AA974B5-16F5-20B2-7F96-A3A0EE86863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C68778D-456B-0119-9C6D-6458F8D54F0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1DC4AC-7932-115D-EC0E-9FE1A9E466D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29DFF82-BD91-32A6-82DE-085DCE17688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DCAE95-F800-FDAB-94E9-C5A30C487B1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9ADA89C-55C4-E000-A6B6-FD2D461353D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B7893F-D136-349D-EC9D-4DD3FAE1292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D293A16-55F1-083B-DACB-6CF9430C07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8ECED4-3AD4-6742-2ED0-6D7E0232BB7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FD23824-037E-A1B0-BD02-7C40230290D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4C878B-2462-5BAE-AF66-5135A450BE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C6DBD25-0EF4-A2D9-6272-D727FD0EAE44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DF9AFF3-30CE-41D1-DA0D-B0993C9F363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D3DA38-64FB-C5E0-7BD4-8635B016511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BC01D2-5206-FEFA-B050-633E9F40898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F013922-5B9C-C821-A212-4A12276C7292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BA2928A-29D9-8AF9-7967-4ED1715CE289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24C7E89-EC76-C491-713D-782355BAE214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684F11-12AB-C839-C588-82B807FFAE2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A93AF50-6858-F31A-892D-0E9C4873038A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32C2CDF-552C-1A10-7F72-38F6BE8FA39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FF797370-5F8F-993A-3E8F-8B4A512D7781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FA0BB78-5A75-3EDE-99E2-FF9C7EC0436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97B56B1-E4A9-1CB5-33F5-97055D80B4C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1A6BC3C-C31B-9851-8D14-4DD02226FCC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6B19C21-096B-9CC7-FB58-B1E923A55A6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9A1A505-9230-51C9-36BF-C7F4B1C7D6E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B3A0E53-2B5D-2EBC-EB67-B22EA6157EC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206A7F-EC60-EAAA-611A-D16A2220714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CEF7C1-EF00-6B8D-0627-7974180362C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002A32E-70A3-270F-8AF9-E78B304120A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712E439-3534-29A5-FAEA-B3A9754946E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DE9984E-12DF-79D6-DD63-8DFE899A553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CE39FD1-E4ED-0A3A-3E04-0178478FF606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530C751C-ADE6-8265-1CD9-127FC39BE3F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2648503-4376-04EA-D8F4-D5B57A051B0F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79F1FFF-32BD-6409-E556-C94B81933C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71D19E2B-BFF5-A34E-373B-29308EAA5F7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281876C-3170-4EBE-A4EA-D0ECCAF658C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78373DC-73FA-E5EF-413D-3BE3675882ED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545CF9D-CEF9-ECF4-3B70-94F1C4268975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503AD159-0AC2-9572-8E2A-F2A057E0F65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D7DE9E1D-6CC8-29C5-6A67-C1120C83C86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8D9E1B77-2643-2520-C360-25CB0E923B29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353B0F83-C8D9-2CDB-5B13-8F882D64B71F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B8A36A6-1877-644F-6EB4-1E7E24E7CB9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B02253B-51AC-2F6D-23E5-F57F42A6D64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191731-54FA-A19C-E9F8-F408E910B766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DF98F88-A52E-50F0-6E85-F5977837E891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45C0BDE-E144-EB64-3C0B-25026AB0215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EA03E9BB-E27B-AE72-9329-098A0089124B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50D71D7-C18A-15B8-45A8-FFD71E40D889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4135AC3-815B-C947-93C9-56411DA8F1A6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C43DEB9A-9E53-D2CF-FA1E-E76B886D495C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798E892-F167-F189-A13B-40495ED0603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2B4D766-F88F-7A12-BFF4-F2C03314A30A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65FB9C8-2B0A-8975-3410-23FC425572D7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B63AA23D-E3CC-8B8E-1BA8-2A441744C269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1C2A94AE-5B2F-3801-A458-8D7A8DA18569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9632DD4-8D8A-0699-32C5-F49C452D1E71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9C874BD-4104-D9CD-8224-9645E27BAC0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5DA8F18-A7BA-15FC-9F88-7B857FA265B9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E583303-6B27-26EA-A5F7-C31140A62AA8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AD1A6CF-9E6B-7F1D-A6C4-950E5C5CDDD5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C8269D4-7E60-9BE1-569A-F0517DE0D014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310C919-314E-7CF8-DE8A-33944F25DA9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38378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5A4AF-1197-44C8-D7FC-1498F0509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E2E9C-EB56-E07B-B792-984C66259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F3FFB87-B2B5-DA37-5E3B-9ACA1835D15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3D1135-2191-33A5-FD02-CC334435F8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D2C1E20-A6F9-CA71-6A83-D297308E9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9DFE0D6-4529-1D67-913D-6A2C8F3020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13B11B-5E38-6760-821C-F4A013C87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C04DCD3-CEAB-0B80-B2AE-5062A668554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8600F5-84DB-B8EC-4CFF-CF01460DB7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4003" y="2312786"/>
            <a:ext cx="5334728" cy="383560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2007072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DC9AD-35D1-219B-A753-1B0955534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DF813C3-8269-6897-3DD9-0BB221C59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C80C499-0876-1A31-E470-31E616C5D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5E54EC1-694D-7915-55FA-C521823872A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0E64A95-6279-098D-CC6F-C4043BDD88C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16B0D9-5589-6022-7009-057FB268C9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CCCC7E5-D451-B9D8-6344-E508EDB7E27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6FC0F7F-9799-1A3D-56AA-6F166F8A6DE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BA91A9D-3670-7043-500F-7FCBB3BFF97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DCF94F7-456A-D582-41C2-C1FAAE1A75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067750C-6854-514C-0960-7F4D5235247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FF0ED14-0025-10D8-15EB-63E0970DFCB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2ABB6D-FC00-B65F-75F1-DB5666529A04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337CD3-F308-CAA3-4563-8A127BCF774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A30BC-6582-E3F9-9BC8-15D1B8BB540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7833440-90E3-9F0F-06F9-DC664A74FA0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4FEA2D-5DF2-7259-6BDD-2E1EC170CFE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B50579-A2FB-E76C-4452-FAE2A486A6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3C77BE-FDF4-0F4F-0C09-8D46663BC73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1C7D2A2-5CC7-DC19-DE3E-E9E9B205FDE8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F8CDDEB-536E-0119-52B8-3E3832435CE5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90D8546-8B22-146F-480D-5A04F3BE0A6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DC5D43A-7482-4F27-5E77-39E5196075D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B22A377-8923-3D9C-A1E1-BAA1C0C1716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21FBC0B-4767-9769-7AFB-F1426B67E5E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D1225F9-FE17-AB3B-2111-1D41B44B76E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372557E-C28D-B5F2-1224-8EAAC0A5FD9D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39D1683-0117-7204-A28D-A9FADA2D2FB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2250247-3666-D872-24E0-A4F72D4AEA2B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B0A2626-485C-F74D-FF31-0CCD054D85E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67B4E4A-62B0-1BC9-7FFF-F786BC34412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AB4A69E-858B-3997-A7FB-103E2D7713B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2738C5-449E-32C0-2314-C86CFE96B91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5E9764B-51B1-0B90-F565-56DB2876ECF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7016CFD-1A1F-AD04-80F4-C7BA313D927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6C870C7-A383-78ED-E45A-8976178B9ED8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C6F093-8705-1E0C-C9C1-D0C6D02ED55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EF3FAF6-B46F-A1A6-5A13-FA09A2D67D8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B7A4C7-B3AF-D4F8-9AD0-E1E0791D2F5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C65FB65-F220-3035-3C82-3D0D52A70CB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4E6509-7B74-94D5-EB94-7B48333681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D5D281D-DEE6-FE27-B628-B44794F0CC4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6D4FE1F-2FC6-3AF1-6533-F3CDC6409C9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7446D1F-8EC0-5BE6-E374-B6EDEAEACB16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53DA55-D842-3168-6E38-130C9BAF89AA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437375-F2AF-A2CB-2CE6-9992A7596AE1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25F455C-FC2A-2818-DC1F-B909834C0B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C8048706-3292-71A2-07B9-91065856D30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E73E29-12F2-8D13-1FC0-193462576ED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8A86752-1C72-109B-78BF-ED3330546EE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8DF66BB-9D60-C6EB-C4BE-559C5764D17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C8C31CC-4C63-735A-6110-E6A924516475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0EBCBF7-872B-8213-9DA3-F98B8758F3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54D585D5-1001-EA79-263F-A26BE6E4A03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1E76AE4-72F6-7E42-D7C0-7039DC82C38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5F0994A-2A89-7EC4-12D3-8DCEFFA0C1A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98C970-4EFA-E8C5-9FED-18A141C51B1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98C734D-EC6C-55C5-AAF2-3B819178B4A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8B49435-AF48-A12B-BE87-0FED0FFD81C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3210F95-2B63-0612-3C89-2C5DB2A18AC7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F911178E-BC1A-D84A-0B0F-7063469CD50F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1AEE878F-44B1-2FEE-51D5-C640568DC31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59E1A88-A1E3-EA55-D202-A576B7B862CA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312AEEC-2F63-4A60-464D-A5DE7A82F1F1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182CC72-7C66-296B-866B-31BA7E83D326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35C879B-D83F-7544-49DE-0345D97E93F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D20249-550C-7B68-ABDF-550BD99B9FA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386951D-1AB7-56EA-3405-E85FBCC811F5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FA035-70A8-3C5E-2D40-9A7488684135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07E94C9-2417-0903-8B29-64A5954211C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C29C486-2770-18C0-2F35-C27576157CAC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43CE7E4-5B27-EDB3-EDE3-AF29310E4D2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B151BA1-FEF7-CD2A-6CA7-56020ED8B5B5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207B229-715A-B1B1-AE86-2384FA7403EE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A3CED77-1C54-2DCD-06A7-BADCCC198E0C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25F1BC5-4448-83C5-34C8-8D1FD0C1D57A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6F2D452-4F86-2716-EEF7-DE72252D127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611642F-5A87-4007-2496-98FADE2BA3A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F400330-4943-921F-9454-F9631F8D5A6C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4D85D0B-39E6-CEA4-9AC9-D882002F29A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0503ECC-CE78-3AA4-F56E-83919052BD7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BF4435-F5F0-3DE4-6728-5FD4EC973A03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CA144E7-43E2-362E-E9A0-44CE9EAA59D7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583557DA-CF60-E87C-2A19-A08EDCD531D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0CA46798-BB54-1E5E-4BA6-C1A1E7AB2BA8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AEE3FDE-D9B0-AB31-FEC4-E2AC77C9EB55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0394190-0B5B-4A45-7442-E3EA43363D2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314A7BA-FFE1-D940-113C-1D2979733375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B97BAB-C77E-F494-C431-E344ABDD961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BCA07E6-571C-7ACD-FA9F-74FE0434C65A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089AB638-863D-DFE4-660C-410AB4EB465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B6D65DE-584E-4533-9481-68784F5BE304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74FF52BC-2820-80C1-5DCC-3572300C614D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EE3E054C-CF4D-034D-D028-04414AFD798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7676476-7174-E9BB-D05E-0A593CADBCA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6FA18DC-289E-E76E-9837-4A91F48015F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824B887-7529-E3E7-7D95-1CE806204619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1A06A21C-2EDF-8BB9-6107-693288A2335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B208B84-E132-8427-2E00-2E40CFDBC42A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7C72A74-D368-C8DB-A202-C7C2C073A03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5C5AE2D7-710F-D2D2-3B4F-500D4636C6FD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10645BC-4C79-3AE3-44F7-FAB2A98B263B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02896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CBE2-14B9-F7FE-28D3-3D0D7FF7E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B4782-4C6B-8B81-26FE-2721D2C26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7576E9C-1EC9-2B88-E08C-B856FE92319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E48AC5-7D86-E3AD-F52B-ED7E2F8A20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BAC101-AD18-AADD-9F87-DFC16DF95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FCEACE-43A8-29F6-BC1B-87AFEC66F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640246-DF9C-7AD2-8234-E595E073A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0F13CE1-159A-503C-CA75-92C171A5C81E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8BE11E-49A6-E8E1-3E7E-83C970341D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6486" y="3864859"/>
            <a:ext cx="4368673" cy="27288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FBF0A3E-C661-4C19-9508-D8DE2B9674E4}"/>
              </a:ext>
            </a:extLst>
          </p:cNvPr>
          <p:cNvSpPr/>
          <p:nvPr/>
        </p:nvSpPr>
        <p:spPr>
          <a:xfrm>
            <a:off x="592903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6966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636834-E9A5-2080-E19B-C3E6ED21C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9B7FE84-2001-E77F-F6FC-88A556FB8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FD9E430-4549-9877-ECC9-F6069ECAF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1AB84FC-E062-B410-D824-FD9C9485116D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D60235D-D773-74AC-36D4-A22DB75AE91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622835-02B1-E6CD-9802-03A10E9CA03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B48F6EE-9423-4F50-FA85-EFDFB432E06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0ED0958-DBE5-2AF6-4C74-B75A0CFF9EE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CB705E4-83E0-B328-0E48-57E0F8EE7F4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B51CB83-586C-FFC5-2F8B-BA5EF6C6D7D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0B4EAF1-F005-B297-4049-E9541B7AFFD8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BE1A826-3C31-5F7A-A1F8-17BD08E1A80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62DA65-72E6-7052-83BC-D16B5A524CBD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3F826A1-F9B0-41F9-A9BA-ACE46C71086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751D049-67DD-25B2-D6BE-33234F57FE9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81288C4-91E6-93F5-4F5C-A10152C2FC3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0201496-30EE-6AA0-7770-3E1F1ED0785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A11E72E-1DB1-EDAF-92C1-3B212680E07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1C06B25-75C6-A87D-6640-1F3FDCFDB50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ED16BCE-655B-9096-9050-E814D9158EC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704DE95-848A-A26F-E4DC-DEC70F53455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42CE40A-80CF-E034-6DCB-F24974BE6C5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D39C59DF-2FF6-C454-39B4-1FB231FD3BC0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A36A161-7EF2-A99C-398F-CB84856E0DC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94D6C84-0CB4-6A98-5017-4B582667A3F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64E8EF8-8471-65A7-9800-109DE14636EF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795A972-FEF3-D8A3-0FCB-E5311975563E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6BD3511-219D-F6F1-B91A-BA9A39BB9B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023098-B3FA-8A67-CA25-6A59B31D120A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B7A83A-7DFB-9E3B-A6F8-FD2A5E79401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8BD6331-4EB4-B5CD-485B-121C41F87B6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7584803-D4B7-6FB9-0903-F3A53933A833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82E1B7-043C-B522-5A3A-0D8526E2BC2B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E2BF6EC-BE2D-B19C-6284-B6A87B4449AD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E7006A-2E70-1EBA-AC38-9B19C021E13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8E63B15-FF59-6A9E-F206-143BFF1BBF2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C45E81-07CF-9EB7-23EA-8C50DC9F27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DE5FB5F-4971-3ED4-A80E-22FA5A3AFA5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091FC42-E84D-E6C2-E1D5-50EE03F8550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D25DD33-0494-6FA7-587E-80F1DA738C8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01D56CE-C8AD-E3C9-22A0-9E0D434D887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F6A2C34-4AD1-81D1-2C4E-69F5B537779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87811EA-F905-FC2B-9DE2-73F15E0F0E0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F6B99A1-DA84-1BB6-23FF-FB04C10E919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B193FD-C952-C058-61AC-BC187C9CF48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97A7A95-AB4C-A46A-6487-95527812A67A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AEF1F70-4330-1B76-1BB3-3FCB2D1DFFD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A0EA05B-6EDE-E938-55C7-CE2B09C5020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479EBE7-A349-DCA2-51B4-39F10ED1A0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CDDADBA-5386-FFA1-9133-C955A7198DA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A1E0D91-F9D9-C37B-14DC-011313177E9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CC72196-19AD-2673-78F4-CC21FF4D2412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390CC1E-C40B-8A77-0FB1-C3E76B688C53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1680B5D-3538-4F20-31BD-40A2661327D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415E4C4-C5B5-2500-C027-9ADBFF1B219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3BBD1EAA-AC11-C51F-C254-DCE34DD70B2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35AB00A-ADDC-ACE1-732A-FC55A29CEEB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3C9DF62-909D-58E7-39E4-E13871CD07C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755A5F8-3DA8-6738-5E6C-F0310CD0A27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CFDA9EF-E543-E7BC-F4B2-0D7613321141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F0DB236-011B-C267-2D4D-0E159DC16E8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DBFC8D1B-C815-014D-ABFA-C597785664D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6E34CCD-0AF9-6B7D-1D6B-B2C12BB3B1BE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728BF03-8CBE-C742-A2FA-670921100D8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70213396-9C80-FB0F-BCAF-49FB069C852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EC5E2C0D-63BA-E69A-93FF-926FC65C1B0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9A6C817-9CDF-8563-F253-F6591F87EFE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AC0EB555-CC46-2152-D8F5-C907B811E31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D36AEF6-24AF-9652-AE25-24C42E9DA26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8BE48ED-7888-9289-D4C6-A18E31508C0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CAA63A6-C25C-9DF4-2F77-828B67B173D5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E6D5E35D-F091-07C0-2287-695BD83F20B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FDAB176D-BCBB-53CE-D78E-F877A9ECEE8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DE43572-3F5B-4B99-72AF-C344776BE3F3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49681875-6B9D-E018-95A9-1F28663E7E1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EF8B362E-6A83-346C-7B24-FFEE3383F0A7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1B0DC0D-04F4-E550-BB1C-3F3B945C72DC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E404EA6-2D48-128D-0404-92827485AE0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EBA793B-7B6C-6692-CDD1-FDF26ECB363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A84187E-282E-A286-5647-C8595668947E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EB77E8D-44F9-D0AC-A0DC-3521D8B059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CAEF517B-83F3-9267-C5E5-B8928A70F057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F822AFB-D0F1-F08A-E76D-D5D5BA12E616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10C97FA-8994-FBFA-7A96-BD24C7E5EA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660FA1AB-FDD4-1F1F-FDDE-848A9BAA6E0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ACE1C56-92E9-ABB6-4ED8-FFB74948060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4EDF876E-4825-72E3-F7D9-CAAB18DE87D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FB42F808-D5EB-93A9-8513-CE735655314C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63BA34C-ABE8-D46A-DBAE-1BBDB44D35BD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9CA932A-AB0A-1654-76EF-32A4735C4C2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D065985-4704-6C47-3B45-B9289FFE8F7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28E3C60-E7C6-C8A1-1112-F4B991E613F6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645426BD-3EE4-0EA3-36F1-F9380A965C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74B4B6C-EEA9-AF79-9EAA-745EF441E006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B2AE482-B174-60E3-9326-8A98AEC4C7BE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474BF45-14D5-FFB6-6023-7405126F3DA0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338B3D5-33CB-7234-88C2-9DA90BC8EF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6E65F89F-8D5E-84F9-5484-A36128CF40E7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E9C1775-B5C9-1100-E0E1-A4C4F43E34D7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0A73356-11C5-1037-B8BE-22C407B12945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B5AEBF2B-75C9-C96C-088C-E18F785E61DF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50C0AAD-44AB-AFC8-AB48-64AEC1EF9A70}"/>
              </a:ext>
            </a:extLst>
          </p:cNvPr>
          <p:cNvSpPr/>
          <p:nvPr/>
        </p:nvSpPr>
        <p:spPr>
          <a:xfrm>
            <a:off x="5591175" y="4088871"/>
            <a:ext cx="749300" cy="375175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516C023-A5B7-F749-9EE9-6D2DA82B706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E991110-E86F-E821-7CC6-BFD3927D67C8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54426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F1F33-46FC-44C3-2976-8704004B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AC590-2C51-39AB-0FC0-4E73CE7A5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D30DA3-844E-F241-D158-E308E061478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02DE3A-E7DE-C4A8-7EE3-22FA679B30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38F9AC8-DD71-0BD3-D409-7FF67FFAA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B4820F-15BF-7BC1-9092-1C0281A977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608FE-9C2E-4122-1E06-C59356B15B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1B76989-05D6-4188-ED8C-1FE69971271A}"/>
              </a:ext>
            </a:extLst>
          </p:cNvPr>
          <p:cNvSpPr/>
          <p:nvPr/>
        </p:nvSpPr>
        <p:spPr>
          <a:xfrm>
            <a:off x="2535382" y="3544584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544280-2829-C763-72C9-5B5D096942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2013" y="1853248"/>
            <a:ext cx="4195977" cy="42833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6473396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5CD4D-CD54-4CD1-1CDC-9F8E70FDF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5113E01-6E2E-D854-A323-2FEB0F8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092BC6F-7AE1-9D3C-9815-AD48E4014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4CE3348-9AAB-BAAD-FE58-043A9C09335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2B2A53B-A655-C1E5-24D0-9B8DBB211F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F88E58-682C-FC19-FCFC-8ACE52210977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361B2-A284-24A7-2245-9FAED4D2F46A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F30833A-A73B-A7AD-0101-346233529EE4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18D153-6219-FC9F-F4D1-993850438B7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10DEFCA1-BF47-D449-6804-EBC303FB28B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55F1327-9220-6E03-5195-10103ED30BF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A617418-D568-1D48-2925-E1BB58BF0A3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E9CAB19-1368-1404-C274-9BD54955ACB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3928876-2D48-3409-2449-45E6F7C40B8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8D65457-13DB-36DF-D146-2EEDE0ED9EA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7FAB65D-FC75-45AE-6A74-52D0D9CA4026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A6BAB86-199B-D4C2-EB04-EB036DC5370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72B2B34-A36C-14ED-4CEA-6CE23DB457B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87A568E-937D-64FA-F89C-E80ABE7230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02218C9-C980-57A7-2132-C1FF8B5984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0B8E5C-232D-6890-9242-F93A827008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C25C4C7C-FDAE-556C-6697-EC87FC5E311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EED7DC0-EFC2-B17E-EBF8-8542F7FCCA0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FD3170D-D8DC-BD7B-5EB7-3BB3F41A6E2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367EC4A-8715-FAF2-3487-EB35C5660D9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4461810-809C-8BAE-8435-51F6BB88059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CE6053C-5D29-C1AE-11AB-13CA5AF9F26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F3C95D-DD49-6BF4-6686-3CFE6720BD2C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03805F7-4C80-5D35-124E-6BAC2112907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514FD0-7075-28BD-C8CE-BA4DA1C85A3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993D72-1C01-1BD8-1CCD-9B81695962D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1139640-45E8-BB50-5A38-420EEDE1C2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CA261E-E3A8-D771-C417-F0855648E844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A1D3EA8-CC5C-EB3B-9B90-D8F92332ADB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1DFE011-CE22-8D10-9AD1-E8C9CCD90C0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6846B49-5378-119F-9B49-D2DA97E6BADE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409AB69-206F-30E3-AABD-6E7BDDAF92C0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EEBFCEB-9598-CBF2-DCC1-C312C5A180F5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A2499D3-E488-EC38-723F-0161963BE78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C0C67AD-9732-AF20-1977-87BD49D31D1E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8B129F9-B489-3C67-5550-9EFE273F53F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67622-F310-0187-3D3F-1BCF0983FB1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518825B-563B-5B44-5988-AA7650DC7F1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4686E2-13A6-0F8C-7AC0-D7EE52ACCD5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7E0588D-803C-9ED0-3DD7-3283A77D22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00968F6-2ED2-16BB-85AD-7B9EBEF2E7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E38B72-C85D-E7FA-819C-FC7D93FD4B9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6AD0E27-104D-94F3-F97C-97DD7C4E7D6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4E3DAC4-2A17-5D7A-20E3-8F000DDB744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E7A57E-7CAE-F521-10F4-F70F530A16B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3E2B60F-60AB-6547-1D3E-506A3308192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8BD3FF7-4E93-03E2-DFB0-968CD706A4B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7F63E53-AB29-6B45-56DF-C83C58C0B11A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2DC7AE4-44B7-5696-E091-16CE21817EE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0C3E2A8-B13E-2E11-EFC5-316AEA03C9E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B4EDFE7-A8E9-0BA0-29CE-F3420347E833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BA51A6C-2E99-8E0E-D0B9-78026ED84DD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A773E3B-5E99-5FB1-F315-E5CE7A0D711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DD90A62-DFBB-594F-0C00-05B03081854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FBB085C-AECE-768E-09B5-36797FC21AA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95C7C19-6CA7-9CA3-D01D-6FA09E41FBF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CA03C8B-F283-3B93-4C8D-8ACF220034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1A6A1-0A30-40FD-5693-6830C02CCB6F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C00044F-4FBB-B942-D4EE-923944118877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CB99E66-EDF3-9DAE-D96C-4C4A0E3EE8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43BED96-A3FB-F0F1-4FE0-A4BE3610E94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8051EDC-C7D4-D2F3-2C8B-CDE20E4CDE21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7B7BF52-80B6-99E0-67D8-208136E4C6B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8ABE0CD-59A1-2F04-24A4-0BE1F2907119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E81C3F7-C65D-D0EA-6634-A598EDBB7770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384912A-96AD-985A-6595-7120C1FB909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38BBAFB-5749-0973-DE8C-6A89AECF148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E091753-4B7C-3956-A148-CC26827B6D98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FD1F367-E2F9-79CF-3437-2C8CB42404E7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9CDC24E-19BE-585A-851D-1FCDBD3CEB3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113AE69C-1B2B-83C7-6E05-83D89CBD51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EF64CD80-5ABE-2F36-73D8-4091491741D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C6DB1-043B-63B1-7BEF-F0F828653F7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E767B0F-F632-5555-8442-04304245D96B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6E548C-9A8B-D579-4D04-6709C5BEDF07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F4061C8-5436-03C4-2E6E-B9F2BAE32548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D5ED89-D0B4-71DA-8CEC-A93A84E64B7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75832493-1844-D3FE-BFF0-5DE8E3DFA6C4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396B2F0-6434-26ED-8C97-C35BCFD4C43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E8171E7-3974-09C4-0081-F2D2E53C8C0B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32A6114-2136-6543-9509-B6EAB3ED84B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22F6066-1C5F-BA98-EC1F-F080C2D4099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D4A6D1-F4BE-D1FC-A774-21620483AD07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4D061C5-FA80-13F8-4E9E-9F45D1813B0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8804A749-E7F2-9C9D-E3DB-D405AB44433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53BFF84-0DD0-AEBB-C109-8688CDB2B30C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A1412A54-16DC-25E9-25A6-78EC86DDA62F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EDB1845-7F73-5F4C-7014-77BC0873FEF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AD784D-E27A-C1E4-5A2F-65BABE478928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4E58E2-07C6-6472-1087-E758D51ECF7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2BE500F-73B1-0BC2-7838-87B637D6B07E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E31B065-300A-6E6C-DC26-5FB699FDC15F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882206E-DBE5-7D4D-9C62-AE514BF4EB7A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CC74524-8B87-C014-90EA-E80265E657CD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4428A241-2614-EBF0-25CD-C6D855DF1B0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8B3C2A-E22A-45E9-A926-3C7B2C655B76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C83E083-857C-DD1B-BA3E-1BD541D6FBE4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061859F-EBAC-70F0-FF21-6F3D09AAEF4E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BD9B470-DB84-A903-FB10-8DECDEA594D3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C6D542E3-4DBA-2BCF-778B-BA901C475D3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F281C57-C3C6-3641-4891-BD5264ECCF6F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87761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46DBCB-4C7D-F29F-A562-FE49B9189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A9EE-EE56-E45C-D762-A0AE8105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36AB5B3-AF05-FC7E-9306-FF028745EC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283E6A-383D-F310-B66E-16C6941B1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D86041-301D-0E4A-87CA-9852BECCC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3E0BB4-26EB-5E3D-9CF7-39500FDB41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46F532B-E0DC-016D-57F9-C06F774836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3487EE-EF1B-9CF8-D531-9F53477D9583}"/>
              </a:ext>
            </a:extLst>
          </p:cNvPr>
          <p:cNvSpPr/>
          <p:nvPr/>
        </p:nvSpPr>
        <p:spPr>
          <a:xfrm>
            <a:off x="2535381" y="496404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B0AF08-8DA8-153B-6645-21819B6E24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2" y="4070454"/>
            <a:ext cx="4335157" cy="24525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82D8C1-E340-1E3B-326C-578740BC0EC9}"/>
              </a:ext>
            </a:extLst>
          </p:cNvPr>
          <p:cNvSpPr/>
          <p:nvPr/>
        </p:nvSpPr>
        <p:spPr>
          <a:xfrm>
            <a:off x="5918875" y="3344237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49088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A4861-48DB-4B66-4554-4A7426C73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B1C8FB6-8C41-955D-E240-C458CC076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55D86A8-6E3E-4C28-EC75-44C98FF58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025D52C-F740-EBC4-F85B-F1A45B2526B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41B86F3-517F-6A76-16CC-C6927ADA48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98C2697-3FCB-3062-E3AE-39ECC588F20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C758808-760E-B5CC-39DF-00AA535364A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4AB24B1-038E-0697-77B8-999701B27C8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248A7F-DD2C-967E-FF89-AD9F9F9361D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E963AF9-2F06-FFF6-D616-D2203482944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C01E275-9FA6-5533-32B6-3957BEE3BF3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C851797-E08F-AC62-8131-E2607E72672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D5E1ECD-41F2-A28F-5BB8-826436B6E9E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96912F9-6C4C-E70B-990B-DBB2C9AD030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18D2F4C-718A-4121-8F1E-EE911F6AC776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87FC8BC-2E52-304B-2946-9F03BB8BDCD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D3B82C0-779B-87FD-C405-A72A14FF7AC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0F77014-A649-4288-DAD3-4E0D19519B7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2ED31F8-A7F4-8FE0-1B0A-A4750421450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7410ED8-0425-5C94-A55D-0087B3FE2A9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68D9F73-FD00-9C6C-81D6-57118E347448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9B6ADCE-370D-5DD9-A160-42B51758067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454A30B-2DA5-6536-C2C4-70039A5153A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B8F03A7-74ED-4991-FD81-3568903C5E7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543F237-B42D-C534-7836-A89CB9E00EC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BF567C-5DF4-D574-6895-038877E134C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B2229FA-AB5C-55F0-7B4D-7B1914192AC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20C4B5A-DA7A-8F3D-5B86-5ADBE0AA404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9A8E449-AF1F-F345-6BAE-5B122418658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747AD5F-C921-BA8F-0925-BEC81F2D91E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F143EA-AA19-5443-A018-611E7AA48F51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370FA4C-B88B-1A37-DFC0-89D4A588F5E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DAD06B2-676A-AC17-C3FD-2DDC24175B2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C2E7485-A8D0-4B60-F0DD-BE4BC366798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D14395-E756-211A-7F36-FB6519A8C19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811280-6ED7-4037-BF71-75DB132D6FB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18D2E8-2B2F-F740-3966-0E03B8B72EB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0C8F228-A243-02B9-6F6A-3607E24563D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844CCB-171B-A592-DC02-551B1A70CB97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442F80-7989-CB56-F94B-2691E9CF5BD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922949-BDB4-4ECD-2077-D081E87CE0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8B2AB53-3CA0-FF95-83AA-D84D6676568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4EAE094-943C-A3E0-5202-EB94532A168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DFA5F3-9B55-F08C-3A64-3B42190C6A0B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F304991-72CC-AF3B-B7A3-B030CF79FED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7B386F5-C8F2-7C9F-FCEB-357DE4200A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81D4C9D-0369-7E47-2CB9-6B43111C71E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1E32808-DAE6-B24A-05B3-A83F2D9C68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E2015AC-FF17-B3D8-BB09-128FE84EEAA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A3D7022-BDB7-9F15-364E-66D6E5E201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8169D3-8EEC-4912-20CB-74B8DC0106B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2CB6E0C-B8CA-EF18-BDD4-CC09C633BCE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CDE93DB-3BFD-52C0-12FE-5C4F1974BE92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B7F1AE14-57DB-3657-F145-6924B22CB93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7B0D063-206F-4C3D-FBDE-1F6FF38180A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C57D124-3F84-EDF6-8B8B-41675D48060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42FEA07-F79D-5015-C0B0-5CBA58933862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31E4786-30FF-CB4C-FEDF-41F59B81D9D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EE787D5-84DD-7085-2FC5-0C0F4C30F75C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6131959-03CD-CDB0-EBC4-7BBFBF8C494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807BF8A-6EA7-B23F-8C92-7BD139CC2CD3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688CDE4-B569-A82A-AE84-B1640E64F78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1EC5FF9-CC5D-D481-F100-019F6628D94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59360E2-BB15-40C5-A3A1-34B6E5A32E1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5D5BD42-E45A-2B4A-284F-9DB6788AB69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77E2584-D9B1-A7BD-545D-45C8B9235B35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5AD2600-D692-4965-84B5-96E0E27FF6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A13A42E-CC9D-2AAA-4A7B-3A3151007DF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957CF05-EC73-AADE-95A5-87A692F5B1A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8E64D50-C32F-A345-4577-62EAACA460A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05002F37-AA0B-2D91-5830-03A6AFEDAAF0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C5D78A1-81EA-8FA8-6BB0-EAF4CAB1753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EE35956-3AE8-AC61-E01C-AD5230A6C6E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6BE624B-B119-9D21-58C7-3495019CF2C2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9BE8BF0D-BA0A-6CBE-4DBD-BBF1D884FFF3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FF5A080-1887-59FF-B306-45F450816F38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3FEB8AF4-44F5-E287-60F4-E284AC667031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3971B76-348A-0A4A-1D49-A7E29D5F7DE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6649724-248F-2F06-30F1-36A36660D89F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417DD5-1F03-BA09-A7BC-8F383B7446F3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D1FF8932-9AA4-5052-ACD1-4B1A18EAD12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35B7B87-FE30-47A8-38FA-02D24A7C336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ABEF538-A47C-18F3-39E2-F3679573195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369C17-683F-079A-5824-DED2416EE43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8CD1106D-557A-94BA-29C2-C0B16A945A11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9ACBD3E-4FEE-A3FC-4F70-A485F68A854C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8F51FB3-0A79-F98C-F411-04B0C85EB359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FB5C4DE-A919-161B-D9CC-DD0409577A0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9E73C5B-89C5-4837-BB52-5658861588D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4BA38D01-110E-4587-B6D5-B1E122E9C2F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77BE7D5E-3E80-63D7-26D5-289B3E3C9DD7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DD3AC38-A700-3351-FB90-AA0648A5982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576D34E-6D63-CC51-41D1-C0EA0BBE0375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1F72EDF-8C2D-752B-B824-5E81F988C449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5E72E2D-762A-B10D-0658-263F2ABD51C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AD8368-EA38-0120-726E-23FCA679D07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EE67013-DCBB-E310-7028-A3D7B6F13834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B904C5F7-6EA7-DF43-0F75-A9961DDE8DE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D9C7785-DEFB-FCCD-B3F6-F5B6AC72BF4C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52DCD75-281E-4FC8-43A4-DAF1CD2B6800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D508F61E-7AC3-DCEE-FA27-F1E62F6B0BB3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9B43728B-EDA6-65BF-FAE9-79E15DDA6060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C1AAACFC-9DCE-3E7C-A02F-13D5A3D42904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F1DA6DD-F97E-610B-0F3C-DBF8340AAF92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3522016A-9315-F155-929C-1AC2D6610A2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23ECA6A6-FC11-7791-64CA-D66A60554D54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4E80B75-A86E-96C9-9F3F-F12FE5DAD425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E6B08C8-C628-D7D8-B73D-5BDEDEADEA0F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14029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B8F95-7397-2605-31C7-98278DBBD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3D006-9B35-47C2-02F6-40FF52EB1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986C1B9-A0C0-9865-0AB6-F1D9C387BDC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D10733-1DA3-4C21-AB02-9D3983BA5B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AB3DA6A-2DB7-7DA1-128E-4BE0CEC58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F96E50F-D6F1-C600-052B-DC7257C0C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5A910-5BB5-EBE6-E3FC-EE8B70DDD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DEE4098-B3D3-E1B5-FDF4-1E22AF213A9C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DA6C92-2ECF-72C2-9A8A-A7B8571933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1971" y="2312440"/>
            <a:ext cx="6271305" cy="38953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579123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C121C-33BB-095B-5646-CEA17B6FB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3ECFE3-D899-0EB5-1494-51DA510C8F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6B8C764-4CC5-3ECA-5CA1-2510882DAD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2AAA9E5C-32DF-21D6-CE60-4948C79F604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BC55D32-5F68-9DCC-3C31-4B1014EA2ACA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7A52E30-59EE-F9B0-4A9A-05363A5EA6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886A77-BC84-10FA-3D3C-C605705867B6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1A18A8E-59D5-1352-0ACB-11DAEED8CAB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21A25E5-9BFB-F05E-6947-F284F4298D1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AE7A33A-DC6C-99A8-A49B-E4ED77ECEBC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F1C96BA-4E9A-514E-879C-79CEE37E715E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065BD7-EAF9-7803-C3F6-E2E5A95117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118050D-0D34-0B6C-7B7B-3DFBB050359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48EA5C0-6C4A-78A0-C587-C354BB96789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C7CE3B7-69A3-134D-D300-60F010841C4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144831E-C31B-E273-61A8-2CA1D8FDDC59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4ABA13C3-18EE-E2BA-C8DF-ACFC968F0DD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AFC0335-5413-C928-8B9E-B3176ED98F38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7CB9A0D-D5B5-7BAC-593A-39B07ECE08D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486E58B-F909-5FD6-7F70-F49C916190E5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9A7B170-7A0D-3E98-DC86-C3B3569283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43ACBF-D317-E7FC-FB62-33828680D12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414B0C9-7666-7ACC-D2D1-BA24F00B809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095706D-A5D7-D099-2DBF-ED39B45468E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9F18E0B-F31F-CCE6-D568-9DAA562A740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B67A962-F6F1-673E-A2EE-135B4F9797D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FF098E0-5D40-E238-74C1-8D9110BAD24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B8D10A-CF4C-C4B9-F5C8-42073ECC8E0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BB6D488-2526-4F88-FCB2-75951103BC8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44A817-700D-9EC9-C3F2-1ED860F07A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8F50C7-0426-8BDB-A27C-FFD9063AEA8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630C8FC-5AE0-B6EA-2C8D-9F7903ED1E6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CC5464F-50D7-21F8-FADF-B92DEA40B5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44AB1A-B475-1CE2-6E98-642EDEAB66D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23915D2-C790-7C52-4899-39BCD6C4CA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0EF7C5-A966-0254-97E9-3B53F782CFF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6A92BA0-51F2-7094-BF85-E59194954A3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1F3C247-74C8-ADA2-4A64-63096486951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D0B8ECB-E453-ED0F-90B0-7340EB6421BC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030BF58-78CF-BE97-2AE8-02CA8B3D14C2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E421B3-3025-DB50-81CD-467A2CF4911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3BEC98D-3EC8-4597-F587-9701B3917A6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73143D6-F257-0654-9B54-6C38AE2D5D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5FAEEB-065A-5633-6392-7EC400486771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015C104-D8AE-7630-579A-70A3D9ECDD9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D1E099E-25C0-7651-0840-E30BE48B1810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ABFFF8-433B-86EC-BD47-408768AEF57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E54E2B4-36F3-EDAF-AEA9-771854FA1AE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3E16DC7-7C8B-5D29-EB0F-BD68D464B450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388CC42-844E-686B-0222-1DBEADD481D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AE4D26E-7FDF-F097-246D-AA88AC8F0C0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084AC7-E28F-981E-6495-4B200B41B3F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D549E0C-1D22-AF3E-CC48-FF84FBBD1391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50F7FC-F732-4211-8126-DAC68615144C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9A37BD2-7F38-9DC4-909E-A1F58031C32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24F5EE0-4667-4CDD-3297-404C18B710B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1E4464D-E1E8-89C0-A3E7-5CFF145A04D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EF5BF56-6359-80AA-D690-EA8C0C2B7F1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2175DF56-0CD7-0468-3E88-4DEF0625C7AE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96AF86B-6583-71F3-7114-0E70BD5129E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6662C47-A04C-D8C4-5D26-026387028C3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81297570-767E-48DA-D58F-21D85949B4BD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E71B84C-A2EE-AA8F-ABD1-C65B5764FB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CCAC409-2D8E-9AB3-33EA-F834D9106E3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ACD6C2E-8BE6-1364-DE65-0E4401FC6BC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776E11B-687F-FBE3-5E98-52CAE49BBFCE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16D0EED0-62D7-2E09-390E-52994C528D6C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F8F6E33-1636-A7C2-6955-575AA91F394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9C72F2B5-B8A8-4F05-90D5-736E2FEE98F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79558CA-1FE6-082F-285E-1B136AC3916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4585DEB-5E92-E388-E8F5-964A5366F1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147C9822-FC32-A68E-B7CC-51F26ECADA71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00B6F52-C824-BF5B-4493-3F994D4DFFE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A4F0E55A-FD32-A86A-9DBC-2AF2C100FE63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36A6D8-95C4-94BC-6631-65B7000C2AA0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747BE9C-07EC-FA16-921B-0D96A9F1A9B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CF81D02-044B-A802-797D-6F6EF4A167CE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50F2FC4-C105-1777-7D79-E34187FEE919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8397737-C691-61B3-2C19-F77A81330944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BACDBD9-AB45-6B8F-0635-7F329BF37B05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9A6EE644-AEBD-2236-454E-6C5430E46C13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5B594E5-C634-31C8-26E6-EDE07D931322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159B656-7D10-9A2A-48AD-4A17DA2B4E1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306B1C4D-21BD-04A5-C73C-C4FBA91FC10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16F45F5-DA1F-3FE7-34B5-4214731B5B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2AB6546-5859-E4D1-964F-52283FF98E9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2D610F5-9595-B817-577C-01FEEC79C8B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B856EC-6D1D-9BD2-8508-9090AC4E219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D15E2E4-1484-3AAC-5A55-90FF23E0122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75FE91F3-DEB6-74E3-D5EE-A39F7C8F164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9A7BAAB-905D-A2AF-DCF5-545DCD8D7AC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BB678527-F425-9476-1088-08A40167839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FD847F3-5561-F1E2-AD7D-7FA9D251F86C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719FACA-7429-14B2-B508-660803A17ED7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F1F7E95-FD41-A508-742C-62F19E20D935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B682D-C88B-2C67-110C-DA19052E58C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299204D-CCC3-6A58-7D84-B0BAF33B996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A08B93C8-ACF2-8406-56B7-800CBB8F26AF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C51560-ED54-A2F2-8483-9893A7ADA8F1}"/>
              </a:ext>
            </a:extLst>
          </p:cNvPr>
          <p:cNvSpPr/>
          <p:nvPr/>
        </p:nvSpPr>
        <p:spPr>
          <a:xfrm>
            <a:off x="4025900" y="595878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AE67DBF-3BBD-A773-3075-3D8C90E269B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C0D1DAFD-16F3-8773-B02F-01A8DBC579F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3A418CB-50D7-2B73-360D-F604A331CAAF}"/>
              </a:ext>
            </a:extLst>
          </p:cNvPr>
          <p:cNvSpPr/>
          <p:nvPr/>
        </p:nvSpPr>
        <p:spPr>
          <a:xfrm>
            <a:off x="5961063" y="5655573"/>
            <a:ext cx="749300" cy="453123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95DF06BE-5D6D-3D7E-7EF4-4AFDEE2BCFB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41E4D5D-0DC1-437A-5C1F-40B2D7F2F1E7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4F8EEED7-57EA-9C05-FA74-55912BBD364B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308B6988-AC54-CA25-5B97-C9DFEE572669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51469877-E7C9-C107-72F4-D501A92BBB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52CA04C9-06B1-080B-B539-542AF925EF11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499D5EE4-8133-E8C9-9414-1DF95569B554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78405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175FB-813E-7C7C-DDAC-D311FB652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2438-015C-4BD0-15FE-0933F0867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27F3625-2EE0-0BFD-9441-5060CEAE9A3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2B9B79-2598-512C-1640-F1959ABAAE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E92B24-393C-B61A-3151-ED63822C4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0413AD-C838-26EB-2B85-7EC6E80F60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4F7B37-0EA4-1B75-1426-629CC224E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D43977F-758C-F337-1E76-5F44765A9C57}"/>
              </a:ext>
            </a:extLst>
          </p:cNvPr>
          <p:cNvSpPr/>
          <p:nvPr/>
        </p:nvSpPr>
        <p:spPr>
          <a:xfrm>
            <a:off x="2504901" y="3531483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E26916A-E79A-73B2-0E0D-70D14675F0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6835" y="2670720"/>
            <a:ext cx="5747502" cy="2754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9204942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EBF86-E346-601D-E369-45DCD9738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B61A101-BEDB-1F57-7AAD-7F7F1BEC8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1A4CCB1-B7E1-4B6A-2922-B23F8C2D0A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3BF17F-4BF1-7C45-1555-26138945CAA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DD3D21-8D62-1D06-9B0B-0F5C40D3D7D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96A245-A64E-99DE-990D-700CAE76A384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FFB7E3C-060A-6FBD-0851-922AB490D8A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7F7870C-D892-734C-B0C0-7BF4E9B8DD8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75A5092-7F4A-A76E-6D7B-E2A5B43520F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9637E05-9B37-D2AB-B171-4DF78596C72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0F981F-914A-01A5-A760-2DBF71F525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E31B1FD-39B6-9FF9-BA31-554FAB8E40D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4122091-256F-6B7B-FB1A-3A91FD141103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57F9B0C-B332-CFF7-4256-937D98D04B5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A9F22F-7449-5EB4-33B4-9A7EBFF11D9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8659C0F-B62C-A17D-C609-6BF8E301E9C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50DF088-FC6F-3BF0-66CC-F646F09F7D6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D97D6C1-D0E4-7A68-FA7D-BC12F972270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530DAC-4D88-2E65-C8FD-0224B820529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6A5A82-513C-3962-BE19-D720EB7AC09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C392ED0-A195-7C6F-5911-8653EF87654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55CF7EE-04E2-23C0-3074-8DE60510DC69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76EB5A4-714A-4D8B-1905-46C8DF77168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23CE0B44-26EC-2BB2-DD7F-B2EC624F3D5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BF2A2C0-9EAB-2B5F-09D8-500CBC613E76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CA1072F-AAFD-9904-C30F-47075B87AB5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4159DA2-5359-1A1B-2E89-3E06086E9CFA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A6684D99-82E4-5CE9-B766-CE618B8CED7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A300EE1-EA67-51E1-7EC7-70D7290C7FD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E1E06A0-4090-5C91-8942-D483ED024B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178728-8C70-BE32-6076-1182D5CD07F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16BD573-0826-AFC2-00B8-524B6BA7A3B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D5D303-4588-912A-61EC-3450F116EDA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2238D1-0000-F820-2A9B-68C6FD40ED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5C7E2C9-AE4B-5CB7-61F7-2CE4F44A9B0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EA735-8883-8FFB-2B50-BFD9C9C1AB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0C58C3A-8C22-1B85-23EE-06E18C9F25F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10372F5-2CA5-9353-830D-618046A70CE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518406-3974-AC41-9C18-7993EE6408A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8C189B7-F53C-5306-70F8-77781FB1C90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F6BB6EF-AC35-39A4-940A-73576FEEC39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DD3FCFA-7FCE-83E0-C23A-58F7D117524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60C86C5-28DB-B39F-0BA4-3983783BCE2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FB1E4CA-0941-06CE-0632-558162183AE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734A3D-3B5A-056A-5B88-318DC8B2557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A24B2DC-0033-A846-8572-6B3E04BE40F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764064-2FA6-353C-C3E0-BDD2051EBF0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046A0EA-A230-F61E-AC37-49A3326915D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40293A1-A5F3-7570-9F75-BF6DCCE5AEE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9416074-2B3C-950A-E730-051A0387619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BA3D3C2-20E8-5197-BD47-B68F5A23867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BC75C60-6572-F8E9-B659-BAFB390E2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25CD493-B88A-F913-DA2A-78D23DDCAB7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8C753BC4-DF53-87EF-3CB6-48B15A82D95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56797B6-1300-3A06-B240-DBB3BF1C309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7D0C396-1F12-BCFF-E276-21AB147DABAC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A07C4-288B-010C-1C77-7DD29399CD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17BF167-A372-EA91-1931-18F6F857077A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52B9811-AD89-A3DB-0FD7-8E94EA19F8A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6713728-344B-479B-9112-4E0714908A8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54F9807-2D26-B2FD-2D73-AE0C2B96FD00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3D0ADC-8E81-1DDA-3874-02DF81BD6741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FAE08E0-F6A5-BFC2-A009-D17E6A36F91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CF7B58E-C448-CB36-DA32-51B75EA5E63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164EB01-3840-D8E9-315B-94190F217FA1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6F7B5C3-4A4A-0077-7BF4-7852F172DE7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001DF91-1228-CFAB-5544-68DE09335446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F5A46FB-F9F4-CD48-E401-6037178D9D9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1C5F10B-FBD5-077C-D04B-92F4200EDF8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3DF8014-5C2A-AA92-D4C9-EF4D8B7E08FC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2FA2AFD-04A2-172E-E00C-51091611473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D24EC6B-7E10-F74F-1D0B-D03CBD012FF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20AFFBAC-CD5B-1DBB-B0AA-DB85198AC106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E3B36C4-CBBE-082F-21C6-AE20E67F2CA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EE83668-491D-339B-77BD-743222230628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A6819FC-60C2-95B0-2D2E-92C660F13B09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6C98A05-F5ED-8876-A4CD-4B04B043974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7D46293-A775-B281-62EF-5AEE7985E682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A5B0F62-D83A-81C1-1F22-62950E0BBB0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ECC25089-F350-81F9-9FB5-5BA8360C6E62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7E5C0BD-7782-7672-AADE-4ECA810D2CC2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70E89C-FC5B-5536-0AD0-4660B007BE8C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D2F216F-35CF-8290-B9BB-E819B35A93AB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30F51E3-DFE9-598E-BF99-82E4C0A7AB60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72AC5C52-7CD8-4C7E-37F6-D598AB36318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CE08B2A-FF6C-816A-0217-8BA254EF401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D3B5B93-02D0-5AC4-647F-BE5DE89F70C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1BE011-6559-25D2-E041-A0F80FA33059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5894C78-B645-73EA-6A2A-321307DCAFE9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A5C209BB-9176-4408-2B98-76EC514EAC3E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133701C6-9EB6-49FA-6C62-E6E1F26C8A4F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2E283FCF-4A0B-5F18-A54F-C25D19704EF7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30E3B67A-18A4-779E-BDC4-AF769735A632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6A9CF197-F037-7C29-5130-4797F9E5552F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2A4E81A-CBC4-29EF-122E-6BC9F907AD3C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C1B07A5-084B-217B-D90E-8FFC56A149B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324AFAA-0356-7A5F-01FC-3B99294A54F8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C19B47C6-5C1E-7984-E877-621BED873D8C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A3D9911-BDC7-2B03-10FC-C7BAB014ADDA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36FBFEC3-B938-6E9E-D3E5-CEEF316BF9E7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08F8661-92F4-9B1F-AB94-1F38CE982BB6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FFDADB03-244B-5BB6-16BB-D75641FF5660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2839F693-01AF-B09D-45EC-5EAD7C6E0B2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12101E1-8B20-C425-3574-A982B3B8FD72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1241E62-272B-E7E3-418E-767633F90AB4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FAA59CC-40EC-808A-1E53-4ABB985589C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6FF3360-19FB-4D52-E0F5-87C2E95FBAEE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5419CDD2-1B30-7B52-ADC3-888B772E13FC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86E0B9FB-6FE1-23F4-F494-C41D60783841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70C95A8-8465-0802-5E5D-80533B28C029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C6AAE04D-9CE7-3F93-4CAE-18D136F34B55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AC524AF-08E8-F5C4-4E68-F8263A27B907}"/>
              </a:ext>
            </a:extLst>
          </p:cNvPr>
          <p:cNvSpPr/>
          <p:nvPr/>
        </p:nvSpPr>
        <p:spPr>
          <a:xfrm>
            <a:off x="5950268" y="6284118"/>
            <a:ext cx="749300" cy="534987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4531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EA03-8AF2-942B-395C-4BCC0B348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AB3A-DB48-0DEB-5F33-67CBE4AA4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F2D23A-9155-7E9F-574A-8AA5739D4B6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A8CAB3-CC2F-9E11-46EE-A82B52A76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905F06-A1F5-615C-5BC1-424009BA6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A58185D-AE4C-8725-81ED-CF1A51361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69B2C1-0C4D-D35F-A3CD-B00F6FAC25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5BA562D-318A-51E9-423C-DF2C6C783AFC}"/>
              </a:ext>
            </a:extLst>
          </p:cNvPr>
          <p:cNvSpPr/>
          <p:nvPr/>
        </p:nvSpPr>
        <p:spPr>
          <a:xfrm>
            <a:off x="5902511" y="3429000"/>
            <a:ext cx="2036618" cy="1687815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30CEBC9-B64A-73B4-D606-EE3389BE88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9214" y="2220111"/>
            <a:ext cx="3519079" cy="410559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7315304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E7CDD-01AA-451F-AEAE-0619EAA4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6251B59-58CA-DC62-614F-6B5BFB2B8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9E6380B-A67E-7758-3299-464533AD5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7B1671-E7D6-45DC-D3D5-B4E8EB02BBB6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F2FCA8-5C90-F284-48E2-04A77FD8105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429AD61-EC4F-A4CC-E68E-C5D8DCA9288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4FEDB4-1998-1807-488C-61D71049B5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0FE1AEA-1F88-DB1C-1D5B-C71C254A87DF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3733742-5E36-DED0-EC11-92BBCE4CA5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FF7EBF0-993A-4E60-C784-83CB36D7896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784AC5A-370E-6225-B84F-FA5572BF27C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6ED23F6-98FD-A2AA-3095-4536A28D31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93C195D-D7AA-FEAD-7875-4195E61AD14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4C42541-8B85-080B-C042-9A303FA7B62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694613D-26B2-B85C-B550-A9F56E4C1DB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52DF8F-1206-CE7A-848E-294450C56E2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8B593A6-0D8A-A5C8-BA6B-A41AE8B46A83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464185-C042-B627-5C47-F98E26D12F5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B5CEF-9D31-13C5-F236-AEEF3C52A31F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F5B0CD8-FC33-B3D4-8C96-90C0B41F3AC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3F97772-9033-21AD-E44D-D3BB14006C0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E90E85E-37D0-DD69-CDBF-E7E6635AC5DB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0720F0A-1153-CFB0-74E6-927311A9B2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E18112-D4F4-3D3C-EF0C-2A14A154EDA5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6F6329D-A6FE-251D-0C4E-096008ABE685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040989-8009-9124-7A02-5D7627AD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98F34E4-4A2D-6648-8C67-D9B0D706FCB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F52E01EB-CF12-820A-5B59-79109906AA7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0158EBC-1E8E-FF87-4A5E-D31E204816C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F452FA-4296-BD44-ED16-AAE73525DE9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4B5F3A-9336-D2A8-903B-3B4F3EC2CB6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91CC60-A1B6-7092-1CB7-07D70687046C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D4F822D-DDCD-2363-7AEB-779EA9F7CC8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2FB1E79-42B6-FF79-6565-0DA138DCE26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EFE2D6-3210-0329-07C2-4E13C00A80A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EE78D26-49EA-0788-85F4-B4890F5548C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4D111D0-60DE-E0D7-131A-16CC242FFC8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B182E14-80AF-E96E-04FA-974689FB222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8C589E-F0E2-9A1C-65D3-F34916F2AE1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D4791B6-E872-A435-E8AD-14BA43041C8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5F6219F-15CE-260D-00F8-BB96AA4587FA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DA05B8-C0F7-37AE-1BCC-EF58D2F51E0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8A3A73D-4579-051C-A8CB-EB75C2F1D23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986DB6-F95F-5574-2F89-DD12E6AF4532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0A7A8C7-04DB-056F-FCF7-E0AE2F3DEB9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DC9D74E7-F831-B704-7BBD-0B94D10BBCE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A5F985-1659-C2F0-D933-E38C43323A4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BEFE50E-421C-B13F-D8B9-F65A14B8BD36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3C1275E-2160-6F18-F1F4-A30CA0D53A0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0355C99-B4EB-45AC-71DE-70B7FF56DA6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E902961-9C9D-A3AB-6657-20E2891D8077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D8C07E3-23B5-FD38-D553-6415F95ACE0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31E92F9-6FCA-FB13-CF8F-62A4A96AD06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591B1E0-4B4B-F7C1-733E-9B11F0D645E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4B177A7-CF18-C611-15D7-E7AEE97D517C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783BC99-9484-26F8-6CCC-67BF76A8D882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4B83D63-7006-2221-8196-467B63B8AF0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C82A09F-956C-8471-E344-36C99A3CA1B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09A5A22-3AD4-5473-527A-8A5A48001DE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177A580-4D69-2B4A-8B2A-42124F78F00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FB01DA2-5640-CBD3-6D9B-0C8166EDCE2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21C2774-6088-B225-9EE5-A723DE397FF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35D2F75-B904-FAB0-3162-1741F929CF82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362830D-34A5-A574-8F82-96B6EDA01666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C62AB61-AEA9-B6DE-C97B-67EE906560E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586B651-5AA1-E9FB-F7C6-7EFDB04F7C96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B5B5E16-F7EC-2467-7E56-1FDFE8BFFC78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C109008-A58A-B783-9B93-77B6106A2FE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60107857-FC95-B434-CEBC-BC049C66E05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63C4A64-A520-BD62-DFA0-418736FA715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3280EBC-B0B2-2D0F-E194-5B9472B0F6C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C7D48F70-99F1-4037-8715-DB323C5CEDB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EE25BD25-8E33-2925-B70A-DA32B0D2F3A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E0DF126-0C19-B507-AC23-66C74D5D942F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EA2E3362-36F6-A62C-C55A-BD45F19594F6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B96720E-61DE-B337-2358-FEF275B2358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B1FCA2BB-CCFE-5349-CD89-5EB692F0F1F8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2140868-BE9D-E754-10EF-358BEBAF11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5FEF44F-036C-E3E7-6B6C-9A9220A15786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2506D539-7BA4-A4F6-8C52-465337B9F50C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F6105C9-90D2-8D56-E78D-A7E561DD852A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92E1C21-21EA-6242-8389-4C9A8A5D6C05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86BEDB4-C94D-57A6-D73A-ED58243555E3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07028C-0FAF-E128-7084-94ABB3082F7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EC23238-4EE9-F859-2EF1-6F0B4027EA0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73C3DDC-7EA8-C881-38EC-C8CE2BB1B4CF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30F76D3E-1B25-3810-A3F0-7A38994DDB9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C058788-8D7C-33ED-2DFE-84909F204DE1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46BC8DA-F9E4-8C22-F887-7F2BD02A1AD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07C0D21-0CD5-8418-6F96-94C1D808418B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CF9613-82BB-431D-2A53-532AF6892ACB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862C4A88-F579-432D-992E-A1DF769C89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590445CC-7CB5-3C73-04DA-DC2AA8BAE493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D35B43E1-91D8-B0CB-94B9-0A329DEBDA46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19F4B05-9B6A-6E3E-60E7-C658A6BADC5F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FF144090-A559-96E5-A088-0AD4B6B071F2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D141C50A-EEB0-3F2B-A765-A874C941BA8B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2C61DCDF-98FB-30B1-897D-8F719394E509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12E6D31-6741-EECE-AC43-D5B9885BCD09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8BB096A-5F68-1E06-32A6-4898F5943657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168FD6B-5FE2-1D8B-5809-A61738BBE09C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BBB0006-0B9F-57A1-3A4F-DB980F97CF41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70B172BD-000E-99AC-C736-5A5A17D1C6DB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A8E535B4-D394-D666-E342-1F412F7240A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3AB3220F-A669-8DB1-1D41-E68B683A896D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9FD47BC6-AB74-62A0-5AC5-955F19D0056F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EF7F91E-FFF5-C9D2-5E03-D9E0A97CBA84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9C310FC1-50E5-E7A8-3E82-CB0C7012CCFD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E90DA84-7E6E-D3CA-2349-033A7E80A051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46469322-EBC2-DD19-5E74-9A9A453BE93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B339157-0231-D747-F255-C58937C8275F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35B414C-B6D5-CD8E-1582-B68EADD81077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B1F14FDA-CB18-0DBC-9C0B-7546CD758424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3C31FD47-85F9-465D-9BF9-63E546C567AB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458EDC06-C5C0-AAF6-8A0C-20DCC9AD393C}"/>
              </a:ext>
            </a:extLst>
          </p:cNvPr>
          <p:cNvSpPr/>
          <p:nvPr/>
        </p:nvSpPr>
        <p:spPr>
          <a:xfrm>
            <a:off x="5950268" y="6284118"/>
            <a:ext cx="749300" cy="534987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86680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3D70D-292B-B5B8-9C01-8E7862A10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8E768-7395-31B7-A1F6-C68D7E17F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CDAFD3-666B-3975-83AB-9979DD7597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38485A-D757-4100-50FB-0E44FC889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38F430-9D75-CC82-840E-43291EAAF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FB4777-38FE-38BD-86E2-99C0089DD2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0994E15-41B8-BA04-F5CA-9D7AE24E9E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454DC2-D94D-3E96-451A-7938679E9A0B}"/>
              </a:ext>
            </a:extLst>
          </p:cNvPr>
          <p:cNvSpPr/>
          <p:nvPr/>
        </p:nvSpPr>
        <p:spPr>
          <a:xfrm>
            <a:off x="2580190" y="3344237"/>
            <a:ext cx="3424369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61D4A-1F4A-D606-5F99-56BCF708FA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7297" y="2002718"/>
            <a:ext cx="5390284" cy="421520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99620318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1D194-6746-C206-9619-0D11863B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B01B267-86AF-C451-0BC6-DC477E462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1550DCD-06E6-B8E1-1960-7F4DDF55D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783D4DC-FC1B-820D-2066-172779960A2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48202C6-2CD5-B268-A56D-0138186BAFC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2C04D06-5C19-82B0-5E3B-D92F8D9B1D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8D3D0B-C43A-A5D6-9238-F05E3E39763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63A8C8F-4A56-1A83-7FF6-C6E0CB8D371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1E13F0D-B53A-CCEC-9370-2EF33699AFA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696C03B-92A6-52E6-8C51-76F080E879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5A429B1-CBFC-A549-DCD0-736A112431F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4203079-EA06-1B1B-2421-AB50D38B469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135FA82-1BAC-FAC3-24CE-8B32FFA2746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3ABE3CB-ED1D-DC37-83F7-1ACE60BA905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918DB12-24AD-CFD4-0AA5-9461AFD3C618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B49570-72FA-51B3-0ED8-81D1C4C89684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C44821-2B1C-7D37-BE9A-955829655F9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AA8032-8F7E-1C44-11DE-85F1908AF65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3F06B5D-87E1-F78C-FE90-E4DABA559CC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8E3823B-E640-501F-7321-82DBB94BF37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83AD701-D994-E402-741B-5955221BD9D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0A5E9F0-8485-076A-B02B-F370F64BD42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23B7FAD-C7BD-F0DA-D898-77D95500CF7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4FA417C-59F4-6424-AF1A-695E146A5D9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83D969-21D2-8EA6-2158-4365C901BD04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1B73E28-CF1C-8E60-916D-C0999F68D35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4F995728-F90D-10E2-755E-3286E900A6E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C1670E75-AC53-3A29-9F87-CB2DAA89B26A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C13FD97-7F8E-27C1-4925-7E1A50149D9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3D9507F-9FAC-CA71-C00E-EC1EE5816A4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73EBB17-45B3-870F-6DA8-CAC8197F090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D604FE3-2799-DAC0-E39C-A4F9C5B1B8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3A8C5A8-0077-8957-ADCD-4CE53D0C3A63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65C93-848A-7E55-0567-B88EDF6ACB4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4D6F96C-A5AB-5764-FE39-79B5D98B6882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28B503F-DDE2-9D5F-91CC-EEB73F31A76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9087497-CB00-E04E-1382-0A8AC7D9DE7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DD0248A-C780-D801-06D5-72C1281EC05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D68666-A091-062B-AB44-CB90FA2DA44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43576B3-0BF2-4B34-C50C-53F47F7D22A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C931EF-EE4F-2F6B-684B-89A47C76982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B9E988-BAE1-549E-EC5E-E6ECAF54F23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E8BD4AC-50C0-9F6A-3E62-9D70B46EA42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44C7C20-5453-652B-EEA3-F7AB248DE0A0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CAD0BDE-5034-74E6-E28C-85376C4D70A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0BAF39B-3958-81E9-4241-8D0CCB44F96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3171676-B012-439A-5280-DE709BC5EABC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FC70CC1-314F-6BF5-7CCD-9DE6FC372CCC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D3D72CA-026F-B8DA-08B4-DCA10C52F20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D7028F4-919E-9F0B-E6F8-09243A3BD216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B46F229-D4D1-6170-45A3-079F822B8F9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9F8B792-E17D-3F86-3367-EFF42BDE852D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8DFE5B6-A972-8DEA-B633-62BB5A1713B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CBB2F9C-BA6F-854E-22DD-447698D0844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7A1252B-E299-8D7B-18EA-8BFF2DBEE3A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4F9F5B8-BEDF-19DE-5547-6C6876F9F15E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237695B-EF9B-9533-B570-50FA96A37F2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9287854-4586-2C53-D096-E28340D9A68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CB147B1-06BE-6C0C-74ED-A196EFE67A9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0EE2EE6-5667-ED43-DB20-814F841367C8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D0BB7E-1294-EE37-EB38-8392B05F957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855CB33-CEA8-51D3-9C4B-F30B81DC8D3A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E46193D3-52B5-4BD8-2012-8DC0A53C8D8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9C04750-98A5-A45D-1B7E-266463807B48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02BE34B-A5E2-9DC4-C4D3-D844E0AA1EC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D520369-CE2E-C365-89A5-E82C99C1966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C0A5491-CEC3-403F-88DB-F0FC422C378A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272CA01-C94D-B5F7-1BAB-05EACD8F941D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12E6D4-0142-1E14-E4AD-BB20BF551F8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96EE370-BC11-1B70-390F-EBC017F3410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6CBC19CF-AD7F-B11F-2996-B69BBAFB9C9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01C71CAC-2785-DB52-2E51-586853045515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61727373-0BE2-78C3-7E7B-E642D8DA5083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9ED4443F-E7BA-C50E-1C76-705C3C4ADCC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A1712810-CAB3-C0B1-B896-FFAD33152C2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6153ABA0-ABA6-F554-A1F1-85F0A69D95E6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CAE1CF30-7FF6-4769-3454-30467C4ADAA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DDDA0F2-11E3-08F6-2117-AE8F04004BA8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B1FC8DE-7CCF-8564-B3C0-8A54E013FCA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1C6F27E-9DDA-F903-9F98-0049CD080CF4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F5EB9AA-0CD1-2FFF-8F2C-5998C6BB1025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5B28A9-C7F0-33E8-5629-A63E472F97E0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ABC6759-D527-DCAE-1DE3-453AF3C6EC79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9B8A0DA-77C8-6F9E-317E-7C07233D8E38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019A140-9A82-8D87-B3DD-96271252911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86BD7BE4-2E92-BD47-7E8C-DF05CBC40DBB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BC86236-1D1F-DC0D-1363-AC1DCF74D0C4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AAD504C1-0621-9166-C6D3-B66BAB6ADC6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FF706B23-976F-42C5-A776-A631A27400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CC3B13B2-9CD1-B29C-6CC6-FCAB9289A944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662CE6B-1248-1FEA-CB60-BC6B2F60AD32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C2BBF90A-8242-A9EF-4A41-E61E48D47DF0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4BA59FEC-66FE-DE25-6F88-45CA179CFFF2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D977D8E-0D6F-56B0-95D8-10D9C21F70A2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67AA61E-6115-5538-E421-D62CD40986E6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65FFE1D-09BD-CB20-BAFA-78EE4C02E82A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2C2536AC-9ABB-0B16-F999-AC6081852E15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41D8088-5FB5-7D32-5EF6-BE466F9C7D08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1CB54FB1-2356-660D-1252-97CB9BAD270B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F0E75DE-ADF3-1C57-3538-F044D4C4B7CF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85059C16-4B04-E861-6EBE-169C80D74DC9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DA1AC1D-66AB-EAA8-B2F0-9DBB0A8476AF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4F2BE45-3F4A-8C5E-618B-8363A158CC36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FC6EACA-EE71-E29A-F984-97DE68F38DF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A0792FB0-BC65-DEF5-6DCA-9C2E92A41D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3C446AF-9586-70B6-F997-E09DB467E920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BBDF53B7-7AF4-BE70-5D7E-72C72BAEED98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5DF466C-9BBA-637E-B6D6-9673A12E25AF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33E0A93-D206-D60A-B83C-A593CB3A553B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5FFA22E-E59B-B92A-526B-B8FB7E27E51C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BB6E3F7-3F4D-FA11-4162-DD465B3AC90E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804B3CA-A478-8C97-672E-3170620149D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F9A40D7-F06B-32FC-5C47-AA6245B9D933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F06B30AF-5E1B-FD17-0A27-5E0EF585CC9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BD62E5F2-7721-6285-4873-0182E6341503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28B81E15-B368-95FB-D585-C48D28AC2B9E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DDB2983B-D632-2EBB-D65E-24C0013DFF35}"/>
              </a:ext>
            </a:extLst>
          </p:cNvPr>
          <p:cNvSpPr/>
          <p:nvPr/>
        </p:nvSpPr>
        <p:spPr>
          <a:xfrm>
            <a:off x="4021617" y="5467447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34572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1679EF-984D-A589-332D-81C583BA2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3965F-0FCB-E6AC-1FF9-A9CED83366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99E483-3E93-30CC-CDA9-F2F6409B70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428D01-9549-DB3A-34FA-AEC8AF578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573785C-22A1-337A-6E2D-E61F81EC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B55544-62DD-25F3-AC63-F4E5FA499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49673AB-5E6A-3013-A2B4-0509718DBF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E9547DB-40E5-946B-ECD9-AE349D430DCC}"/>
              </a:ext>
            </a:extLst>
          </p:cNvPr>
          <p:cNvSpPr/>
          <p:nvPr/>
        </p:nvSpPr>
        <p:spPr>
          <a:xfrm>
            <a:off x="611242" y="3344237"/>
            <a:ext cx="5393318" cy="172560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487C5A-B249-9005-E788-06388DEA50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0911" y="2028118"/>
            <a:ext cx="5370735" cy="39561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1411467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A1484-B87F-7E2F-081B-992D46630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5C97A88-0362-3981-6394-28FA7AFDE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5968492-C6F0-A03F-D2BF-DF536482A1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36ED5E4-C4BD-CC18-15DB-C706F2616EC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B515C7D-BD95-6096-F023-7AEED453BFA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E608C3-3A4F-B7A1-6D3F-C5C213C16F93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939EAFF-B04B-095C-B21B-976F6373C54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129B090-1729-966F-5BFE-7422F213D93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47BE966-E1B1-4611-47B8-03AB42F0114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F58FFD-840A-06ED-0F5C-7BA0CE55D73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B42B77B-A5F9-EA8E-99CA-9CF0697A1347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048AB2D-E93C-CF02-94BD-2E1D01C00A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201DEF6-BF3F-4E84-0C5E-066910048DF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BDC2496-0383-332D-6836-EDCCE97D1634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6624FE1-9656-7AF0-ADE1-6F68D745A90B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19AE21E1-5E1B-0DD7-E618-E48F1991FF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A2F12E15-0D27-DB1B-47C4-8605A1EAB83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F9EFC46-1BF7-C953-2E37-EF8F1FA8559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0525735-4A0D-4052-AB93-C58B8C96033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5905C38-93B8-3A76-575A-E3E54CAE0CB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7DB7F4C-2F47-2975-FC53-8505E5575FF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F9D854B-1419-F252-EFCE-E8A963A898C5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E85C61-AF94-B86E-D457-BA725FFAFD4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D62D3A6-4225-961E-6A88-B828C5698D7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762A236-36C7-7145-87F7-D0D817F9B5D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B2F9EA1F-AFED-0F27-A28C-6E7C786B019E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FF22685-81B2-71F4-086C-2D8BB811FE5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DDE7797-A633-14E3-7E31-9E884C1754F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5B4D5E5-3EF7-915C-0A2A-6E46B17189B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3B2D3B5-717B-40DD-B0A5-9BA131E2EB1F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90A9BB-AF0C-7C44-1C6F-3C5DD180479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BC0407-B57C-B6A1-77E7-E802F029AB2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41A7462-1614-E714-F0F4-8CAEFE18108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6EDCACA-E791-34AB-E81D-2B1E1A6210E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8DD393-5C80-AC90-B8AA-0FB992DBD6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4F63BE4-E972-B062-587A-B032AE1EFFA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A4AE0-EED0-E925-A892-8A07DAEC653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43C84D9-6FDA-70CF-1951-594E6DE3648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3C95248-55B7-3BA1-CE96-217D13B7CFF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AB3D80-B3FB-1314-0587-ACF5D34A26CC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577CCE-8A6D-B529-E67A-D58DBFD1CE7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6F6433C-DB1B-1735-346A-72C6EDDFC30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61B9518-020B-0818-7BF1-CE2B0374FF7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2D17B7F-F91E-AC3C-2FC9-0AE3C3CA9229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1B571F-ABE9-7FAB-D520-AFB839F9F4A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8A1E7E42-1D9D-DD23-EF5C-08DE3F69406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6F7D2F-DD2C-35AB-2FD9-2E46C33179E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5CE76C0-1B88-A211-9608-2B41330BBB74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C993ECF-BCC2-C143-CEFC-C9693626395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D8A193C-4893-8EA7-2A1B-0D448FBCF15F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517B8E2-D696-2C6F-55AC-8E5C60E06E4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2B1C306-EB7F-C085-77E2-99B79D46AFF8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18B3CEC-92E2-28EF-A7A4-22DC8EF104F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274D31CC-FDF4-70DA-C624-189A6CA784B6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C8EA4A7-58E6-5CBB-CB0E-D4E629941257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29C18BB-0EA4-02A7-91F4-51B40C72B03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43B9ACA-40F2-A0FF-CB2D-0F9EA557B79F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2A6846DD-5F3B-5A03-5FF0-47A0A0DDC1E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5DF6BA0-6B99-678B-542A-99CA5E3A9E6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CB0BA75-8BD9-0E30-F151-A5C2C7EB1FF0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DC8059C-518A-36B4-11EB-45B9F28FC2DB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401675EB-BF45-88C8-731F-70A3B9BDD733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7D5A135-1526-091C-3779-2A1E2A64D41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0D22BBA-52CF-5AEF-25B9-089D8921F16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61A6C9B-478B-110A-7235-06A2283DE42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F205CB9-A065-4113-4B83-F679E8BA50E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C9521-86A3-A22A-CF40-5ECEC5D9E36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2B3198F1-4164-9D69-E332-6295755FBAC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7894345D-BF67-54D5-E082-6EA48B95541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9B71111-6B36-AD7D-6244-1D008C53103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3B6EA45-E1A3-2504-0BAC-1072A54C89F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C7F74C6-0052-B762-95AE-ADDD10EADC1F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31184E99-6D7E-6701-2588-C8083957AC0D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C3A808F-91B2-7901-B74D-95F992065F46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B86D992-96A7-605A-8B00-B9A00FF6512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38C81AD-A1E1-B2BE-0881-1C62F253FCBC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51C026-BBF9-363A-6DD1-1F954CA8E21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F194F38-B902-C0A9-C6A3-E009FE2604E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DD8A412-887C-7A60-897C-E2501203401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8A9EA74-4100-8AB7-D3C4-25580DE6136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DF5B1F2-D8C7-7C15-4D2F-EBF2F5F924BE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71B8C34-99F1-0269-909E-A7FFF39A43B8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DB3BA6A-9276-EC36-A010-A9B79EA3A25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D283203B-92B8-5D14-183C-0D067FBCAEC4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C804D4B7-FC18-DEBC-A1AD-0D4E4317E6DF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DAC026E-9787-EC25-9E8B-BE45653C6D7D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1A39DA9E-C300-1152-B95C-4A9D31E631AD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AFE574C-6EB3-5773-4420-A11E184A1BB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C06584DE-D430-3894-8D01-16D1F428790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9B798CA-148E-0DF9-E44F-6D559CBB40AE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EAE6EFA-D75B-8E69-809A-E438816517E8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A5B0EF11-1F05-0C0B-0B7B-3EB5736C439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D78EBD3-3215-DDA4-90E9-86A7950DC695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CABA16A2-856E-988C-FF2D-FA4B2B1F2BFD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75367E3-439B-82C0-881F-0AB655D1AB23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5B5277E-532F-70A4-ADB8-6AAADC3A542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9B6C9CE-3332-10A0-78A7-B5278C119903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7269AD2-E402-D093-8BB0-299A4259819F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4E785725-181B-0429-4D3B-9149193BBACC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09AF6B01-B6BE-242B-E802-561E56884A25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A9EE6DFC-AEC2-EE5B-1633-0A092F5D18CB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456D5ED-886D-B915-8C3B-5C67D9944E1A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84D04F57-2531-8A81-E588-592C50BDE6E5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F140B8B-61CD-1545-0879-08994AEB7753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FB0F3F06-94BA-3947-EBA7-F71E9A0219E9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E1771AC-75DD-1282-1045-0424F94893B7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2FAB76EB-B6C4-1E9C-E9A0-E531F445C10D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7C0446E1-EDC4-6D0B-9E1C-38C439ED3729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9A87B60-6973-E0A0-6238-F34C208C50D5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7F634A6-54CA-D3FD-ED88-BA19846367F0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EEB55231-5B01-AC5E-D482-AC1161CCC4A6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EA9C3CF-39E9-0B51-ABC9-0FDC0BA4AC61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0658BCB3-EEBA-47A9-FA28-562F0D375B85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A9872D6E-B972-A4E0-96BC-D96227E978F2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9AE3AF1-4717-6B41-D6A6-E06A2A0951F2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38E382BD-F8BF-B146-3D45-DFB14856F2ED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0C5E7997-39BA-C2EB-2416-CAF305AE3884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F71D36-5BA9-DE0E-BFCD-6C58DE7641AB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9EC59D9E-DBA9-C492-C406-2EE62EF2B6F5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7FCAED49-2992-B3CF-CDD2-52DE3C283305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78AE75C3-4099-7BFA-52B5-9D8048317606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140067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C0D92-8A3F-C037-A2A1-4AA02AF53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BA437-B2F9-F40D-D7A6-C624B3CCD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719F531-8165-D0EA-84BB-98E5CD280A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9D82D1-3B7E-7B68-2FD2-E070519701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3BD1857-4933-AE79-0388-283E005815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CA7F15-8AAA-B6A4-DA7D-82C3B6926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61EAC9-E16B-11BA-8F79-100C1A0D35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2BFA675-15D8-96C1-08DE-ED7F907CA05A}"/>
              </a:ext>
            </a:extLst>
          </p:cNvPr>
          <p:cNvSpPr/>
          <p:nvPr/>
        </p:nvSpPr>
        <p:spPr>
          <a:xfrm>
            <a:off x="2535594" y="5069840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54BEA39-31C3-1D94-E778-E93B792C1877}"/>
              </a:ext>
            </a:extLst>
          </p:cNvPr>
          <p:cNvSpPr/>
          <p:nvPr/>
        </p:nvSpPr>
        <p:spPr>
          <a:xfrm>
            <a:off x="5964370" y="3530697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3B8BD0-AB5B-AF81-354B-D7FAF89308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3310" y="4286527"/>
            <a:ext cx="7031524" cy="226273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0051415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E30B2-241D-70F0-D7BB-B7DE41CBF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6A58A0B6-742C-722A-DD0B-5810CAAD2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6391929-257C-E19D-D7EE-3B42904A41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59729A-6ADF-9CF8-A2F3-F926230340F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B7F74A7-534F-2E34-2FB3-66DAE446042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48B4AE-6C52-D331-F857-FA7B6384EED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4C55B9-C130-19D3-EF8A-1B91E82CB544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0D7630E-E710-5D76-5E24-E630BF9F552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83916FD-C110-4C0F-D29F-EB6ED77E41B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08EF29-2A66-02A7-7354-081717AC52C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0D586DB-E695-30B1-B47E-395A8CED1056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C1001F6-7BAE-B12A-FAE9-35A30A99154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E9F6B1E-41B7-66B0-BE66-66AFA1C003E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9E9D344-6423-2856-F420-E48C2D6595E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4A15A89-55D4-F7E6-9DDD-1D4FDEAFF07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994AFEE-7538-AB03-5906-C775F8BDF28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BC010FD-C8DC-C48D-EA44-2D6C06C0F71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FF4EA8-4B8D-E7D5-AA31-77CC4F5C558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C6D4180-3396-AD33-9C6A-830D89B11C0D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F739A69-5F62-4441-3CB6-9C305886B03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0B1F3E1-5CB9-44F6-C700-F4D18316A893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B8A9430-4436-7F02-540A-085AE1F6970C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20C89AB6-6352-29CE-E0C7-C39767463E8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AA04AA-163A-AE4D-D269-DF6C03BD464E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D14AC39B-8CB9-AE24-EC25-12FE84AE50BA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EF0C0C4-F331-1C41-6C08-FC10D1B32D6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34CD3E8-5751-2E17-1A1D-CB344056713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DE875C71-6078-0AAB-FA0A-10D9ECD6270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42AB896-6F6B-D4AA-3A80-B68C5F37F58F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3ECB6-793E-4778-990C-4883E73CB340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C439D9-FF21-89DF-95A5-DF97F0CE7FF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F0646D1-F1CC-D163-CFF6-CB6507AE0441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7B1DFA-A68C-1AA1-0D77-95F0140853D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2C68949-7683-335B-6758-2D4F4F390AF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B19835C-4FAB-BDDB-DDDA-F988AC1E974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B26E24F-FFE1-7FF1-E533-2BF838049C8F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F875841-1E62-3C8D-A43E-A92789D539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3224ECD-C5B2-809D-E357-89CBA5D95D49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5ABB85E-4425-B16A-CE03-06C155098F4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EFEF2C0-AA6A-7E45-B0E5-9B2DB8444C0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D91F710-4838-3363-34ED-32FD84AB6F6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B52FD7F-CF73-2ACE-50FE-7FF060A7417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A75CD5A-BA3F-0DFE-2EC9-3C67FDFBA6AC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38EF65-BB74-BA86-E125-CA5498E7CEF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2F8E69E-5980-E96C-2688-BD45DF6CC9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F84D5FC-352B-A6E6-5A62-569EE64B28BF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07FC90D-9F94-8C5D-04C0-D73AC59C391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042D189C-1133-1CE4-05A3-B73D403A19FF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CE25DFA-1A61-4CE5-4A6B-EE488EDAC6DC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55D245B-503C-BCE1-6F56-E900A583870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E33CE44-6B42-0B89-5397-F1D7CEFEEB6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A2D34B-457B-97A0-3855-F3399913D26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47AD0DB-30BE-11DC-7D5C-A6E45185C1D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A4728-A120-EC24-87DE-4237BB2A381F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30E1349-7228-573C-F4F8-46C112A3A1E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8E0993F-9046-F298-0AEE-2719762769C3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1F88A16-306B-F364-57D0-A98ADD0F802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BC8A65B-9201-E2B8-D5A3-6CEB8B7DA164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00B22D-3857-95FD-9B9D-735371EA0D58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9D3BD107-91AC-125E-2D68-F13961DC5BF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E55E796-A7CB-3B49-4EF6-2BD7229CCE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F399CCF-DE77-7252-F390-F260E22809A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AEB0EDE-4173-9BF1-E7A6-900C57FD31A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AC2FA87-C8BC-D3F1-BEFB-DAC7F3419CE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FC7A4ED5-1CDD-FD7F-338B-575FDCB1AE4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E9B4606-F710-88A4-416C-8A294C499E9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411A38B-4FF7-CAD2-42B3-3762176BC35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D6B1C70F-E20B-6560-DEB0-393B94D62BAD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DBB57614-6880-4BFA-3DF4-615D41E9C8D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3BB8A11-B4C1-30C7-963D-3D6FCE947CF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50ABD654-B0DD-1DE7-64CA-8651EF501CF2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9B110BF-7DA8-138B-DEA8-783C3FE15251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A2535AA-3DA0-FB51-E04A-2CAE77B5DFCB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29CB81B9-0A7A-5980-B83F-6F7028DE1251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A043A33-9928-AA7D-64A9-0A264C3EE8F0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8C8164D5-04AF-2234-F2B8-B24779A1E874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87730E4B-869B-C802-903B-AD31F66B9B9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6EBE6D99-A52D-0A84-6FFD-57A33EEA9A8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E02A5D3-72AD-960F-1083-D0D34DECCCCE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AEA54AF-EDA5-AAC5-7140-29B1A3F6AF0F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F9986C-3297-52F5-87B9-61831CF38BA0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7C6E020-8D91-CBAF-6767-3904FA0897D5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6F49D40-6D4E-3A80-ED81-B3FA32F81F5C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80D26DF-1F04-4283-8186-FBC7A1B6BE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D7BA93B-E1A0-CA5C-96DE-21A82E99A5CA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575A8A44-A825-79BB-F650-7BD73D4C43C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0F48FF4-FA9E-9FD8-9168-46F6FDCD098D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5C51D2C2-B370-E2CE-D653-EA7FA053EB70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4CD044B8-76E5-5368-70C7-76D908501417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7EDD67BD-AD82-B948-5670-886AD8893B1D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C95100D7-56FF-A8D8-85AC-86FDCB2BDAFB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BB74EC0D-A81B-FBE0-2E20-4FB1EA35DDAC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E84960AE-5BA5-ECD7-8B20-5F567FB77D71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4DEDF21D-4403-F339-A553-C9E9403A782B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653786-4B51-AB7E-347B-B04F8F72F6E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85B4CAD0-E4B7-CC02-FDED-EC28810C7A8F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3ABAE19-ABA0-A177-2C3C-00EFA9533897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39AB6AE1-FD5C-F7F4-0EF5-8C0AAC666672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3C09EA8-7441-23F9-F054-58DC6D013522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DC5F9B26-DDB2-6D1F-53C8-31DE183AC1AF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0F825B09-3472-9378-4986-099EAC982522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6D6EA205-AE5B-0E36-558D-D3AC30B4F18A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3436C46A-226E-8DF4-6154-A150E2B05229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7258D441-CA33-57BC-E231-8C45D406FC1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E00835-0543-2A5C-ED86-80E6CBBFBB1B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4623C89-E5B5-6DB8-4280-5D2495F8393D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1C6F3F13-DD5F-ECBF-756C-E10B46F43FE8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1A0D7D8-991D-75CC-D363-C3435EE8D2D3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1AEDFB1E-F183-271B-F855-F6CE949E3FAB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2D508273-8219-C061-3506-8037DC5BCC92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626F197-B0F0-5E07-0EFF-33DA498D931C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05F3674-A06E-4989-8A2F-792EB7542201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08A36E0E-C387-C793-DE94-FE7C52404D8C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AD7F7D0-EB7D-638B-A63D-FEF77F89F534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E2D216CF-4FA9-F87B-0DBA-93C6B892083D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4CCF1CFC-FE91-9CF6-1045-F75B54A2B22E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8D3E820-084D-16BC-AEF2-CB6769C6C409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7114DE9F-5134-0CBC-2A37-2C4FAE9A88DB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35649C11-924A-E72F-E9F0-5662FFAE8F18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15D29C7C-C911-6FDA-BDBC-0FF36D6F4593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6D0FDF72-C884-8D22-0368-25EE719F24BC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5E4F0941-E4D2-04E3-610C-4B4B06378BE4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801410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91966-B1AE-4A38-B82E-734E634C1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58C54-5AC1-ECDE-B05A-4697FE063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8D1F970-4F46-0E40-8EE8-AE92B092F02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069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F460C1-72F7-9F7F-4FBE-24FADFC3F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61CC69D-EB88-D6F3-4EF3-5E9DA04FF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06598AB-AF7B-3A89-21B1-987F72A23E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82120-EA0B-F240-68B6-A7228397B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874E0F-A6DF-6D45-3A7F-014C30AC4155}"/>
              </a:ext>
            </a:extLst>
          </p:cNvPr>
          <p:cNvSpPr/>
          <p:nvPr/>
        </p:nvSpPr>
        <p:spPr>
          <a:xfrm>
            <a:off x="2630991" y="5059680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CC0F4-60B8-AC11-D262-787C2C0D6F64}"/>
              </a:ext>
            </a:extLst>
          </p:cNvPr>
          <p:cNvSpPr/>
          <p:nvPr/>
        </p:nvSpPr>
        <p:spPr>
          <a:xfrm>
            <a:off x="6024431" y="4821938"/>
            <a:ext cx="1849570" cy="134112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D9EB51-7638-A2F2-691A-F55AF2EF80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3891" y="1411482"/>
            <a:ext cx="4733863" cy="356017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1784317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E8DC6-5BBA-FDE4-9AE0-8CCB0B72F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A4F713-CD54-2F20-1160-78FF3564F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E6D95A5-B8B7-ADC2-F598-2A2A4EA611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B675BE7-00B1-BC88-AD59-382CF3572CC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66617AD-EFE1-D0EA-017A-123BBCC86E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10089AA-32DD-4DA5-727C-C49F154A8574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081BE1D-89CB-3CAA-F4E8-00C388A919FF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223C6FF-E663-F6F8-AC02-458AF27A124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D1666E-51AD-185D-D014-4CBA4804F3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184530C-B012-F460-28AE-B28115465BA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109E14A-79A2-906B-5B93-92373F3F492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E4D3FD8-E822-CF08-1DE3-7E9471685DB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BE6E694-0E75-ADA1-C83B-0D61958C92A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C0BCF38-3817-268C-8B98-B67CA04CC5C4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62EC0-941A-8D98-E06B-2C98FA88236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36E4A2C-CEF0-252B-4DCC-84C4527D704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C14FAED5-57D6-C26C-0195-F207CC88755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D67C540-66BD-FCA5-08C4-91907EB6A3A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9C0F030-D467-30B1-E7DC-D04095F1E4F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2205626-5903-26F1-4313-336DA0185A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BD9D49-468C-AC3B-74F8-689724B4D15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57A5BA7-9452-C225-E037-3529775CC69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2F843FE-4697-FC74-8579-CFDBBA888618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55B1EBB-4B7C-59E2-336C-60BD78DA1A4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93F5D05-0A2D-607F-B95D-F521D4C9D0C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6AE1A7-2D7C-8CFC-411E-DFD6500E45B9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092E7A20-7AE4-640D-CCCF-F3284FAAC9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5605834-793D-CB1A-9506-41D252D1CE0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DE5AFB9-8448-528E-6DE2-61CFF5CB93E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990DC1-3DA6-0C0C-52B5-FA9E0973A2D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B7B0135-EB65-924C-9582-4E40FBBA2D2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4F121F3-1E05-585A-4023-7355A3ED7AA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46A6396-2D09-B022-A39E-1EE450AB5FE4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2ED2EE4-82DE-6B18-CBAE-BC1238B668E9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933CD05-3BEF-B72E-17FD-A2083B9B191B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5A7A0E-B577-9650-6122-5D72A4C497C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2CCFB16-5A0B-F9D9-9AB3-E1893E1308A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7AB7E51-7646-DAE9-7B40-F42F46E40DEA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2CF95A2-9B16-5D32-2866-B1BFB7B45B6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330D1C9-6459-DD73-3CBE-E35EA09BA5D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AA8B392-D421-CC81-3BA3-8FD20E6AFF2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395EE94-6D97-4086-C457-280B06B9A7A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DAC62C3-3D8A-054C-E57D-8FF914CC882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4ADBECA-00F7-6CB7-E173-47BB2EDFD6A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1285FA-24E0-F023-12EE-28B0DA6B4A08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DC0CD3BB-82AC-0957-7F37-3C88E0F99E19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F46BA76-8ABC-6437-7F32-8DF9D38404A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C305D8A-D54B-B696-F7C0-F5C0726ACA7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8EC1ED-B8C0-6F88-4B5A-E0FB894F5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D8FF52C-803D-1B57-A144-0AF85487309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BAF58A-8015-C7FE-5CAE-F7B9AC2BA939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1A1EFEA-60A0-8709-AE4D-C24B62AA952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BF8CB6A-A9CD-DBD4-774D-0BE374716492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9F5D88E-22CA-3683-91E3-8767022335B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8108E33-B709-9A05-6CA9-88E1BA5AF7C5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A160FC7-E117-EC07-C645-62ED12C774FC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678F52F-CEBC-23E5-E188-5F111CDCBCA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256AFDF-7C4A-D274-58CA-DD0932A26458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D1F4E9-7A62-A305-22E4-7E464017BE8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D07226A-12E9-0309-BFD5-DA609FA9D3A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ED91312-EB53-24F1-4D9E-651431BE55B4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73EF39E-6A6E-EDF6-0ED9-278D1FBCDE7A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8D3A99F-DF47-74E0-701F-D82F7A90DC1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8BD9AD3-4A43-0F6A-1241-E88B2877F7DF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D26EA4B-D72E-7D51-E816-6A9AB4A08FD7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82B8835-6FA9-8E18-BC06-DC12CC43DC8B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B31AB31-8931-4460-3EF7-DE097019398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76AD9D2-22BD-818E-ABFB-CF3F38243AF9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7A60E9E-4109-664C-A2C4-A4C30B8B8FA3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75A959B-A98E-A4F1-6CF4-7CDE1379B847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BDFCD43-8A54-CF47-188A-6917ABB4D93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F8209878-B2A0-1597-5C7D-E3E8AC379C6A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CD94D7F-13CB-A80F-4C05-C922E23D0EB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96F9EBB-7D9B-E17F-C20F-61807DBC623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1222FE19-F3A9-AB82-A513-4B603194480A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662F1B1-876C-EC1F-A451-646E227C2D7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A7989DB-2668-8D11-30BD-AE5D4FD172C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2D31583-CBBA-2AEC-598B-64A13F70345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B6F0F8A-3053-A263-2BBF-18F4DF8034BA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CB88299E-9AEB-B175-6CA8-360A41DFF1AB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FB52EAE-2FB1-15CF-2039-7E1327011DDA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D85825D-7D02-29F5-4EFB-AC8BB97AD595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5628671A-C359-E9BB-1CA3-80B8FFC028A3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8E27002E-1E51-339F-5F0D-C399ADB8E61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F27F097-3D91-D9C1-CC9D-6B8D7A0D017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C5EED11-36D8-D513-4806-DBB02E30D83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DF2F1BF-150E-934D-70CE-1629006C9493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2C1BCAB-5ED6-08EB-82DE-26518FE94305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80ECD8B3-E506-DE49-903D-9D2A267EDA0E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83446866-920F-C9EC-2BB0-5CE5D96DB57D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B2F9DAD-D02E-E26E-6921-DFE0BF0CB86E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186C7F8C-0296-680B-7542-3A4688D7F5AC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D5B46CE-62BC-DE4E-8976-7B7DE96C9EDF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8B986A7-2008-AA0B-CB10-619F50A46AB1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CD8F005-B9A8-CE1A-EE20-F4C382129B19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FDA2E0D1-A713-35BA-61BD-8DFE9F6E721E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40E53E0-1E40-E678-EA2C-04FCF9FE899E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264F7810-1BFD-2313-FC77-85779DC46DF3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EC576C8-413C-1439-B1D1-072C31E3371C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0FA8A8C0-4554-9378-E074-1859C6AC0438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07562F98-6D16-68E6-269A-FB32C6C88B44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9A72FE8B-EE8E-296F-07A2-D611E691543A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5F441EE-29B7-0EE0-0603-B18341379667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CF84B7AD-DE1D-1622-7B13-A92F8BE71294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F1C11AB2-9DBC-6375-4B42-173316D8F795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3942C97C-844B-1314-8E75-A1A77903728B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ACD6BF29-FCBA-B97F-A639-C2660AF7FFF3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78A69FE-E454-502B-D782-EE915E92FE6A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33685E73-7500-5EC1-3826-9F6169A83BFD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01731CD0-29DC-9CF3-3B2F-C4C8CFFB2A8C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A57C213-1CF1-359C-DDD1-9855365E02B0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6B995EA-04C8-69EA-97E6-BD78216BF919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9B713ED1-70B6-1492-D5D4-263AC259CDD9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2955918-8527-5A01-CCB2-EB72D6E01BB9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3B66C428-D119-C452-09EF-FF3607C1FC9A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C8228E08-5EF4-1E53-C347-74E236A76B5B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5505926-7C29-0C2A-534E-B1E83EE3FD89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A46871C3-6B92-8755-2544-59AEC70C2EE4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E6D46949-FEAE-AB00-949F-6123400A2481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1905BB0-9958-1A29-4E56-122B52272E30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3A6192A3-6102-2CA8-D276-55EBA856A501}"/>
              </a:ext>
            </a:extLst>
          </p:cNvPr>
          <p:cNvSpPr/>
          <p:nvPr/>
        </p:nvSpPr>
        <p:spPr>
          <a:xfrm>
            <a:off x="7567613" y="6034088"/>
            <a:ext cx="0" cy="242887"/>
          </a:xfrm>
          <a:custGeom>
            <a:avLst/>
            <a:gdLst>
              <a:gd name="csX0" fmla="*/ 0 w 0"/>
              <a:gd name="csY0" fmla="*/ 0 h 242887"/>
              <a:gd name="csX1" fmla="*/ 0 w 0"/>
              <a:gd name="csY1" fmla="*/ 242887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2887">
                <a:moveTo>
                  <a:pt x="0" y="0"/>
                </a:moveTo>
                <a:lnTo>
                  <a:pt x="0" y="2428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DAC99E2-E486-2915-454B-9D715994E690}"/>
              </a:ext>
            </a:extLst>
          </p:cNvPr>
          <p:cNvSpPr/>
          <p:nvPr/>
        </p:nvSpPr>
        <p:spPr>
          <a:xfrm>
            <a:off x="7194232" y="62793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B32EC170-6B36-27AD-9569-2343C3DC964E}"/>
              </a:ext>
            </a:extLst>
          </p:cNvPr>
          <p:cNvSpPr/>
          <p:nvPr/>
        </p:nvSpPr>
        <p:spPr>
          <a:xfrm>
            <a:off x="7200106" y="5641892"/>
            <a:ext cx="749300" cy="377660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EF7E00D1-08BA-CF39-3998-1BBDA00B9F40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12034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3FBD8-37FA-5FD3-1145-03FD18762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F4D90-55A5-838D-E260-771AFC473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- 37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E9CC2C0-AE30-DA05-F757-8D86FFADE2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1F0369-2980-01A4-5053-0A22799960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207D23D-0318-3920-038C-9FC9E4EA1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2CFC0C3-4A91-2366-5782-DD05285EF9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F9FDB6D-A5AA-BEF7-4D02-1B9AD10DC6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47190FB-1A99-404B-2851-DE3EFDE642C5}"/>
              </a:ext>
            </a:extLst>
          </p:cNvPr>
          <p:cNvSpPr/>
          <p:nvPr/>
        </p:nvSpPr>
        <p:spPr>
          <a:xfrm>
            <a:off x="2570480" y="4702428"/>
            <a:ext cx="3525520" cy="174917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07AE7C-1254-3A80-0AE3-25937C42FA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1819" y="1293946"/>
            <a:ext cx="6118940" cy="42701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11498833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C9BC2-2763-349F-5CC1-9867B547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C5321C9-5FE1-003E-A321-37A780875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7A1AAF9-E16D-A786-2E7F-13B0FF7514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1227E40-1099-3821-CF8A-D5F0EF31BA8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A056B37-CAA2-C44D-F741-9D1178290BEA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43FE44-1B11-47CE-CBFF-B2E56CB7460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5EFBAB1-3685-498A-92A6-F0C79B6ED4B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AD3DB0B4-0899-7F2F-8D9A-FA40E8EBB2DD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77485F-90E3-DACC-644C-2935BF4A0A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E4338B5-C63E-4DF4-4102-C32A5AD41D6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B7B9F8D-FC84-830B-2735-EB8D207A9546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C148F2-91C9-C75F-54EF-E5126310985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87A9368-16BD-70B5-D78F-A6704363C23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6B3883E-6038-924F-52F0-F8E4930D8EF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A0125B5-9B8C-BC6C-0F7F-A374C69606D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B1EB8E4-94D1-1B8E-63B6-DF2D6F3B6D0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8624FFE-B06B-FE28-3F24-018BD6A74FF4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FCD43E6-4FD1-C15A-3452-379597CAB1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D542642-9C03-4125-F7AE-749B5805521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3DA42D4-A9D5-CD9A-7435-032238DD72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F7A3FB0-9C24-EC23-2920-1AB78E26693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205163B0-8AE0-E53F-2330-143A7923135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3A7896A-4129-F897-7570-5C39876C2EC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F0D6717-3CE6-AF80-D906-F4633E0C659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E6261941-D8D3-FBA0-47C0-E59DFC38661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1C2A884-3235-DEA0-9C80-DE9517E009B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327E644-F85D-E207-16D7-9FEECEDACB32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532339B-849E-807F-53D4-A342E504CAB2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A8462677-1D22-A56E-FBA7-B520778CCD1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25FEB10-C93F-040E-7AD2-939B4FC673F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526111E-6384-24A8-5E9C-D18BD5683CA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7A54E6-6D0D-7325-64B9-FA8681A5A7E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F7443F5-64EE-882B-ADE0-BFBADE16B43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A245E38-4CC1-3D5E-E339-ED242317B44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B9607A1-2932-9B5B-4235-C0E714E5B3F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017C92-D5A8-CCA2-58CF-48450C80DA0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FDED0D8-9E9D-92DD-076D-1771CE66241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99AC918-B535-A088-1281-CF7626A661B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B7A178-75C0-D210-BB10-09779421DDE7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1912AA-AA6C-E51B-4FEA-F2C9C81907AE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C5A7247-2E44-507E-8886-90400302B69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0650B5-7B08-F29A-8535-1C1B2655D9E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3C49324-8E43-A8C9-9C37-B2BA9FC3C574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12EA752-2C59-D30F-5505-70F8385C33EF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DB50C7F-4CCD-5FEC-20DA-88DFCBF7BD2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8BEDD01-3E8E-514E-ED7C-06C0E5F42800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49DD13C-BA66-F6B2-59D1-0495BA5AF0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9698DE4-8129-ABA7-4C72-58D43B4AD30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0CB5EFF-176F-6E46-B40C-0BEB3E15EB3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4EEA293-D9DC-818A-7B44-56EFED3EDFD1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70D1F3F-0E49-FAC5-A989-86BB661DD114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293DDD7C-4840-9AAF-BF63-837FC33FA1E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917C236-340C-A63D-E89E-1FBB5CA7809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CB3ABDA-33F8-1529-E10A-5BD1D16CF036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740ACAF9-559A-1625-765A-79AF9900623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B37A03F-C2DB-A83C-1EA7-7DBF4320E38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D8D18DF-D3C5-7E6F-AD18-04CF063BF6E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BF21F99-7DA9-7CD0-E875-4F0807803424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982198D-4F84-80DC-CFEE-86DD7E3D2A7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A7B0AA8-3AFE-8B0E-13D4-AD69C084E947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F1BEBC7-03D9-8B7E-8906-8995737D7833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B039DC-6BE1-A764-41F0-2C8373BD5E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3D63493-591D-66A2-946E-E38CA4EF1536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23F9DE6-BE7E-C7EC-6EF9-A945BA4D5BCF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6D748975-B182-4241-68CE-18D8297B0C71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6F62915-5F1A-5377-09B1-EFEB15D488D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AF49AE1-B065-BE7C-4BC0-5B4CBCD369B8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FC5E4407-961B-776E-7639-A223EF9EDB82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6FA3AEDC-0C2B-F385-2D66-1BC81CE4F0C5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0B5C597-784D-2C65-E426-9E9A290CD463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446F420-B6EC-43E6-4950-6E6739AEA32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3124E629-C5DB-989E-545D-89AF31AEE54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1819AD1-5D73-7735-6BD3-72924165CCC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9A10887-6474-F3F8-B1BA-DF8E163F9FA0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895D7656-0035-6E38-2E69-6E2A85B903D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B7F8740-C377-09FC-54D7-B273137EC058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AF57F6D-6394-7F60-A390-BC438CDF9236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3D731E0-0194-81BF-C5F3-87888269C844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81A23275-8929-023A-852C-098C59CB446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A249DA1-C0CD-1314-C05D-9E19670374FA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00B895A-D95A-1304-8F50-FA8A434E041A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DACD47F-F123-0761-2DFC-A8BDFC34E43C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9A3D8586-4DFD-CC6A-DB12-25B0745895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08CF275C-DCF1-60C0-989E-D7256923DC9D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C29B209-24B9-D1C0-24FA-EC508314873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D725A7DF-0442-0F61-2684-92EDF4A6FBA2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386B00C-79D5-25EE-4E67-8000B04048BB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EE2B9D63-4D90-F24B-9725-683F691D5E8B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590BADA-B262-237A-775B-0BAAAADC08D8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967E1719-5A4F-A47C-B0A7-1957F00C2FC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27FD6A13-F3C4-CE25-D9BF-BF303492B475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F693A6CC-DA2A-9586-ECB2-9147FEAC2A24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97E229D-52E8-5543-40F8-BCA8BB552C43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790BDA7-FEED-F5FE-FA96-36CEF7446D6A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9AD03037-BE0A-443D-FE63-C4AA89236D0C}"/>
              </a:ext>
            </a:extLst>
          </p:cNvPr>
          <p:cNvSpPr/>
          <p:nvPr/>
        </p:nvSpPr>
        <p:spPr>
          <a:xfrm>
            <a:off x="2284413" y="333851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958A2DB9-EB0B-8287-04D7-55F203FBF871}"/>
              </a:ext>
            </a:extLst>
          </p:cNvPr>
          <p:cNvSpPr/>
          <p:nvPr/>
        </p:nvSpPr>
        <p:spPr>
          <a:xfrm>
            <a:off x="2165350" y="3530600"/>
            <a:ext cx="1860550" cy="2603500"/>
          </a:xfrm>
          <a:custGeom>
            <a:avLst/>
            <a:gdLst>
              <a:gd name="csX0" fmla="*/ 120650 w 1860550"/>
              <a:gd name="csY0" fmla="*/ 0 h 2603500"/>
              <a:gd name="csX1" fmla="*/ 0 w 1860550"/>
              <a:gd name="csY1" fmla="*/ 6350 h 2603500"/>
              <a:gd name="csX2" fmla="*/ 0 w 1860550"/>
              <a:gd name="csY2" fmla="*/ 2603500 h 2603500"/>
              <a:gd name="csX3" fmla="*/ 1860550 w 1860550"/>
              <a:gd name="csY3" fmla="*/ 2603500 h 260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860550" h="2603500">
                <a:moveTo>
                  <a:pt x="120650" y="0"/>
                </a:moveTo>
                <a:lnTo>
                  <a:pt x="0" y="6350"/>
                </a:lnTo>
                <a:lnTo>
                  <a:pt x="0" y="2603500"/>
                </a:lnTo>
                <a:lnTo>
                  <a:pt x="1860550" y="26035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F997ACD9-F83A-8EA7-12BD-EF4A8C521DBC}"/>
              </a:ext>
            </a:extLst>
          </p:cNvPr>
          <p:cNvSpPr/>
          <p:nvPr/>
        </p:nvSpPr>
        <p:spPr>
          <a:xfrm>
            <a:off x="5583237" y="3338512"/>
            <a:ext cx="751681" cy="4955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Freeform: Shape 101">
            <a:extLst>
              <a:ext uri="{FF2B5EF4-FFF2-40B4-BE49-F238E27FC236}">
                <a16:creationId xmlns:a16="http://schemas.microsoft.com/office/drawing/2014/main" id="{7B96B712-3C4B-1B81-9A84-94ADF1276A35}"/>
              </a:ext>
            </a:extLst>
          </p:cNvPr>
          <p:cNvSpPr/>
          <p:nvPr/>
        </p:nvSpPr>
        <p:spPr>
          <a:xfrm flipH="1">
            <a:off x="5910581" y="3835400"/>
            <a:ext cx="45719" cy="234156"/>
          </a:xfrm>
          <a:custGeom>
            <a:avLst/>
            <a:gdLst>
              <a:gd name="csX0" fmla="*/ 0 w 0"/>
              <a:gd name="csY0" fmla="*/ 0 h 247650"/>
              <a:gd name="csX1" fmla="*/ 0 w 0"/>
              <a:gd name="csY1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DE46AAB7-9E28-FC1A-F532-316CF694617B}"/>
              </a:ext>
            </a:extLst>
          </p:cNvPr>
          <p:cNvSpPr/>
          <p:nvPr/>
        </p:nvSpPr>
        <p:spPr>
          <a:xfrm>
            <a:off x="6710363" y="408503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7D1E0368-063B-5ECF-29F7-55E24B09D8E3}"/>
              </a:ext>
            </a:extLst>
          </p:cNvPr>
          <p:cNvSpPr/>
          <p:nvPr/>
        </p:nvSpPr>
        <p:spPr>
          <a:xfrm>
            <a:off x="6338887" y="4271963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71DDAAB8-6482-ED70-5F7D-5DCA63CBCB32}"/>
              </a:ext>
            </a:extLst>
          </p:cNvPr>
          <p:cNvSpPr/>
          <p:nvPr/>
        </p:nvSpPr>
        <p:spPr>
          <a:xfrm>
            <a:off x="6148388" y="4457700"/>
            <a:ext cx="0" cy="1200150"/>
          </a:xfrm>
          <a:custGeom>
            <a:avLst/>
            <a:gdLst>
              <a:gd name="csX0" fmla="*/ 0 w 0"/>
              <a:gd name="csY0" fmla="*/ 0 h 1200150"/>
              <a:gd name="csX1" fmla="*/ 0 w 0"/>
              <a:gd name="csY1" fmla="*/ 1200150 h 1200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200150">
                <a:moveTo>
                  <a:pt x="0" y="0"/>
                </a:moveTo>
                <a:lnTo>
                  <a:pt x="0" y="1200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C3A04B01-2D8F-CFD4-90CE-1CA57FA39427}"/>
              </a:ext>
            </a:extLst>
          </p:cNvPr>
          <p:cNvSpPr/>
          <p:nvPr/>
        </p:nvSpPr>
        <p:spPr>
          <a:xfrm>
            <a:off x="5580856" y="40838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97DC740-F56F-9FA8-097C-2276EE36B35A}"/>
              </a:ext>
            </a:extLst>
          </p:cNvPr>
          <p:cNvSpPr/>
          <p:nvPr/>
        </p:nvSpPr>
        <p:spPr>
          <a:xfrm>
            <a:off x="6608763" y="507991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3E721032-EEF9-DD9F-00C5-C95CFCC50EC5}"/>
              </a:ext>
            </a:extLst>
          </p:cNvPr>
          <p:cNvSpPr/>
          <p:nvPr/>
        </p:nvSpPr>
        <p:spPr>
          <a:xfrm>
            <a:off x="6986588" y="5486400"/>
            <a:ext cx="209550" cy="266700"/>
          </a:xfrm>
          <a:custGeom>
            <a:avLst/>
            <a:gdLst>
              <a:gd name="csX0" fmla="*/ 0 w 209550"/>
              <a:gd name="csY0" fmla="*/ 0 h 266700"/>
              <a:gd name="csX1" fmla="*/ 0 w 209550"/>
              <a:gd name="csY1" fmla="*/ 266700 h 266700"/>
              <a:gd name="csX2" fmla="*/ 209550 w 209550"/>
              <a:gd name="csY2" fmla="*/ 266700 h 266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9550" h="266700">
                <a:moveTo>
                  <a:pt x="0" y="0"/>
                </a:moveTo>
                <a:lnTo>
                  <a:pt x="0" y="266700"/>
                </a:lnTo>
                <a:lnTo>
                  <a:pt x="209550" y="266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0065F6A0-B94C-11F8-5676-DA5BABCBAA39}"/>
              </a:ext>
            </a:extLst>
          </p:cNvPr>
          <p:cNvSpPr/>
          <p:nvPr/>
        </p:nvSpPr>
        <p:spPr>
          <a:xfrm>
            <a:off x="6731000" y="5842000"/>
            <a:ext cx="476250" cy="0"/>
          </a:xfrm>
          <a:custGeom>
            <a:avLst/>
            <a:gdLst>
              <a:gd name="csX0" fmla="*/ 0 w 476250"/>
              <a:gd name="csY0" fmla="*/ 0 h 0"/>
              <a:gd name="csX1" fmla="*/ 476250 w 4762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50">
                <a:moveTo>
                  <a:pt x="0" y="0"/>
                </a:moveTo>
                <a:lnTo>
                  <a:pt x="4762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A8CEEB3B-4BD1-2978-E478-85D795AB521B}"/>
              </a:ext>
            </a:extLst>
          </p:cNvPr>
          <p:cNvSpPr/>
          <p:nvPr/>
        </p:nvSpPr>
        <p:spPr>
          <a:xfrm>
            <a:off x="4843463" y="5838825"/>
            <a:ext cx="1109662" cy="219075"/>
          </a:xfrm>
          <a:custGeom>
            <a:avLst/>
            <a:gdLst>
              <a:gd name="csX0" fmla="*/ 1109662 w 1109662"/>
              <a:gd name="csY0" fmla="*/ 0 h 219075"/>
              <a:gd name="csX1" fmla="*/ 523875 w 1109662"/>
              <a:gd name="csY1" fmla="*/ 9525 h 219075"/>
              <a:gd name="csX2" fmla="*/ 523875 w 1109662"/>
              <a:gd name="csY2" fmla="*/ 219075 h 219075"/>
              <a:gd name="csX3" fmla="*/ 0 w 1109662"/>
              <a:gd name="csY3" fmla="*/ 209550 h 2190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09662" h="219075">
                <a:moveTo>
                  <a:pt x="1109662" y="0"/>
                </a:moveTo>
                <a:lnTo>
                  <a:pt x="523875" y="9525"/>
                </a:lnTo>
                <a:lnTo>
                  <a:pt x="523875" y="219075"/>
                </a:lnTo>
                <a:lnTo>
                  <a:pt x="0" y="209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0A16D586-7C59-309B-84FB-7BB1B4ED2C81}"/>
              </a:ext>
            </a:extLst>
          </p:cNvPr>
          <p:cNvSpPr/>
          <p:nvPr/>
        </p:nvSpPr>
        <p:spPr>
          <a:xfrm>
            <a:off x="4848225" y="6234113"/>
            <a:ext cx="1095375" cy="233362"/>
          </a:xfrm>
          <a:custGeom>
            <a:avLst/>
            <a:gdLst>
              <a:gd name="csX0" fmla="*/ 0 w 1095375"/>
              <a:gd name="csY0" fmla="*/ 0 h 233362"/>
              <a:gd name="csX1" fmla="*/ 514350 w 1095375"/>
              <a:gd name="csY1" fmla="*/ 4762 h 233362"/>
              <a:gd name="csX2" fmla="*/ 519113 w 1095375"/>
              <a:gd name="csY2" fmla="*/ 233362 h 233362"/>
              <a:gd name="csX3" fmla="*/ 1095375 w 1095375"/>
              <a:gd name="csY3" fmla="*/ 228600 h 2333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95375" h="233362">
                <a:moveTo>
                  <a:pt x="0" y="0"/>
                </a:moveTo>
                <a:lnTo>
                  <a:pt x="514350" y="4762"/>
                </a:lnTo>
                <a:cubicBezTo>
                  <a:pt x="515938" y="80962"/>
                  <a:pt x="517525" y="157162"/>
                  <a:pt x="519113" y="233362"/>
                </a:cubicBezTo>
                <a:lnTo>
                  <a:pt x="1095375" y="228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307D8C-78B8-CCF5-234F-122FAE9F578A}"/>
              </a:ext>
            </a:extLst>
          </p:cNvPr>
          <p:cNvSpPr/>
          <p:nvPr/>
        </p:nvSpPr>
        <p:spPr>
          <a:xfrm>
            <a:off x="5959523" y="6284119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652156B-8D1F-CC40-F8FB-818147F029F1}"/>
              </a:ext>
            </a:extLst>
          </p:cNvPr>
          <p:cNvSpPr/>
          <p:nvPr/>
        </p:nvSpPr>
        <p:spPr>
          <a:xfrm>
            <a:off x="5959475" y="5641893"/>
            <a:ext cx="749300" cy="525546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222559DB-D6BD-E193-9BD8-E996F00065CB}"/>
              </a:ext>
            </a:extLst>
          </p:cNvPr>
          <p:cNvSpPr/>
          <p:nvPr/>
        </p:nvSpPr>
        <p:spPr>
          <a:xfrm>
            <a:off x="4032250" y="5958780"/>
            <a:ext cx="749300" cy="37623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90CE450-C021-0395-1AB1-7753431A0AE2}"/>
              </a:ext>
            </a:extLst>
          </p:cNvPr>
          <p:cNvSpPr/>
          <p:nvPr/>
        </p:nvSpPr>
        <p:spPr>
          <a:xfrm>
            <a:off x="2286839" y="51530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52120F75-E7EC-AD6E-BCDE-AA7A2E58C087}"/>
              </a:ext>
            </a:extLst>
          </p:cNvPr>
          <p:cNvSpPr/>
          <p:nvPr/>
        </p:nvSpPr>
        <p:spPr>
          <a:xfrm>
            <a:off x="2286000" y="571182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CD3C28B8-FB59-C8F7-904D-4C7C9D39225D}"/>
              </a:ext>
            </a:extLst>
          </p:cNvPr>
          <p:cNvSpPr/>
          <p:nvPr/>
        </p:nvSpPr>
        <p:spPr>
          <a:xfrm>
            <a:off x="2660650" y="5524500"/>
            <a:ext cx="6350" cy="177800"/>
          </a:xfrm>
          <a:custGeom>
            <a:avLst/>
            <a:gdLst>
              <a:gd name="csX0" fmla="*/ 0 w 6350"/>
              <a:gd name="csY0" fmla="*/ 0 h 177800"/>
              <a:gd name="csX1" fmla="*/ 6350 w 6350"/>
              <a:gd name="csY1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177800">
                <a:moveTo>
                  <a:pt x="0" y="0"/>
                </a:moveTo>
                <a:lnTo>
                  <a:pt x="635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EDA6B10D-5B7B-057D-C6A4-A656889548A9}"/>
              </a:ext>
            </a:extLst>
          </p:cNvPr>
          <p:cNvSpPr/>
          <p:nvPr/>
        </p:nvSpPr>
        <p:spPr>
          <a:xfrm>
            <a:off x="4030663" y="54554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F2DE9E10-F56F-3099-B14C-DC0DB59BA9CA}"/>
              </a:ext>
            </a:extLst>
          </p:cNvPr>
          <p:cNvSpPr/>
          <p:nvPr/>
        </p:nvSpPr>
        <p:spPr>
          <a:xfrm>
            <a:off x="4791075" y="5634038"/>
            <a:ext cx="1171575" cy="747712"/>
          </a:xfrm>
          <a:custGeom>
            <a:avLst/>
            <a:gdLst>
              <a:gd name="csX0" fmla="*/ 0 w 1171575"/>
              <a:gd name="csY0" fmla="*/ 0 h 747712"/>
              <a:gd name="csX1" fmla="*/ 790575 w 1171575"/>
              <a:gd name="csY1" fmla="*/ 4762 h 747712"/>
              <a:gd name="csX2" fmla="*/ 790575 w 1171575"/>
              <a:gd name="csY2" fmla="*/ 138112 h 747712"/>
              <a:gd name="csX3" fmla="*/ 842963 w 1171575"/>
              <a:gd name="csY3" fmla="*/ 166687 h 747712"/>
              <a:gd name="csX4" fmla="*/ 842963 w 1171575"/>
              <a:gd name="csY4" fmla="*/ 261937 h 747712"/>
              <a:gd name="csX5" fmla="*/ 795338 w 1171575"/>
              <a:gd name="csY5" fmla="*/ 290512 h 747712"/>
              <a:gd name="csX6" fmla="*/ 795338 w 1171575"/>
              <a:gd name="csY6" fmla="*/ 747712 h 747712"/>
              <a:gd name="csX7" fmla="*/ 1171575 w 1171575"/>
              <a:gd name="csY7" fmla="*/ 742950 h 7477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71575" h="747712">
                <a:moveTo>
                  <a:pt x="0" y="0"/>
                </a:moveTo>
                <a:lnTo>
                  <a:pt x="790575" y="4762"/>
                </a:lnTo>
                <a:lnTo>
                  <a:pt x="790575" y="138112"/>
                </a:lnTo>
                <a:lnTo>
                  <a:pt x="842963" y="166687"/>
                </a:lnTo>
                <a:lnTo>
                  <a:pt x="842963" y="261937"/>
                </a:lnTo>
                <a:lnTo>
                  <a:pt x="795338" y="290512"/>
                </a:lnTo>
                <a:lnTo>
                  <a:pt x="795338" y="747712"/>
                </a:lnTo>
                <a:lnTo>
                  <a:pt x="1171575" y="742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69E9A44B-B1B4-521E-9421-3007ED5EF43F}"/>
              </a:ext>
            </a:extLst>
          </p:cNvPr>
          <p:cNvSpPr/>
          <p:nvPr/>
        </p:nvSpPr>
        <p:spPr>
          <a:xfrm>
            <a:off x="5155272" y="470773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972B01-9EE1-2148-E01B-CE382A67F2B5}"/>
              </a:ext>
            </a:extLst>
          </p:cNvPr>
          <p:cNvSpPr/>
          <p:nvPr/>
        </p:nvSpPr>
        <p:spPr>
          <a:xfrm>
            <a:off x="4032250" y="470544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891052B1-13FC-0A77-401D-730C6D9AB986}"/>
              </a:ext>
            </a:extLst>
          </p:cNvPr>
          <p:cNvSpPr/>
          <p:nvPr/>
        </p:nvSpPr>
        <p:spPr>
          <a:xfrm>
            <a:off x="4781550" y="4886325"/>
            <a:ext cx="376238" cy="4763"/>
          </a:xfrm>
          <a:custGeom>
            <a:avLst/>
            <a:gdLst>
              <a:gd name="csX0" fmla="*/ 0 w 376238"/>
              <a:gd name="csY0" fmla="*/ 0 h 4763"/>
              <a:gd name="csX1" fmla="*/ 376238 w 376238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 h="4763">
                <a:moveTo>
                  <a:pt x="0" y="0"/>
                </a:moveTo>
                <a:lnTo>
                  <a:pt x="376238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Freeform: Shape 119">
            <a:extLst>
              <a:ext uri="{FF2B5EF4-FFF2-40B4-BE49-F238E27FC236}">
                <a16:creationId xmlns:a16="http://schemas.microsoft.com/office/drawing/2014/main" id="{A5B37ECF-BCA5-0038-0894-CA738CC1ACB7}"/>
              </a:ext>
            </a:extLst>
          </p:cNvPr>
          <p:cNvSpPr/>
          <p:nvPr/>
        </p:nvSpPr>
        <p:spPr>
          <a:xfrm>
            <a:off x="4395788" y="5086350"/>
            <a:ext cx="4762" cy="366713"/>
          </a:xfrm>
          <a:custGeom>
            <a:avLst/>
            <a:gdLst>
              <a:gd name="csX0" fmla="*/ 0 w 4762"/>
              <a:gd name="csY0" fmla="*/ 0 h 366713"/>
              <a:gd name="csX1" fmla="*/ 4762 w 4762"/>
              <a:gd name="csY1" fmla="*/ 366713 h 3667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2" h="366713">
                <a:moveTo>
                  <a:pt x="0" y="0"/>
                </a:moveTo>
                <a:cubicBezTo>
                  <a:pt x="1587" y="122238"/>
                  <a:pt x="3175" y="244475"/>
                  <a:pt x="4762" y="3667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3ADDCEA3-7BBE-2CC6-0E53-3424A79D567A}"/>
              </a:ext>
            </a:extLst>
          </p:cNvPr>
          <p:cNvSpPr/>
          <p:nvPr/>
        </p:nvSpPr>
        <p:spPr>
          <a:xfrm>
            <a:off x="3027680" y="4460240"/>
            <a:ext cx="4064000" cy="1402080"/>
          </a:xfrm>
          <a:custGeom>
            <a:avLst/>
            <a:gdLst>
              <a:gd name="csX0" fmla="*/ 4064000 w 4064000"/>
              <a:gd name="csY0" fmla="*/ 0 h 1402080"/>
              <a:gd name="csX1" fmla="*/ 4064000 w 4064000"/>
              <a:gd name="csY1" fmla="*/ 264160 h 1402080"/>
              <a:gd name="csX2" fmla="*/ 3251200 w 4064000"/>
              <a:gd name="csY2" fmla="*/ 274320 h 1402080"/>
              <a:gd name="csX3" fmla="*/ 3210560 w 4064000"/>
              <a:gd name="csY3" fmla="*/ 182880 h 1402080"/>
              <a:gd name="csX4" fmla="*/ 3048000 w 4064000"/>
              <a:gd name="csY4" fmla="*/ 182880 h 1402080"/>
              <a:gd name="csX5" fmla="*/ 3007360 w 4064000"/>
              <a:gd name="csY5" fmla="*/ 294640 h 1402080"/>
              <a:gd name="csX6" fmla="*/ 3017520 w 4064000"/>
              <a:gd name="csY6" fmla="*/ 812800 h 1402080"/>
              <a:gd name="csX7" fmla="*/ 1625600 w 4064000"/>
              <a:gd name="csY7" fmla="*/ 812800 h 1402080"/>
              <a:gd name="csX8" fmla="*/ 1544320 w 4064000"/>
              <a:gd name="csY8" fmla="*/ 751840 h 1402080"/>
              <a:gd name="csX9" fmla="*/ 1270000 w 4064000"/>
              <a:gd name="csY9" fmla="*/ 741680 h 1402080"/>
              <a:gd name="csX10" fmla="*/ 1168400 w 4064000"/>
              <a:gd name="csY10" fmla="*/ 812800 h 1402080"/>
              <a:gd name="csX11" fmla="*/ 447040 w 4064000"/>
              <a:gd name="csY11" fmla="*/ 822960 h 1402080"/>
              <a:gd name="csX12" fmla="*/ 447040 w 4064000"/>
              <a:gd name="csY12" fmla="*/ 1402080 h 1402080"/>
              <a:gd name="csX13" fmla="*/ 0 w 4064000"/>
              <a:gd name="csY13" fmla="*/ 1402080 h 14020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4064000" h="1402080">
                <a:moveTo>
                  <a:pt x="4064000" y="0"/>
                </a:moveTo>
                <a:lnTo>
                  <a:pt x="4064000" y="264160"/>
                </a:lnTo>
                <a:lnTo>
                  <a:pt x="3251200" y="274320"/>
                </a:lnTo>
                <a:lnTo>
                  <a:pt x="3210560" y="182880"/>
                </a:lnTo>
                <a:lnTo>
                  <a:pt x="3048000" y="182880"/>
                </a:lnTo>
                <a:lnTo>
                  <a:pt x="3007360" y="294640"/>
                </a:lnTo>
                <a:lnTo>
                  <a:pt x="3017520" y="812800"/>
                </a:lnTo>
                <a:lnTo>
                  <a:pt x="1625600" y="812800"/>
                </a:lnTo>
                <a:lnTo>
                  <a:pt x="1544320" y="751840"/>
                </a:lnTo>
                <a:lnTo>
                  <a:pt x="1270000" y="741680"/>
                </a:lnTo>
                <a:lnTo>
                  <a:pt x="1168400" y="812800"/>
                </a:lnTo>
                <a:lnTo>
                  <a:pt x="447040" y="822960"/>
                </a:lnTo>
                <a:lnTo>
                  <a:pt x="447040" y="1402080"/>
                </a:lnTo>
                <a:lnTo>
                  <a:pt x="0" y="140208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3959F6ED-1F43-3987-8925-F4C32C504DF4}"/>
              </a:ext>
            </a:extLst>
          </p:cNvPr>
          <p:cNvSpPr/>
          <p:nvPr/>
        </p:nvSpPr>
        <p:spPr>
          <a:xfrm>
            <a:off x="7567613" y="6034088"/>
            <a:ext cx="0" cy="242887"/>
          </a:xfrm>
          <a:custGeom>
            <a:avLst/>
            <a:gdLst>
              <a:gd name="csX0" fmla="*/ 0 w 0"/>
              <a:gd name="csY0" fmla="*/ 0 h 242887"/>
              <a:gd name="csX1" fmla="*/ 0 w 0"/>
              <a:gd name="csY1" fmla="*/ 242887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42887">
                <a:moveTo>
                  <a:pt x="0" y="0"/>
                </a:moveTo>
                <a:lnTo>
                  <a:pt x="0" y="2428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4219647-9689-5B55-A97A-E988BE7A2C4E}"/>
              </a:ext>
            </a:extLst>
          </p:cNvPr>
          <p:cNvSpPr/>
          <p:nvPr/>
        </p:nvSpPr>
        <p:spPr>
          <a:xfrm>
            <a:off x="7194232" y="62793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reeform: Shape 78">
            <a:extLst>
              <a:ext uri="{FF2B5EF4-FFF2-40B4-BE49-F238E27FC236}">
                <a16:creationId xmlns:a16="http://schemas.microsoft.com/office/drawing/2014/main" id="{622BA8FC-5AD3-9731-DC45-C24F8F20121F}"/>
              </a:ext>
            </a:extLst>
          </p:cNvPr>
          <p:cNvSpPr/>
          <p:nvPr/>
        </p:nvSpPr>
        <p:spPr>
          <a:xfrm>
            <a:off x="2967038" y="5938838"/>
            <a:ext cx="4214812" cy="766762"/>
          </a:xfrm>
          <a:custGeom>
            <a:avLst/>
            <a:gdLst>
              <a:gd name="csX0" fmla="*/ 0 w 4214812"/>
              <a:gd name="csY0" fmla="*/ 142875 h 766762"/>
              <a:gd name="csX1" fmla="*/ 57150 w 4214812"/>
              <a:gd name="csY1" fmla="*/ 171450 h 766762"/>
              <a:gd name="csX2" fmla="*/ 52387 w 4214812"/>
              <a:gd name="csY2" fmla="*/ 247650 h 766762"/>
              <a:gd name="csX3" fmla="*/ 14287 w 4214812"/>
              <a:gd name="csY3" fmla="*/ 285750 h 766762"/>
              <a:gd name="csX4" fmla="*/ 4762 w 4214812"/>
              <a:gd name="csY4" fmla="*/ 766762 h 766762"/>
              <a:gd name="csX5" fmla="*/ 3933825 w 4214812"/>
              <a:gd name="csY5" fmla="*/ 766762 h 766762"/>
              <a:gd name="csX6" fmla="*/ 3929062 w 4214812"/>
              <a:gd name="csY6" fmla="*/ 0 h 766762"/>
              <a:gd name="csX7" fmla="*/ 4214812 w 4214812"/>
              <a:gd name="csY7" fmla="*/ 0 h 766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214812" h="766762">
                <a:moveTo>
                  <a:pt x="0" y="142875"/>
                </a:moveTo>
                <a:lnTo>
                  <a:pt x="57150" y="171450"/>
                </a:lnTo>
                <a:lnTo>
                  <a:pt x="52387" y="247650"/>
                </a:lnTo>
                <a:lnTo>
                  <a:pt x="14287" y="285750"/>
                </a:lnTo>
                <a:lnTo>
                  <a:pt x="4762" y="766762"/>
                </a:lnTo>
                <a:lnTo>
                  <a:pt x="3933825" y="766762"/>
                </a:lnTo>
                <a:cubicBezTo>
                  <a:pt x="3932237" y="511175"/>
                  <a:pt x="3930650" y="255587"/>
                  <a:pt x="3929062" y="0"/>
                </a:cubicBezTo>
                <a:lnTo>
                  <a:pt x="42148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4CC4117D-90BB-E808-E407-E72B29311C85}"/>
              </a:ext>
            </a:extLst>
          </p:cNvPr>
          <p:cNvSpPr/>
          <p:nvPr/>
        </p:nvSpPr>
        <p:spPr>
          <a:xfrm>
            <a:off x="7200106" y="566023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79345FA1-F605-3716-2574-07F7C1331CAC}"/>
              </a:ext>
            </a:extLst>
          </p:cNvPr>
          <p:cNvSpPr/>
          <p:nvPr/>
        </p:nvSpPr>
        <p:spPr>
          <a:xfrm>
            <a:off x="8073231" y="5992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73926D93-68ED-14F3-5F70-A164D86583C5}"/>
              </a:ext>
            </a:extLst>
          </p:cNvPr>
          <p:cNvSpPr/>
          <p:nvPr/>
        </p:nvSpPr>
        <p:spPr>
          <a:xfrm>
            <a:off x="7753350" y="6032500"/>
            <a:ext cx="314325" cy="149225"/>
          </a:xfrm>
          <a:custGeom>
            <a:avLst/>
            <a:gdLst>
              <a:gd name="csX0" fmla="*/ 0 w 314325"/>
              <a:gd name="csY0" fmla="*/ 0 h 149225"/>
              <a:gd name="csX1" fmla="*/ 0 w 314325"/>
              <a:gd name="csY1" fmla="*/ 149225 h 149225"/>
              <a:gd name="csX2" fmla="*/ 314325 w 314325"/>
              <a:gd name="csY2" fmla="*/ 146050 h 1492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4325" h="149225">
                <a:moveTo>
                  <a:pt x="0" y="0"/>
                </a:moveTo>
                <a:lnTo>
                  <a:pt x="0" y="149225"/>
                </a:lnTo>
                <a:lnTo>
                  <a:pt x="314325" y="1460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2779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44E15-DD7A-DA40-D977-FA21C7A41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8FDE2-0C33-0FAD-FA2A-DF108EA4C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000" b="1" dirty="0"/>
              <a:t>- Application Layer - </a:t>
            </a:r>
            <a:r>
              <a:rPr lang="en-US" altLang="zh-CN" sz="4000" b="1" dirty="0"/>
              <a:t>Summary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3061B8B-62FB-A6F8-DB42-ACFA7B6C84E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071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720049-6897-44F2-C32D-DF61FF4FF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8FEA8D-5FEE-7754-5C47-824940358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3FFB24-A11E-8F00-2F54-D54E7F9442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26184DB-5111-B54A-DFE4-0D61032754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A33185A-BA57-342E-D66B-639CA929F52E}"/>
              </a:ext>
            </a:extLst>
          </p:cNvPr>
          <p:cNvSpPr/>
          <p:nvPr/>
        </p:nvSpPr>
        <p:spPr>
          <a:xfrm>
            <a:off x="2570480" y="2235200"/>
            <a:ext cx="1960880" cy="421640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DBAF26-B7E3-712E-3A94-B327D9081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8769" y="1403271"/>
            <a:ext cx="5860549" cy="50483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4173ECC-3ACE-8DE2-C090-A216A11EB3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88721" y="4815840"/>
            <a:ext cx="1899347" cy="184912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94029163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07F6C-3C3B-EC52-929D-6BD4888DC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>
            <a:extLst>
              <a:ext uri="{FF2B5EF4-FFF2-40B4-BE49-F238E27FC236}">
                <a16:creationId xmlns:a16="http://schemas.microsoft.com/office/drawing/2014/main" id="{AE7CCD89-9C6E-D516-1F22-E925FAFCFDC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Information/Data Layer</a:t>
            </a:r>
          </a:p>
        </p:txBody>
      </p:sp>
      <p:pic>
        <p:nvPicPr>
          <p:cNvPr id="128" name="Picture 127">
            <a:extLst>
              <a:ext uri="{FF2B5EF4-FFF2-40B4-BE49-F238E27FC236}">
                <a16:creationId xmlns:a16="http://schemas.microsoft.com/office/drawing/2014/main" id="{E6E8E69A-54C8-5A45-34A5-915A9DBA6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5140" y="0"/>
            <a:ext cx="8759159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F5DB30F-3539-CD81-39D7-6F5EE9A4BC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939" y="6223056"/>
            <a:ext cx="1715785" cy="44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27639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A790-8DF9-90BA-C4DF-D922FE6A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24B2132E-3AAA-46D2-5320-603A8B5385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BA21EA-3496-D003-E631-024C9CA74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809E77-EF85-BD22-3DBF-EDA1B2626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32289F-C329-3672-7113-B82915A2C88B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CF95CF-57D6-0858-621E-50519CC39EF2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212F4D-EF3E-3038-9947-445BE814523C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7CDFB-0F92-4C04-8784-19394A40FC5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CCB1B6-2274-FC1F-02FC-E2056AF8988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209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26862</TotalTime>
  <Words>1139</Words>
  <Application>Microsoft Office PowerPoint</Application>
  <PresentationFormat>Widescreen</PresentationFormat>
  <Paragraphs>252</Paragraphs>
  <Slides>135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135</vt:i4>
      </vt:variant>
    </vt:vector>
  </HeadingPairs>
  <TitlesOfParts>
    <vt:vector size="139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PowerPoint Presentation</vt:lpstr>
      <vt:lpstr>Essential EA Meta-Model - Application Layer - 03</vt:lpstr>
      <vt:lpstr>PowerPoint Presentation</vt:lpstr>
      <vt:lpstr>Essential EA Meta-Model - Application Layer - 04</vt:lpstr>
      <vt:lpstr>PowerPoint Presentation</vt:lpstr>
      <vt:lpstr>Essential EA Meta-Model - Application Layer - 05</vt:lpstr>
      <vt:lpstr>PowerPoint Presentation</vt:lpstr>
      <vt:lpstr>Essential EA Meta-Model - Application Layer - 06</vt:lpstr>
      <vt:lpstr>PowerPoint Presentation</vt:lpstr>
      <vt:lpstr>Essential EA Meta-Model - Application Layer - 07</vt:lpstr>
      <vt:lpstr>PowerPoint Presentation</vt:lpstr>
      <vt:lpstr>Essential EA Meta-Model - Application Layer - 08</vt:lpstr>
      <vt:lpstr>PowerPoint Presentation</vt:lpstr>
      <vt:lpstr>Essential EA Meta-Model - Application Layer - 09</vt:lpstr>
      <vt:lpstr>PowerPoint Presentation</vt:lpstr>
      <vt:lpstr>Essential EA Meta-Model - Application Layer - 10</vt:lpstr>
      <vt:lpstr>PowerPoint Presentation</vt:lpstr>
      <vt:lpstr>Essential EA Meta-Model - Application Layer - 11</vt:lpstr>
      <vt:lpstr>PowerPoint Presentation</vt:lpstr>
      <vt:lpstr>Essential EA Meta-Model - Application Layer - 12</vt:lpstr>
      <vt:lpstr>PowerPoint Presentation</vt:lpstr>
      <vt:lpstr>Essential EA Meta-Model - Application Layer - 13</vt:lpstr>
      <vt:lpstr>PowerPoint Presentation</vt:lpstr>
      <vt:lpstr>Essential EA Meta-Model - Application Layer - 14</vt:lpstr>
      <vt:lpstr>PowerPoint Presentation</vt:lpstr>
      <vt:lpstr>Essential EA Meta-Model - Application Layer - 15</vt:lpstr>
      <vt:lpstr>PowerPoint Presentation</vt:lpstr>
      <vt:lpstr>Essential EA Meta-Model - Application Layer - 16</vt:lpstr>
      <vt:lpstr>PowerPoint Presentation</vt:lpstr>
      <vt:lpstr>Essential EA Meta-Model - Application Layer - 17</vt:lpstr>
      <vt:lpstr>PowerPoint Presentation</vt:lpstr>
      <vt:lpstr>Essential EA Meta-Model - Application Layer - 18</vt:lpstr>
      <vt:lpstr>PowerPoint Presentation</vt:lpstr>
      <vt:lpstr>Essential EA Meta-Model - Application Layer - 19</vt:lpstr>
      <vt:lpstr>PowerPoint Presentation</vt:lpstr>
      <vt:lpstr>Essential EA Meta-Model - Application Layer - 20</vt:lpstr>
      <vt:lpstr>PowerPoint Presentation</vt:lpstr>
      <vt:lpstr>Essential EA Meta-Model - Application Layer - 21</vt:lpstr>
      <vt:lpstr>PowerPoint Presentation</vt:lpstr>
      <vt:lpstr>Essential EA Meta-Model - Application Layer - 22</vt:lpstr>
      <vt:lpstr>PowerPoint Presentation</vt:lpstr>
      <vt:lpstr>Essential EA Meta-Model - Application Layer - 23</vt:lpstr>
      <vt:lpstr>PowerPoint Presentation</vt:lpstr>
      <vt:lpstr>Essential EA Meta-Model - Application Layer - 24</vt:lpstr>
      <vt:lpstr>PowerPoint Presentation</vt:lpstr>
      <vt:lpstr>Essential EA Meta-Model - Application Layer - 25</vt:lpstr>
      <vt:lpstr>PowerPoint Presentation</vt:lpstr>
      <vt:lpstr>Essential EA Meta-Model - Application Layer - 26</vt:lpstr>
      <vt:lpstr>PowerPoint Presentation</vt:lpstr>
      <vt:lpstr>Essential EA Meta-Model - Application Layer - 27</vt:lpstr>
      <vt:lpstr>PowerPoint Presentation</vt:lpstr>
      <vt:lpstr>Essential EA Meta-Model - Application Layer - 28</vt:lpstr>
      <vt:lpstr>PowerPoint Presentation</vt:lpstr>
      <vt:lpstr>Essential EA Meta-Model - Application Layer - 29</vt:lpstr>
      <vt:lpstr>PowerPoint Presentation</vt:lpstr>
      <vt:lpstr>Essential EA Meta-Model - Application Layer - 30</vt:lpstr>
      <vt:lpstr>PowerPoint Presentation</vt:lpstr>
      <vt:lpstr>Essential EA Meta-Model - Application Layer - 31</vt:lpstr>
      <vt:lpstr>PowerPoint Presentation</vt:lpstr>
      <vt:lpstr>Essential EA Meta-Model - Application Layer - 32</vt:lpstr>
      <vt:lpstr>PowerPoint Presentation</vt:lpstr>
      <vt:lpstr>Essential EA Meta-Model - Application Layer - 33</vt:lpstr>
      <vt:lpstr>PowerPoint Presentation</vt:lpstr>
      <vt:lpstr>Essential EA Meta-Model - Application Layer - 34</vt:lpstr>
      <vt:lpstr>PowerPoint Presentation</vt:lpstr>
      <vt:lpstr>Essential EA Meta-Model - Application Layer - 35</vt:lpstr>
      <vt:lpstr>PowerPoint Presentation</vt:lpstr>
      <vt:lpstr>Essential EA Meta-Model - Application Layer - 36</vt:lpstr>
      <vt:lpstr>PowerPoint Presentation</vt:lpstr>
      <vt:lpstr>Essential EA Meta-Model - Application Layer - 37</vt:lpstr>
      <vt:lpstr>PowerPoint Presentation</vt:lpstr>
      <vt:lpstr>Essential EA Meta-Model - Application Layer - Summary</vt:lpstr>
      <vt:lpstr>PowerPoint Presentation</vt:lpstr>
      <vt:lpstr>Thank You!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121</cp:revision>
  <dcterms:created xsi:type="dcterms:W3CDTF">2026-03-17T00:40:27Z</dcterms:created>
  <dcterms:modified xsi:type="dcterms:W3CDTF">2026-04-26T08:13:07Z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
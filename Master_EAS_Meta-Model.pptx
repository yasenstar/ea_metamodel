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13"/>
  </p:notesMasterIdLst>
  <p:handoutMasterIdLst>
    <p:handoutMasterId r:id="rId114"/>
  </p:handoutMasterIdLst>
  <p:sldIdLst>
    <p:sldId id="256" r:id="rId5"/>
    <p:sldId id="270" r:id="rId6"/>
    <p:sldId id="273" r:id="rId7"/>
    <p:sldId id="274" r:id="rId8"/>
    <p:sldId id="271" r:id="rId9"/>
    <p:sldId id="272" r:id="rId10"/>
    <p:sldId id="275" r:id="rId11"/>
    <p:sldId id="276" r:id="rId12"/>
    <p:sldId id="277" r:id="rId13"/>
    <p:sldId id="279" r:id="rId14"/>
    <p:sldId id="281" r:id="rId15"/>
    <p:sldId id="278" r:id="rId16"/>
    <p:sldId id="280" r:id="rId17"/>
    <p:sldId id="283" r:id="rId18"/>
    <p:sldId id="282" r:id="rId19"/>
    <p:sldId id="284" r:id="rId20"/>
    <p:sldId id="285" r:id="rId21"/>
    <p:sldId id="287" r:id="rId22"/>
    <p:sldId id="286" r:id="rId23"/>
    <p:sldId id="288" r:id="rId24"/>
    <p:sldId id="289" r:id="rId25"/>
    <p:sldId id="290" r:id="rId26"/>
    <p:sldId id="291" r:id="rId27"/>
    <p:sldId id="292" r:id="rId28"/>
    <p:sldId id="293" r:id="rId29"/>
    <p:sldId id="296" r:id="rId30"/>
    <p:sldId id="295" r:id="rId31"/>
    <p:sldId id="297" r:id="rId32"/>
    <p:sldId id="298" r:id="rId33"/>
    <p:sldId id="299" r:id="rId34"/>
    <p:sldId id="300" r:id="rId35"/>
    <p:sldId id="301" r:id="rId36"/>
    <p:sldId id="302" r:id="rId37"/>
    <p:sldId id="303" r:id="rId38"/>
    <p:sldId id="304" r:id="rId39"/>
    <p:sldId id="305" r:id="rId40"/>
    <p:sldId id="306" r:id="rId41"/>
    <p:sldId id="307" r:id="rId42"/>
    <p:sldId id="308" r:id="rId43"/>
    <p:sldId id="309" r:id="rId44"/>
    <p:sldId id="310" r:id="rId45"/>
    <p:sldId id="311" r:id="rId46"/>
    <p:sldId id="312" r:id="rId47"/>
    <p:sldId id="313" r:id="rId48"/>
    <p:sldId id="314" r:id="rId49"/>
    <p:sldId id="315" r:id="rId50"/>
    <p:sldId id="316" r:id="rId51"/>
    <p:sldId id="317" r:id="rId52"/>
    <p:sldId id="318" r:id="rId53"/>
    <p:sldId id="319" r:id="rId54"/>
    <p:sldId id="320" r:id="rId55"/>
    <p:sldId id="321" r:id="rId56"/>
    <p:sldId id="322" r:id="rId57"/>
    <p:sldId id="323" r:id="rId58"/>
    <p:sldId id="325" r:id="rId59"/>
    <p:sldId id="327" r:id="rId60"/>
    <p:sldId id="324" r:id="rId61"/>
    <p:sldId id="328" r:id="rId62"/>
    <p:sldId id="329" r:id="rId63"/>
    <p:sldId id="330" r:id="rId64"/>
    <p:sldId id="331" r:id="rId65"/>
    <p:sldId id="332" r:id="rId66"/>
    <p:sldId id="333" r:id="rId67"/>
    <p:sldId id="334" r:id="rId68"/>
    <p:sldId id="335" r:id="rId69"/>
    <p:sldId id="337" r:id="rId70"/>
    <p:sldId id="338" r:id="rId71"/>
    <p:sldId id="339" r:id="rId72"/>
    <p:sldId id="340" r:id="rId73"/>
    <p:sldId id="341" r:id="rId74"/>
    <p:sldId id="342" r:id="rId75"/>
    <p:sldId id="343" r:id="rId76"/>
    <p:sldId id="344" r:id="rId77"/>
    <p:sldId id="345" r:id="rId78"/>
    <p:sldId id="346" r:id="rId79"/>
    <p:sldId id="347" r:id="rId80"/>
    <p:sldId id="348" r:id="rId81"/>
    <p:sldId id="349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4" r:id="rId97"/>
    <p:sldId id="365" r:id="rId98"/>
    <p:sldId id="366" r:id="rId99"/>
    <p:sldId id="367" r:id="rId100"/>
    <p:sldId id="368" r:id="rId101"/>
    <p:sldId id="369" r:id="rId102"/>
    <p:sldId id="370" r:id="rId103"/>
    <p:sldId id="371" r:id="rId104"/>
    <p:sldId id="372" r:id="rId105"/>
    <p:sldId id="373" r:id="rId106"/>
    <p:sldId id="374" r:id="rId107"/>
    <p:sldId id="375" r:id="rId108"/>
    <p:sldId id="376" r:id="rId109"/>
    <p:sldId id="267" r:id="rId110"/>
    <p:sldId id="326" r:id="rId111"/>
    <p:sldId id="336" r:id="rId1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0F14D87-4D93-4A18-98B6-602331846D5F}">
          <p14:sldIdLst>
            <p14:sldId id="256"/>
            <p14:sldId id="270"/>
            <p14:sldId id="273"/>
            <p14:sldId id="274"/>
            <p14:sldId id="271"/>
            <p14:sldId id="272"/>
          </p14:sldIdLst>
        </p14:section>
        <p14:section name="Business_Layer" id="{BE012B2F-C749-46CF-BEEF-A16D22C39499}">
          <p14:sldIdLst>
            <p14:sldId id="275"/>
            <p14:sldId id="276"/>
            <p14:sldId id="277"/>
            <p14:sldId id="279"/>
            <p14:sldId id="281"/>
            <p14:sldId id="278"/>
            <p14:sldId id="280"/>
            <p14:sldId id="283"/>
            <p14:sldId id="282"/>
            <p14:sldId id="284"/>
            <p14:sldId id="285"/>
            <p14:sldId id="287"/>
            <p14:sldId id="286"/>
            <p14:sldId id="288"/>
            <p14:sldId id="289"/>
            <p14:sldId id="290"/>
            <p14:sldId id="291"/>
            <p14:sldId id="292"/>
            <p14:sldId id="293"/>
            <p14:sldId id="296"/>
            <p14:sldId id="295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5"/>
          </p14:sldIdLst>
        </p14:section>
        <p14:section name="Application_Layer" id="{D2AE7FF9-7C61-4308-9CAD-AF4B81EEF655}">
          <p14:sldIdLst>
            <p14:sldId id="327"/>
            <p14:sldId id="324"/>
            <p14:sldId id="328"/>
            <p14:sldId id="329"/>
            <p14:sldId id="330"/>
            <p14:sldId id="331"/>
            <p14:sldId id="332"/>
            <p14:sldId id="333"/>
            <p14:sldId id="334"/>
            <p14:sldId id="335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54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  <p14:sldId id="374"/>
            <p14:sldId id="375"/>
            <p14:sldId id="376"/>
          </p14:sldIdLst>
        </p14:section>
        <p14:section name="Information_Layer" id="{91D2F92F-6A77-4060-BC4D-057B76B9D342}">
          <p14:sldIdLst/>
        </p14:section>
        <p14:section name="Technology_Layer" id="{EAC4D6A4-96CD-419F-B787-2374DA96253E}">
          <p14:sldIdLst/>
        </p14:section>
        <p14:section name="Summary" id="{692B0B4A-5957-4A45-A2B9-BA502512D0B7}">
          <p14:sldIdLst>
            <p14:sldId id="267"/>
            <p14:sldId id="326"/>
            <p14:sldId id="3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CD433"/>
    <a:srgbClr val="000000"/>
    <a:srgbClr val="E6C133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24" autoAdjust="0"/>
    <p:restoredTop sz="95642" autoAdjust="0"/>
  </p:normalViewPr>
  <p:slideViewPr>
    <p:cSldViewPr snapToGrid="0">
      <p:cViewPr varScale="1">
        <p:scale>
          <a:sx n="94" d="100"/>
          <a:sy n="94" d="100"/>
        </p:scale>
        <p:origin x="86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62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117" Type="http://schemas.openxmlformats.org/officeDocument/2006/relationships/theme" Target="theme/theme1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openxmlformats.org/officeDocument/2006/relationships/slide" Target="slides/slide80.xml"/><Relationship Id="rId89" Type="http://schemas.openxmlformats.org/officeDocument/2006/relationships/slide" Target="slides/slide85.xml"/><Relationship Id="rId112" Type="http://schemas.openxmlformats.org/officeDocument/2006/relationships/slide" Target="slides/slide108.xml"/><Relationship Id="rId16" Type="http://schemas.openxmlformats.org/officeDocument/2006/relationships/slide" Target="slides/slide12.xml"/><Relationship Id="rId107" Type="http://schemas.openxmlformats.org/officeDocument/2006/relationships/slide" Target="slides/slide103.xml"/><Relationship Id="rId11" Type="http://schemas.openxmlformats.org/officeDocument/2006/relationships/slide" Target="slides/slide7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74" Type="http://schemas.openxmlformats.org/officeDocument/2006/relationships/slide" Target="slides/slide70.xml"/><Relationship Id="rId79" Type="http://schemas.openxmlformats.org/officeDocument/2006/relationships/slide" Target="slides/slide75.xml"/><Relationship Id="rId102" Type="http://schemas.openxmlformats.org/officeDocument/2006/relationships/slide" Target="slides/slide98.xml"/><Relationship Id="rId5" Type="http://schemas.openxmlformats.org/officeDocument/2006/relationships/slide" Target="slides/slide1.xml"/><Relationship Id="rId90" Type="http://schemas.openxmlformats.org/officeDocument/2006/relationships/slide" Target="slides/slide86.xml"/><Relationship Id="rId95" Type="http://schemas.openxmlformats.org/officeDocument/2006/relationships/slide" Target="slides/slide91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113" Type="http://schemas.openxmlformats.org/officeDocument/2006/relationships/notesMaster" Target="notesMasters/notesMaster1.xml"/><Relationship Id="rId118" Type="http://schemas.openxmlformats.org/officeDocument/2006/relationships/tableStyles" Target="tableStyles.xml"/><Relationship Id="rId80" Type="http://schemas.openxmlformats.org/officeDocument/2006/relationships/slide" Target="slides/slide76.xml"/><Relationship Id="rId85" Type="http://schemas.openxmlformats.org/officeDocument/2006/relationships/slide" Target="slides/slide81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59" Type="http://schemas.openxmlformats.org/officeDocument/2006/relationships/slide" Target="slides/slide55.xml"/><Relationship Id="rId103" Type="http://schemas.openxmlformats.org/officeDocument/2006/relationships/slide" Target="slides/slide99.xml"/><Relationship Id="rId108" Type="http://schemas.openxmlformats.org/officeDocument/2006/relationships/slide" Target="slides/slide104.xml"/><Relationship Id="rId54" Type="http://schemas.openxmlformats.org/officeDocument/2006/relationships/slide" Target="slides/slide50.xml"/><Relationship Id="rId70" Type="http://schemas.openxmlformats.org/officeDocument/2006/relationships/slide" Target="slides/slide66.xml"/><Relationship Id="rId75" Type="http://schemas.openxmlformats.org/officeDocument/2006/relationships/slide" Target="slides/slide71.xml"/><Relationship Id="rId91" Type="http://schemas.openxmlformats.org/officeDocument/2006/relationships/slide" Target="slides/slide87.xml"/><Relationship Id="rId96" Type="http://schemas.openxmlformats.org/officeDocument/2006/relationships/slide" Target="slides/slide9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49" Type="http://schemas.openxmlformats.org/officeDocument/2006/relationships/slide" Target="slides/slide45.xml"/><Relationship Id="rId114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slide" Target="slides/slide69.xml"/><Relationship Id="rId78" Type="http://schemas.openxmlformats.org/officeDocument/2006/relationships/slide" Target="slides/slide74.xml"/><Relationship Id="rId81" Type="http://schemas.openxmlformats.org/officeDocument/2006/relationships/slide" Target="slides/slide77.xml"/><Relationship Id="rId86" Type="http://schemas.openxmlformats.org/officeDocument/2006/relationships/slide" Target="slides/slide82.xml"/><Relationship Id="rId94" Type="http://schemas.openxmlformats.org/officeDocument/2006/relationships/slide" Target="slides/slide90.xml"/><Relationship Id="rId99" Type="http://schemas.openxmlformats.org/officeDocument/2006/relationships/slide" Target="slides/slide95.xml"/><Relationship Id="rId101" Type="http://schemas.openxmlformats.org/officeDocument/2006/relationships/slide" Target="slides/slide9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109" Type="http://schemas.openxmlformats.org/officeDocument/2006/relationships/slide" Target="slides/slide10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6" Type="http://schemas.openxmlformats.org/officeDocument/2006/relationships/slide" Target="slides/slide72.xml"/><Relationship Id="rId97" Type="http://schemas.openxmlformats.org/officeDocument/2006/relationships/slide" Target="slides/slide93.xml"/><Relationship Id="rId104" Type="http://schemas.openxmlformats.org/officeDocument/2006/relationships/slide" Target="slides/slide100.xml"/><Relationship Id="rId7" Type="http://schemas.openxmlformats.org/officeDocument/2006/relationships/slide" Target="slides/slide3.xml"/><Relationship Id="rId71" Type="http://schemas.openxmlformats.org/officeDocument/2006/relationships/slide" Target="slides/slide67.xml"/><Relationship Id="rId92" Type="http://schemas.openxmlformats.org/officeDocument/2006/relationships/slide" Target="slides/slide88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Relationship Id="rId24" Type="http://schemas.openxmlformats.org/officeDocument/2006/relationships/slide" Target="slides/slide20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66" Type="http://schemas.openxmlformats.org/officeDocument/2006/relationships/slide" Target="slides/slide62.xml"/><Relationship Id="rId87" Type="http://schemas.openxmlformats.org/officeDocument/2006/relationships/slide" Target="slides/slide83.xml"/><Relationship Id="rId110" Type="http://schemas.openxmlformats.org/officeDocument/2006/relationships/slide" Target="slides/slide106.xml"/><Relationship Id="rId115" Type="http://schemas.openxmlformats.org/officeDocument/2006/relationships/presProps" Target="presProps.xml"/><Relationship Id="rId61" Type="http://schemas.openxmlformats.org/officeDocument/2006/relationships/slide" Target="slides/slide57.xml"/><Relationship Id="rId82" Type="http://schemas.openxmlformats.org/officeDocument/2006/relationships/slide" Target="slides/slide78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56" Type="http://schemas.openxmlformats.org/officeDocument/2006/relationships/slide" Target="slides/slide52.xml"/><Relationship Id="rId77" Type="http://schemas.openxmlformats.org/officeDocument/2006/relationships/slide" Target="slides/slide73.xml"/><Relationship Id="rId100" Type="http://schemas.openxmlformats.org/officeDocument/2006/relationships/slide" Target="slides/slide96.xml"/><Relationship Id="rId105" Type="http://schemas.openxmlformats.org/officeDocument/2006/relationships/slide" Target="slides/slide10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slide" Target="slides/slide68.xml"/><Relationship Id="rId93" Type="http://schemas.openxmlformats.org/officeDocument/2006/relationships/slide" Target="slides/slide89.xml"/><Relationship Id="rId98" Type="http://schemas.openxmlformats.org/officeDocument/2006/relationships/slide" Target="slides/slide94.xml"/><Relationship Id="rId3" Type="http://schemas.openxmlformats.org/officeDocument/2006/relationships/customXml" Target="../customXml/item3.xml"/><Relationship Id="rId25" Type="http://schemas.openxmlformats.org/officeDocument/2006/relationships/slide" Target="slides/slide21.xml"/><Relationship Id="rId46" Type="http://schemas.openxmlformats.org/officeDocument/2006/relationships/slide" Target="slides/slide42.xml"/><Relationship Id="rId67" Type="http://schemas.openxmlformats.org/officeDocument/2006/relationships/slide" Target="slides/slide63.xml"/><Relationship Id="rId116" Type="http://schemas.openxmlformats.org/officeDocument/2006/relationships/viewProps" Target="viewProp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62" Type="http://schemas.openxmlformats.org/officeDocument/2006/relationships/slide" Target="slides/slide58.xml"/><Relationship Id="rId83" Type="http://schemas.openxmlformats.org/officeDocument/2006/relationships/slide" Target="slides/slide79.xml"/><Relationship Id="rId88" Type="http://schemas.openxmlformats.org/officeDocument/2006/relationships/slide" Target="slides/slide84.xml"/><Relationship Id="rId111" Type="http://schemas.openxmlformats.org/officeDocument/2006/relationships/slide" Target="slides/slide107.xml"/><Relationship Id="rId15" Type="http://schemas.openxmlformats.org/officeDocument/2006/relationships/slide" Target="slides/slide11.xml"/><Relationship Id="rId36" Type="http://schemas.openxmlformats.org/officeDocument/2006/relationships/slide" Target="slides/slide32.xml"/><Relationship Id="rId57" Type="http://schemas.openxmlformats.org/officeDocument/2006/relationships/slide" Target="slides/slide53.xml"/><Relationship Id="rId106" Type="http://schemas.openxmlformats.org/officeDocument/2006/relationships/slide" Target="slides/slide10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4/10/2026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4/8/2026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2576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CD2-D96E-90E4-51ED-C39265F8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1EB506-FD21-590E-9CD4-D40250145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528FED-7CE9-FEDC-70D0-E49E4D0B3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02F2D-BF68-E415-67E8-F28B954F92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812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FA65A-B270-1EC5-2C4F-343992F3F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BAFE69-4712-E688-7113-ADDF2A8955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299631-1055-1CB1-66FC-E599E818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1D8D67-4C37-B79B-ACDD-0B406B13F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2096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F56D-56CE-3194-2248-D2D527AF3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F8E569-925F-30E9-F551-5B0AA0E941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D9F6FC-76F3-FB90-320B-07AC8C782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448B8-D210-A87C-1F17-2BCEBBA4E5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1063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0D7CC-9933-E9DB-74CC-0B7B76DBE4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5C4D34-F38B-D0D1-D58D-C2BDB1FEF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D3944C-F320-9B87-020C-4379F74F8B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079AB-0882-1097-3B68-FD9DDC54D1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925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11F3D-33B0-31ED-F473-94565EF70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263E83-54AC-C1A7-11CE-BD07A29CD5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B38904-F67C-D833-5450-9F0A38043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86E942-6E20-3F98-E188-E232863C3A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9048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A51D2A-5A87-473A-1285-809BDB21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190AC-BF14-73E3-E71C-B87920142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BAA8E9-F22C-9B37-47F9-A9A4D2188E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4D57CB-8DBB-D377-3CE0-B8FAC84D7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8219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EF0D8-7172-C773-D2C9-429F2B0E6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6F2AB1-56DA-D70D-30CB-824B6F856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1555B-5EEB-18A3-55AB-20DCAFBB6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3433C-B337-2FCD-32EF-7EED36952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3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A5E67-534F-7FFC-CA4E-C072BEA9D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27238-42E3-B1C2-ED4A-867AB668AD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C627-ED4D-545C-C8D5-7F7143ADE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A07987-9DC2-DE73-C23D-72DF72F1C3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1416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C3869-DA80-2E4B-4437-46897A94E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3C133-B9E8-1FED-FEDB-F303DBE458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AD4A76-52D1-3CE0-F3BE-121AF46EF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5789-78BA-2F0C-8040-E52F584E3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93473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2E72F-6716-8EBD-7111-3F3BAFF9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46346F-E8FC-A715-1E9C-59D23A3F3A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B71C24-CD9B-4FD7-27A7-915944C0A2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10F29-6B7B-6CCD-63EA-AD463FACB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2481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401E-DEFF-7DFC-DC68-7A25DE23C3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90498-37C6-E26E-BA82-05B494465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C9DB2B-2EAE-26B5-D065-108688898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286BC-DDEE-C286-5DFB-EF26ABBA3A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393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96CF6-5EA6-9F87-41F2-9660F3A48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F1ED88-E71F-F3D4-C1E1-2CB705ADE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01353-0370-4168-7552-CADE62CD9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86E9E5-2FA2-6E3D-DB68-842A5C03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6000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B0178-34B6-2D7F-CA1B-F24C01DFF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952BA0-D4DF-022C-0936-7A1A67B78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1A32E8-A52E-A6A3-BEF1-21AC788772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26763C-5158-9F1B-9051-D37FE2F7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3910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120CB-8860-1FE4-3AD7-D82648220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9378B8-2368-A08C-E8E8-707F1F4FF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51C1EF-0C39-9618-DC26-EEEBC50209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781FE-2926-93EF-B128-A1498820B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7249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C9B495-E116-6018-2B5C-695F55F19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59D2BA-DFD5-56D4-E612-AA87588F2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1C756F-1DF7-4E2A-DDCB-EFD985BE3F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777CBC-A8E1-9AD6-4DDA-1452FFDB4D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0688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DA39E-E346-8E73-46A5-AAFBFB138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1F766B-627B-7C02-5475-E98F22FED2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4EB6BA-DD2B-1745-2F25-4F79F0DE8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B6CDE6-5BED-C7B8-9084-2F8991560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7422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79B0C-A85A-345E-CF5C-20254324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BA1DB-32C6-36F1-091B-21731853F1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087D4D-62A4-F1FD-EA4B-901752519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3BD2A-1992-739C-5388-5ED6B3475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88956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F657C-0627-4A0B-5956-6E4240478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9ECC92-E425-3C3D-C097-C6FC28BFE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C8855-71F9-E55A-E551-C9314DE34D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CC2DF-7B68-3700-42BD-93032C8594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68124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4466E-8102-CC24-AD9B-0242202AB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6720D-C69B-370C-05C5-689AE191A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913FD1-70C1-6AFB-402C-1933D18D34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9A852-7CFA-B174-507A-BF34033C55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1529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D4241-D22B-7692-F534-DFDD1A19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2F394F-2F12-C501-12C2-5E3BC58E0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D9C6B5-04C3-7AF3-4CA1-9E8084EFE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97F58C-17C0-9E34-258A-8E83984B8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310173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007EC-A5C6-53AE-F9DF-FE9E415D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90BC93-3EE0-C45C-EB5F-CD44B64879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B17365-70AE-DDC1-F50B-FBC1E94704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3BA51E-5AD6-700C-AD6D-CB3B4363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66517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165E1-60B9-04F3-2B33-F319DA3A2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EC9D8-9279-2C68-0E41-D2E8EB1483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B0714E-4AFC-A08F-8245-992BFDBD1D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FE672C-927C-2938-0902-A9E756DACF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02328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6E8F9-A751-89E5-E5B0-A44150C64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912CC-4267-AC79-7196-B732769F65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7A1CD-F645-EDE6-2215-44B3EBA058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0FF6-6AA5-12F3-E0D0-E57C95D113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28417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9A595-C27E-1D09-37A3-D99392454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43D38-E38C-6D04-01DB-FB7BA3E075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FFEF5CB-A798-B806-F798-A102C4A5A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9EC8F-9131-5D47-63EC-726B9E795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0137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54143-2C96-72F5-6498-EFA0C714D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51663-3494-AFB1-1F05-008B30CD6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768DC-D788-4007-9812-CD5E7996C6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8A453-BC1E-5005-4391-A7371539D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3203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E862B-DFB2-6CC0-BC7A-C20C0983F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9335E-E704-1631-A602-95AD95E743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5ED27-98E7-FE88-A240-D2C29F1F16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37F4B-2341-FF0B-F4C7-954930B458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89811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46E2-CCCD-964A-0526-3DF56DD5B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1F46E6-C42C-7A4C-5ECE-B38C66D6F9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F48D11-1B9A-2D3A-CDE1-0711113E6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CD12F-C56E-B157-E671-0A8591D10A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9619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296660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66BF48-7469-E5EA-CA71-9E666F923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53D099-CF4D-0247-0B2D-F356677358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FD8E6A-B500-1413-C29C-C87E1D1B85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AE7B7-493F-9326-9A4D-097F4DEBEC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684718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A35F2-36C3-2A04-4AA8-7174A579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4011C4-0C27-7F65-5802-804F220941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E0346D-86D7-7B47-410E-8531865B3A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828137-A005-F7DE-3805-FC9107AEB7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8111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89952ED-BE7B-104F-320E-6EEF21592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D7EA4B0-AF51-48C0-759F-856ED00F6A4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39" y="385296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1CCDF70-DC45-44E1-D644-134EE41806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35F26-01CA-66E4-2632-E34E79D9B4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2F0297-D013-6C14-E9A5-B10F9BA198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FF0769-0A6B-2BE0-2B44-37EC146583F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CD96C0B-0C44-D93F-ADC5-24D2EA155A7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21AEE-200B-53C1-EA9B-335DCDDA2E1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D963E2-6AF5-388B-BB85-29C1467F6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7BBD940-3F8A-E15B-201A-693884A247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F1E0F3E-FA9E-302F-3521-A9482EEC6B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EA7A36-DB49-F034-0D2B-B99B57E4C8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9F20AA9-43F0-09A4-23E6-E8DC988ED7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D343B25-C4FD-0656-3F40-DA010D99E4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6F9F672-9EAB-0049-C35D-2069EEEDDA4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637B27C-DA22-75FF-154B-52F1F848F8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D404BD-5B8C-E289-6E49-7BD1564A597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4/8/2026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6.jpeg"/><Relationship Id="rId4" Type="http://schemas.openxmlformats.org/officeDocument/2006/relationships/image" Target="../media/image7.jpeg"/><Relationship Id="rId9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23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7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1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5.png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3.pn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jpeg"/><Relationship Id="rId4" Type="http://schemas.openxmlformats.org/officeDocument/2006/relationships/image" Target="../media/image76.jpe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7.png"/><Relationship Id="rId5" Type="http://schemas.openxmlformats.org/officeDocument/2006/relationships/image" Target="../media/image6.jpeg"/><Relationship Id="rId4" Type="http://schemas.openxmlformats.org/officeDocument/2006/relationships/image" Target="../media/image76.jpe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7.png"/><Relationship Id="rId4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6237" y="327399"/>
            <a:ext cx="9054612" cy="3329581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Master EAS Meta-Model in Ontology &amp; Graph Perspective</a:t>
            </a:r>
            <a:endParaRPr lang="ru-RU" sz="60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2154" y="3538424"/>
            <a:ext cx="8825658" cy="861420"/>
          </a:xfrm>
        </p:spPr>
        <p:txBody>
          <a:bodyPr anchor="ctr">
            <a:normAutofit/>
          </a:bodyPr>
          <a:lstStyle/>
          <a:p>
            <a:r>
              <a:rPr lang="en-US" dirty="0"/>
              <a:t>Building Up Enterprise Architecture Meta-Model From Scratch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96C580F-38C1-FF79-76EE-387C2193E73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50695D8-97CE-5B8C-815E-9CD5D506DD72}"/>
              </a:ext>
            </a:extLst>
          </p:cNvPr>
          <p:cNvGrpSpPr/>
          <p:nvPr/>
        </p:nvGrpSpPr>
        <p:grpSpPr>
          <a:xfrm>
            <a:off x="1636272" y="4323296"/>
            <a:ext cx="9030493" cy="2226761"/>
            <a:chOff x="1636272" y="4323296"/>
            <a:chExt cx="9030493" cy="2226761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B7A3EDAE-1B0E-C1CF-8C16-C6F54D1C5488}"/>
                </a:ext>
              </a:extLst>
            </p:cNvPr>
            <p:cNvGrpSpPr/>
            <p:nvPr/>
          </p:nvGrpSpPr>
          <p:grpSpPr>
            <a:xfrm>
              <a:off x="2141549" y="4323296"/>
              <a:ext cx="7766868" cy="2226761"/>
              <a:chOff x="1463863" y="4391350"/>
              <a:chExt cx="7766868" cy="2226761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7AE0F899-9B30-1477-EF90-A3BFF355E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49627" y="4399844"/>
                <a:ext cx="1900932" cy="221826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F92B555-999F-2F3B-6A00-4426832C8B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387188" y="4391350"/>
                <a:ext cx="2339123" cy="2201527"/>
              </a:xfrm>
              <a:prstGeom prst="roundRect">
                <a:avLst>
                  <a:gd name="adj" fmla="val 8594"/>
                </a:avLst>
              </a:prstGeom>
              <a:solidFill>
                <a:srgbClr val="FFFFFF">
                  <a:shade val="85000"/>
                </a:srgbClr>
              </a:solidFill>
              <a:ln>
                <a:noFill/>
              </a:ln>
              <a:effectLst>
                <a:reflection blurRad="12700" stA="38000" endPos="28000" dist="5000" dir="5400000" sy="-100000" algn="bl" rotWithShape="0"/>
              </a:effectLst>
            </p:spPr>
          </p:pic>
          <p:sp>
            <p:nvSpPr>
              <p:cNvPr id="8" name="Arrow: Right 7">
                <a:extLst>
                  <a:ext uri="{FF2B5EF4-FFF2-40B4-BE49-F238E27FC236}">
                    <a16:creationId xmlns:a16="http://schemas.microsoft.com/office/drawing/2014/main" id="{18612BDC-FCFA-4143-D6C2-08664DA7F3EF}"/>
                  </a:ext>
                </a:extLst>
              </p:cNvPr>
              <p:cNvSpPr/>
              <p:nvPr/>
            </p:nvSpPr>
            <p:spPr>
              <a:xfrm>
                <a:off x="4570725" y="5031380"/>
                <a:ext cx="1207911" cy="767644"/>
              </a:xfrm>
              <a:prstGeom prst="rightArrow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796209F-D274-5DEB-45D9-C3402DD8B4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63863" y="4957083"/>
                <a:ext cx="360209" cy="401771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D6C7995A-87F7-91D6-C1F6-318F2C06C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63863" y="5536012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67B15A3-E502-426B-3004-FC2BA5900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859620" y="4951896"/>
                <a:ext cx="362976" cy="362976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6FF42F9F-AF6A-3226-86B2-248451228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859620" y="5438299"/>
                <a:ext cx="371111" cy="460689"/>
              </a:xfrm>
              <a:prstGeom prst="rect">
                <a:avLst/>
              </a:prstGeom>
              <a:ln>
                <a:noFill/>
              </a:ln>
              <a:effectLst>
                <a:outerShdw blurRad="292100" dist="139700" dir="2700000" algn="tl" rotWithShape="0">
                  <a:srgbClr val="333333">
                    <a:alpha val="65000"/>
                  </a:srgbClr>
                </a:outerShdw>
              </a:effectLst>
            </p:spPr>
          </p:pic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76B4B21-2091-A494-3901-B7DE776977CD}"/>
                </a:ext>
              </a:extLst>
            </p:cNvPr>
            <p:cNvSpPr txBox="1"/>
            <p:nvPr/>
          </p:nvSpPr>
          <p:spPr>
            <a:xfrm>
              <a:off x="1636272" y="5467958"/>
              <a:ext cx="5052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3.5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9F436E-B180-CC50-15DC-9E21FD4771FF}"/>
                </a:ext>
              </a:extLst>
            </p:cNvPr>
            <p:cNvSpPr txBox="1"/>
            <p:nvPr/>
          </p:nvSpPr>
          <p:spPr>
            <a:xfrm>
              <a:off x="9980965" y="4872699"/>
              <a:ext cx="685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5.6+</a:t>
              </a: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ED6E28A9-476E-DD13-7581-373C3DC93FE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33311" y="2916"/>
            <a:ext cx="676656" cy="676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3F22-8ED0-1925-F839-CE0A56088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What is Metamodel?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F2FE4C-F570-9598-B96E-2D875C9893E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26C5F8E6-1898-6EF3-FA8C-DD760C08E3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6896" y="1692503"/>
            <a:ext cx="7221654" cy="432891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6502029-A09B-6808-2CC6-02B3F9FA62E4}"/>
              </a:ext>
            </a:extLst>
          </p:cNvPr>
          <p:cNvSpPr txBox="1"/>
          <p:nvPr/>
        </p:nvSpPr>
        <p:spPr>
          <a:xfrm>
            <a:off x="7743217" y="1696302"/>
            <a:ext cx="4221475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1">
                    <a:lumMod val="60000"/>
                    <a:lumOff val="4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 metamodel is a model of a model</a:t>
            </a:r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, and metamodeling is the process of generating such metamodels.</a:t>
            </a:r>
          </a:p>
          <a:p>
            <a:endParaRPr lang="en-US" sz="2000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Metamodeling or meta-modeling is the analysis, construction, and development of the frames, rules, constraints, models, and theories applicable and useful for modeling a predefined class of problems.</a:t>
            </a:r>
          </a:p>
        </p:txBody>
      </p:sp>
    </p:spTree>
    <p:extLst>
      <p:ext uri="{BB962C8B-B14F-4D97-AF65-F5344CB8AC3E}">
        <p14:creationId xmlns:p14="http://schemas.microsoft.com/office/powerpoint/2010/main" val="195562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AE5B6-80DF-D70A-F20B-FEA4ECBA7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C0FF8-4E49-6AF6-6543-8EC91803E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Understanding EAS Metamodel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EB0D3F-A404-6BB2-1E1D-5CC2474878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1224062"/>
            <a:ext cx="4748944" cy="53896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6D7B0F9-1CC8-9F3C-0657-1F59FC2CBC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42C48B-BA5B-E812-69AC-BF70DDE30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D408417-9471-F069-8916-5C469353E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6ABE23-80C9-5A69-3112-B7949CCA9FC3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495C7E-5242-C6A4-F1AF-6FDE81C768BB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A6F2B2-B902-0850-51B9-E170D2F5AC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01B92F-574A-7012-85A2-7F69847B32BF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859B87-CA7F-1075-138D-47F35FAF96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5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48F35-04E4-5807-5C2A-620BEA0DA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A4448-02F1-CDC2-FAF7-969D8DE4B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Metamodel in Reference EA Frameworks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AD9AC4B2-6317-9F6B-9FC4-C1FFE15BE3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56647" y="2302822"/>
            <a:ext cx="3798427" cy="43109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D9EDD144-F22C-74B4-5002-E4C6BD3EE5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7560E9C-5AF5-B579-B7B6-716B3573C1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36" y="3429000"/>
            <a:ext cx="1772040" cy="39870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1150DD-58EF-EB9E-4760-2BA4716363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9779" y="1673987"/>
            <a:ext cx="1805255" cy="13539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CC8133-DA27-4A38-9141-8E76F1778C14}"/>
              </a:ext>
            </a:extLst>
          </p:cNvPr>
          <p:cNvSpPr txBox="1"/>
          <p:nvPr/>
        </p:nvSpPr>
        <p:spPr>
          <a:xfrm>
            <a:off x="6503132" y="1298289"/>
            <a:ext cx="5246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MODAF: British Ministry of Defense Architecture Framework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EC4CBA-F1DD-285B-1721-6F45133ACA52}"/>
              </a:ext>
            </a:extLst>
          </p:cNvPr>
          <p:cNvSpPr txBox="1"/>
          <p:nvPr/>
        </p:nvSpPr>
        <p:spPr>
          <a:xfrm>
            <a:off x="6503132" y="2998269"/>
            <a:ext cx="4374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FEAF: Federal Enterprise Architecture Framework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BABF5E1-3BD9-29A5-56A1-16CF02F70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9778" y="3329406"/>
            <a:ext cx="1805255" cy="145732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A4AFB4A-3D9B-A840-0048-1C71FEB3B770}"/>
              </a:ext>
            </a:extLst>
          </p:cNvPr>
          <p:cNvSpPr txBox="1"/>
          <p:nvPr/>
        </p:nvSpPr>
        <p:spPr>
          <a:xfrm>
            <a:off x="6503132" y="4787312"/>
            <a:ext cx="4464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TOGAF: The Open Group Architecture Framework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1B2A9F0-138A-DB81-909E-30C63931F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9778" y="5119027"/>
            <a:ext cx="1805255" cy="142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95624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89ECA-496A-A03E-437E-F11325327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6176F-4D1D-C373-40D4-D16CAC76B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Essential Open Source EA Tool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5085BF-0762-04EF-08E2-21385F1A52C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C5AEE0F6-50BA-94EA-A24A-CD6240422C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3880" y="1995785"/>
            <a:ext cx="10277261" cy="381838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5F4B03C-08D5-67E5-1529-5C134261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0" y="5814174"/>
            <a:ext cx="872107" cy="972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346757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8C238-12BA-88F3-D9C1-1C208A94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3B5CE-5419-35B0-16E8-861451475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Setup Modeling Environment</a:t>
            </a:r>
            <a:br>
              <a:rPr lang="en-US" b="1" dirty="0"/>
            </a:br>
            <a:r>
              <a:rPr lang="en-US" b="1" dirty="0"/>
              <a:t>- </a:t>
            </a:r>
            <a:r>
              <a:rPr lang="en-US" altLang="zh-CN" b="1" dirty="0"/>
              <a:t>Protégé &amp; Neo4j</a:t>
            </a:r>
            <a:endParaRPr lang="en-US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EEB3645-A16E-C6E6-5926-96E8BF14E00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913EAF2-EEC3-E490-C676-6BBD446B83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475" y="2022210"/>
            <a:ext cx="5416020" cy="33584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C1ABD6E-E7D8-6644-DD8B-EE481D752B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6475" y="2025026"/>
            <a:ext cx="5709961" cy="33556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59201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848FE-1D84-B5AB-9432-B35C9850E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4A4F0-6F9B-8A16-B1C4-03D99B083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100DAF3-36E5-3DA4-0012-D67C1896877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8F42FD-5A89-140B-6C50-A2C200F8D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000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9DA41FD-0157-49C4-D9F4-1DD0289BBB08}"/>
              </a:ext>
            </a:extLst>
          </p:cNvPr>
          <p:cNvSpPr/>
          <p:nvPr/>
        </p:nvSpPr>
        <p:spPr>
          <a:xfrm>
            <a:off x="516595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7E3673-4348-0701-8D66-FB5EB7BA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CBDB4F7-AD96-E5FF-FB74-1EF32F3CF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618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E45F975-2715-FFCB-B237-6BB44514FC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2025" y="3799818"/>
            <a:ext cx="3524250" cy="77665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9365300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94AB3-81D7-77CA-B199-4BCA514F5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52FC1-9AB6-8A92-0B2F-87613FD1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Conceptual - 02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035176-1130-3F0C-E45A-EEBAFA2FF24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C5DC183-913D-E016-906D-E7E7978E5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57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ABA8A8-4318-7C44-38E2-85E5EA4F8BFD}"/>
              </a:ext>
            </a:extLst>
          </p:cNvPr>
          <p:cNvSpPr/>
          <p:nvPr/>
        </p:nvSpPr>
        <p:spPr>
          <a:xfrm>
            <a:off x="539252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B53E160-0729-9BA3-0260-559EB5A688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657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0E0EDA-EC05-A838-D14B-E51AC5DABB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0003" y="3642906"/>
            <a:ext cx="4236271" cy="9335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436068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15740-8931-9432-5022-9B33126AF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5AE0-97B2-F5A1-20E0-90D7AF83A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9463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1259266-9EFF-EE1C-8089-9467C74B9C7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009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4B322A-9342-D809-4B0E-2F3FDB884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030BCA1-1E2D-0A36-1368-DC023E3A69D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C6D78-0D28-D6A3-881E-1F1ECDD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68B8198-717B-7CEF-FCEB-94DC41F51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5E8671-9294-A003-D073-84418785CF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7B584FF-98AC-3D51-02D1-574C0597C17D}"/>
              </a:ext>
            </a:extLst>
          </p:cNvPr>
          <p:cNvGrpSpPr/>
          <p:nvPr/>
        </p:nvGrpSpPr>
        <p:grpSpPr>
          <a:xfrm>
            <a:off x="8893082" y="2952750"/>
            <a:ext cx="2508343" cy="2367994"/>
            <a:chOff x="8893082" y="2952750"/>
            <a:chExt cx="2508343" cy="236799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388FF68-E6FE-AFFA-E8A8-224461DAFA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8828B8B-88B8-5ACA-864D-1DD8AD2339B0}"/>
                </a:ext>
              </a:extLst>
            </p:cNvPr>
            <p:cNvSpPr/>
            <p:nvPr/>
          </p:nvSpPr>
          <p:spPr>
            <a:xfrm>
              <a:off x="10582275" y="2952750"/>
              <a:ext cx="819150" cy="85725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36598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F9F61F-31DA-6EA2-B2F5-8C417DD29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C9CD06-A8B8-8800-3E33-FD63119E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- 04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CBDB5A-7994-C17D-5CB0-CB1A44CD59D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6CB3424-D112-59FC-EFAE-07E8B75E63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0981AE7-1C7C-E5F2-E9C8-6147D868CBF1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20FE24D-0609-3170-FC8A-A508CA131146}"/>
              </a:ext>
            </a:extLst>
          </p:cNvPr>
          <p:cNvGrpSpPr/>
          <p:nvPr/>
        </p:nvGrpSpPr>
        <p:grpSpPr>
          <a:xfrm>
            <a:off x="8893082" y="3197407"/>
            <a:ext cx="2398961" cy="2123337"/>
            <a:chOff x="8893082" y="3197407"/>
            <a:chExt cx="2398961" cy="2123337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22D5555-678C-5743-DCE7-653A7F1D7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3082" y="3197407"/>
              <a:ext cx="2398961" cy="2123337"/>
            </a:xfrm>
            <a:prstGeom prst="roundRect">
              <a:avLst>
                <a:gd name="adj" fmla="val 8594"/>
              </a:avLst>
            </a:prstGeom>
            <a:solidFill>
              <a:srgbClr val="FFFFFF">
                <a:shade val="85000"/>
              </a:srgbClr>
            </a:solidFill>
            <a:ln>
              <a:noFill/>
            </a:ln>
            <a:effectLst>
              <a:reflection blurRad="12700" stA="38000" endPos="28000" dist="5000" dir="5400000" sy="-100000" algn="bl" rotWithShape="0"/>
            </a:effectLst>
          </p:spPr>
        </p:pic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305A3B-E771-332E-1234-FE8C5CC9953B}"/>
                </a:ext>
              </a:extLst>
            </p:cNvPr>
            <p:cNvSpPr/>
            <p:nvPr/>
          </p:nvSpPr>
          <p:spPr>
            <a:xfrm>
              <a:off x="9231684" y="3429000"/>
              <a:ext cx="819150" cy="1371600"/>
            </a:xfrm>
            <a:prstGeom prst="rect">
              <a:avLst/>
            </a:prstGeom>
            <a:solidFill>
              <a:srgbClr val="ACD433">
                <a:alpha val="30196"/>
              </a:srgbClr>
            </a:solidFill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7F9A7B1-0A44-AC5D-5EB9-C2D0584E18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5C1A182-85B2-BDED-6384-C08CC1A22C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46BA763-D900-AECC-8457-550C879530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43586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125F0-8EC1-6A13-F64A-5AEB3C2DF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02A93-5504-6049-D215-E386C384D7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- 05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0403F24-74EA-DF46-BA09-988604F2595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E02C35D-DF93-A92B-2D08-0D1AB6EFC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FE23A13-EAE9-5415-6626-3F97BC70A03B}"/>
              </a:ext>
            </a:extLst>
          </p:cNvPr>
          <p:cNvSpPr/>
          <p:nvPr/>
        </p:nvSpPr>
        <p:spPr>
          <a:xfrm>
            <a:off x="596435" y="2188396"/>
            <a:ext cx="3924193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839B2F5-D4BA-164E-C8DD-1FDA7FA0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93081" y="1457202"/>
            <a:ext cx="2400433" cy="4689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B9E9156-231F-2A61-C1A5-D9693BD9E930}"/>
              </a:ext>
            </a:extLst>
          </p:cNvPr>
          <p:cNvSpPr/>
          <p:nvPr/>
        </p:nvSpPr>
        <p:spPr>
          <a:xfrm>
            <a:off x="9965933" y="4438436"/>
            <a:ext cx="164386" cy="595901"/>
          </a:xfrm>
          <a:prstGeom prst="roundRect">
            <a:avLst/>
          </a:prstGeom>
          <a:solidFill>
            <a:srgbClr val="E6C133">
              <a:alpha val="30196"/>
            </a:srgb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A47497-EE95-A854-082B-5ED091E34A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5935FF-6419-72BA-DFDD-6F796D76B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4AF068F-C46C-2F10-3B3C-DF2825DB9F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3255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B59808-A26A-6C11-5620-DDFA99D3D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87E7E31-E680-0DF6-548F-D05029F9D691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F26F058-AFC9-DC43-BDA3-904A13D99E1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41E7655-6941-F23C-1924-E03767E9FF1F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C54FEF-8C9A-BBFC-0D84-002D10047F7A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1244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B59C3-A4DE-6412-5EB2-960BAAD0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A558C-3E7A-0B2D-8E7C-143C80CA6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- 06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E814BE4-3108-4FF6-EEB5-36E033EBAF1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9C58872-12BF-6192-FB02-5943ACCEFA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CD72E08-612F-05BB-E7EC-D37D30D9AFE9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6C999C2-029D-326E-E86C-2BCFB5F77C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B82AA0-3739-E689-54E7-31B2DA6EB5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7A3B4F7-3749-5953-406A-B427A1BEF6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BE18703-65FF-42DB-0364-3B0BB299D9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4835" y="2774022"/>
            <a:ext cx="4214205" cy="23704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70692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C408E-654F-E922-78EE-EB778BE6A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AC963D-8D22-5ABF-7C3A-BBC645E6E5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69C169-EBC8-1297-9E82-7EA2D8D52B6D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BD0E5F-D5BA-C63C-C6C3-E8F716731F6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3751F-E8F8-1BC0-0125-37FD4451EB2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81FDC1-4CEB-F53B-EEC6-ED3D138226F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307F77-3178-C40A-2B7D-BC784CA0930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8AA0BC-72F0-708E-A79E-79161FC2A159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40069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AEF3F-5FA3-C22D-93F6-7EC2A74C8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76D802-2FA7-87A7-F780-5D1DB3416C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- 07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6504B53-13D5-4FCD-0274-0C1531BF03A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614281-3ADF-472D-2931-489A34783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87C01DC-4B1F-E5E6-7F0A-1890A1D4A655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56ADE7-8458-E11A-BC64-E7137E648D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F3B1AAC-90F0-3B95-B20E-9ADAF58891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3004357-1761-1A4F-8DD2-584F94679D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D59839-0A82-F3F9-5F5A-B4B3170CF0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0683" y="2964557"/>
            <a:ext cx="4544076" cy="19055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25269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E52D-1F4F-37FD-1A10-F861C13C5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93A7D5-95FD-4BBD-199D-FE3727FB9F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62D5D00-3B75-7685-E3EE-46133C0150C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EE5344-B642-2EB0-9C8B-5F6F2D746E8C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368065-3FDD-A3B5-C9DE-0E9AA1F4DDAA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B957A5-E7E6-B333-3B23-F21788BF0DC9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78A5120-4933-6C99-06C1-EC6F01996EA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B079828-8EB6-36A7-FC9B-3B3ECE872C2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8918369-011C-95DA-5B4B-7458163B83A1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B468BC5-3FAA-311F-BB88-25F91429B29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A32D1-5AAE-F4A1-4339-F328B076E577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728872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CA127-570B-7BA0-1142-69C45478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C1959-6755-3E62-8836-4039E43F0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- 08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E7F61-C83B-C0BA-325F-28D94952882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70935C3-923A-FA2F-787B-EB5185C6B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FE3CF1-2A59-267E-4F53-5D6E1E4C5C9A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FD72E4-3457-13FE-5449-5BB102D7FD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F4E7F12-C48D-E3BE-E5AF-5B9E100F2B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AB41F1-C5C4-77DD-577F-8368FB729D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3325B68-12FD-DF2E-7782-FFC49E92BC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980" y="2909135"/>
            <a:ext cx="4120179" cy="21765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43127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C9946F-D0E4-0012-EC13-F163C0EA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5515BB-71A7-EE8F-5625-58C06C88C5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A229C2-E16D-2F65-73E4-51DC69EB3D5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9B70BF-BA09-E69C-73A3-903C5C7BCF6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B25C13-7E86-C236-5AAC-366CAA2BD50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DEC2ACD-B82A-C42F-AB10-4F4944B58CB2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236571-B2CD-41EA-21DC-A9463E8FD29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6D6F6C-C89F-A0DC-CF3D-FCC13BB76F9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2C55E19-83EE-AABA-0868-D3193DFB3B9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1B47393-366A-EAF4-1256-B1F26EFCFE79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BA5C61-7665-01A0-A858-7818669FC0B0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AFFBAB-6B52-6F38-4D28-DB79EF7E0A86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CBB0361-764B-DFBD-B313-A1E2342F1DE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0422F-EE46-F48B-FCA8-0C8186ED23CD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99F6D8-F86F-3A81-1AF6-6DD67E3C6F9C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1130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96D9C-05A9-A9CA-0D45-6929BA37F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E242-9349-AD5E-88C3-9D65A1980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- 09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114FC6-A4C2-0C5C-B3BF-F6A703398EA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CBD2B5-D8D7-A727-D12E-8F3074FB3C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02248E4-9922-DE55-57D3-E64B98B14891}"/>
              </a:ext>
            </a:extLst>
          </p:cNvPr>
          <p:cNvSpPr/>
          <p:nvPr/>
        </p:nvSpPr>
        <p:spPr>
          <a:xfrm>
            <a:off x="596436" y="2188396"/>
            <a:ext cx="3975564" cy="158985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7D162A1-4BAC-D39C-34E1-254CC366FE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E9C6E5-AB88-CF8F-5ECB-475303B793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8FDD88-4432-AC48-777E-3CFD082B8F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CC047E-FC1A-5F7D-47FB-A412C30559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0445" y="2688117"/>
            <a:ext cx="4084714" cy="218026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1579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28F48-1C0E-221A-F0D1-4BD337C7F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3B4464-C47D-3072-E742-057698863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E13C79F7-8319-C40E-9C56-0F3C820BC5C0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629F1-6A63-864D-4209-626E528D56A2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DD3CFC-2C64-48F0-ABD2-983C849420EC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327F41-04A3-9C8C-7F37-C10C03A0A6E1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E271A7-87B1-8A12-A237-9167AAAE8AC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08268B-ECC0-A4A9-5EAA-72AE0DD32001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C59CEF-3147-9742-B251-A9AFA9CDB26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D32CA4-10C9-09C5-30FC-FC3770E9F050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A2C931-D144-2AFB-D3D8-8CA966618C6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05946B3-3BE4-23FB-E348-F0EEB3F6947B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CF0E65-068A-674F-096D-CF87EC246C1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92A37C-53AE-938D-201B-CD7FEAE7486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3CE59B-5947-B186-86C4-2CD3B525AF9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5B081E-4763-98C8-324F-E030C1875920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6379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CC054F-9A96-2FFD-11A7-277C59F24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FA8AFD-C5F3-5BFF-7D4F-FA2D2DE0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- 10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8D5E3A-D93F-CB53-47E8-0F229E9FE496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905571A-32EA-7A11-9C67-83A03E9793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7B3C632-1540-FA39-E1D6-7730B9120BB0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84AA08-8B0B-09E4-3A7C-88AF0D9C5F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B30C57D-4D30-71B2-4D54-9BAD21FAF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E2B3C7E-EE5F-A19E-7142-505CE40485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17ACAD9-2965-581E-5CB0-EDD0643499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7989" y="2089556"/>
            <a:ext cx="3046248" cy="38078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963910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03E6D-F90F-463C-7114-2BDE175B1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74F856-3F27-06DC-08F7-B4E9526113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7112E2E-15CD-8309-E120-8CC3F3587FD2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249C8A-7ACD-0B8D-1473-C707EB5133A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79521F-172E-2360-4969-6D61B2BC10E0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AF1A1C-0BAA-1890-DECA-5AF31191D8B4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F3B6A3-7279-CDAC-2B38-A91991923151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F34AE03-89AD-C2DC-1E2D-1F647EDFBF3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0BC1FD-B22D-72EE-E568-F4182B66A89C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C720FF-4460-437F-4DDE-A6C07EE7CEDB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FE1049D-6480-B0A9-8BC7-26D3DD37C4CA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439A75-3191-A9BD-E891-8975C12CD43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C9306C-0518-C7AC-8A2B-490647910575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F6A244-0290-9330-E70C-069A87071BB0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750005-EAD0-CA7B-2A77-4608E0362E2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76D2C9A-E95F-8A2B-252E-407E27E654CE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D46EE-5BFC-14D0-F88F-72A3133ADF8A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4481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5F501-2698-E802-E21E-DF1FC7A60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5F562-0912-4AA2-2AC7-95B9EC338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- 11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D3F0AF-28B6-0D01-E6CE-CD4369C20C3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365840-0192-6E37-6541-91B24686A3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6057D6-3363-33B8-69F3-4C006147ED33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8C2ED1-AC4F-B996-5691-C807CF2490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F406E1A-8CA6-EACD-72C9-5E7ECE07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4121E25-449A-511E-419D-9C638D38D2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7B7C76-8639-D3F3-AC67-8D61A7A740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147" y="2426324"/>
            <a:ext cx="3983743" cy="28237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62009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7D4-7F64-8843-4A1F-EF8FC1C80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E40DE9-C6D2-913A-9544-30DF362E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D3CF5C3-1795-0B4F-F4F6-E47277B88FD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AD159BD-8325-00F3-59D9-726F1117C6D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6A5B280-BDF9-0777-FC48-4A2DC0C06446}"/>
              </a:ext>
            </a:extLst>
          </p:cNvPr>
          <p:cNvSpPr/>
          <p:nvPr/>
        </p:nvSpPr>
        <p:spPr>
          <a:xfrm>
            <a:off x="2913124" y="164641"/>
            <a:ext cx="233295" cy="56878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F085A8-2352-F6C4-C538-A938F854AB5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E764C2-6991-C064-A7C6-D7DA417968F8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43FB8-A810-48F0-62BC-BC83A382C724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83BC76-02F3-8CBD-DDF3-B882FAEDEBD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2C0F6-D24A-7B20-F415-BDA191F5B92C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0ECFE5-D4A2-85A6-DCE5-3C024A83470E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C97F4F0-3BCB-56AA-4B3D-2E217E23A75F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69EB8C-2938-39B6-07FC-6E35B0F7FE7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D58E72-C677-FCB0-A4C7-66E90CA3E479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23F2BC-889D-AD36-0DD9-3D16CC65B1E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A742B4F-0B5B-1DC1-989F-3B2DD73DA77D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FD93B5A-D985-BB45-36B9-2EB650288B14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FDFAD6-D17C-8786-E900-412110064450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0327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8ACB-524B-8769-B412-554D794B5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D6575-5DF8-ADEA-4C89-05A143B60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- 12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2D60EDC-1642-A5AC-82E0-D0C3D092616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261B83-4D8A-5E40-DAC2-A595BF61D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F74DCB-C246-D691-5B34-D1BE2F16B716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0EBC631-E414-8B13-EA2E-6686017FC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037ACB9-7096-E5FD-C852-F4D1B4E97E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56A1453-2F6B-3488-214A-FC7C8CA515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B4E1C16-77DB-69E6-ACD7-07A9292E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75712" y="2727711"/>
            <a:ext cx="6299620" cy="252238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11588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844C9-9E44-873A-1C80-A9A351E4E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FB92253-0825-A588-A01C-CAE03D7C1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09A0BC6-93AE-40C8-3D99-AC2473032516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5E42CB-BF59-07EE-D4BB-142077E5A1E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33C65-E3DE-E56F-A7F7-42FFFF38C18E}"/>
              </a:ext>
            </a:extLst>
          </p:cNvPr>
          <p:cNvSpPr/>
          <p:nvPr/>
        </p:nvSpPr>
        <p:spPr>
          <a:xfrm>
            <a:off x="6757680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BDFFB7-C174-0525-1CA5-CCB6BAE3981C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6D47912-69DF-310E-9B7E-656DCAA699F4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AB6C2E-DD56-959F-A906-51BFC9A75FA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898669-217F-2624-9321-F2F4F3F0229D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2273AB-1B3A-9D6B-F6BE-D935BC258C13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0DE1C-A052-2B51-4ACB-983CEA5B3825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23ACCF-9906-AE89-302A-238013ADB653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762E78A-2B07-C967-43F8-C3056D8FFA10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B591F4F-5D24-5FEA-EC62-064ED74CAB5E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BA00D9-2338-64F5-C2E9-35D3B47D658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84B92E-80AE-B581-5C76-F3CDDBB275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5C033FF-3EC0-7BD0-C1DB-9855DAC4B4F3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F3FFD0-E207-D801-708A-372266F74E0E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41CC32-0076-B628-DE45-F2BCEAE5A61F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CF40E1A-3EC6-9FFC-C3D3-4097EF911904}"/>
              </a:ext>
            </a:extLst>
          </p:cNvPr>
          <p:cNvSpPr/>
          <p:nvPr/>
        </p:nvSpPr>
        <p:spPr>
          <a:xfrm>
            <a:off x="7343745" y="424700"/>
            <a:ext cx="393133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4789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8D2B6-104F-9F03-8F0C-0441F7CF3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CA520-91FC-43A1-A32E-D707F5899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- 13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F6CF377-58EC-BEE3-7998-5AD10276EC3E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019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4A8BFF5-A13B-4165-15DE-B3444A9F9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A1EEAE-9569-11C3-48A3-60567C376C44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9AAAD0D-28DA-C72F-8262-A99AC1239F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6F3C9E-6F41-C876-1468-6620D04D05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D17A6BB-D55C-2FC0-398F-80BB99B3F3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5D8BD3-9723-03CD-C60F-22DCD401EE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5056" y="2852393"/>
            <a:ext cx="4944538" cy="272183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007980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1FF0A-E3E9-8C90-14DB-8A3FFE90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861628B-858F-3163-AF3A-7539FB7CB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70E9F95-BBDF-4704-C5FE-60BD68105789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469F207-AF3E-01D7-0F3B-783A56D25765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428FEE-CACE-7BC7-6F48-5B6F346819B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92C9F1-8721-3AEA-F41C-9012273ECC57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CDB6A84-A2A3-7C69-A652-08112635245C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3554300-C3CF-C564-DC84-72DD85448196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A66A0B-8583-4A42-8705-29DF22275973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17FF6A-5A8A-C9C3-D967-13AE71599701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6556AF-77B1-1187-354C-711DFD6D60BC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C4F67B1-7F22-E6F2-B668-29DAE727F62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AC98B8-AE19-C03A-4FEA-F5CC7428D4BC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E7C49-0457-FD75-EAE8-4969A6BA38C6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49CA70C-5B83-2165-020D-FE73F598623D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8213F2-4A4B-3450-7119-301850865F9B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D2C8D49-FA18-D5E3-882D-27D6A8B74110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9FBA99-7477-8B12-0D6C-F69FD8B9BD5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4DD104-80A7-00DD-E373-991A61436E72}"/>
              </a:ext>
            </a:extLst>
          </p:cNvPr>
          <p:cNvSpPr/>
          <p:nvPr/>
        </p:nvSpPr>
        <p:spPr>
          <a:xfrm>
            <a:off x="6191487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961A05-A6F4-62BD-E8B9-2403594438E8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4C5BD18-06FD-DED1-0A46-68583BF6995C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DD81B06-7398-8CDE-41A5-E888C9346985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6838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6A2CE-7445-09A7-5525-3C0879F85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DD61-6125-FD95-6876-CCFF9FD35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557BBD4-48E5-1F07-842F-F545960A20D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F3FAA-7F7D-E1AA-92CA-3D8ABC0C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CFA9CB-7117-A0AC-50B3-3280A6FF036F}"/>
              </a:ext>
            </a:extLst>
          </p:cNvPr>
          <p:cNvSpPr/>
          <p:nvPr/>
        </p:nvSpPr>
        <p:spPr>
          <a:xfrm>
            <a:off x="596436" y="2188396"/>
            <a:ext cx="2054832" cy="140053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C1B5F49-F4F8-4DBA-496A-A45A40887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3E4F3DA-7EB5-BF47-E419-725473317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9CE6C0-0359-14DC-3D6C-D2A6584829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D1EDB8D-8BCF-4675-0A0D-20838A34BD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2188396"/>
            <a:ext cx="5868219" cy="38676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291164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D1D2-8D28-61F1-2F4D-83B5F772C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9AF3C7-5828-A8FC-E06F-1E723C22E3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9C5850-9969-F6ED-82E4-23052DBEA7F3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3B53E3-2EB8-0983-40DA-F8FF6BB76E1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916A0C-0D77-281D-2AEF-DBA8979744FE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528EFF6-A937-BCB9-71EE-99DCDB534D53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BCEC33-F1ED-58A9-23ED-170B5971174E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15666F-8D97-EE98-A435-A894759C2B4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54B06DC-4ECF-D3D5-2A56-E193CF5F14D2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FAA6CB-A9A0-4470-D6AD-F6DA0333C374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D64265-4583-455F-6A0E-169A27B70578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F8290F-CA94-09E5-EDF6-AB04D4E3BDFE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93AA27-DD56-058D-A6EF-59FF8E437886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86A0D6B-AB2D-F939-483F-CCB8431C8AC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8C10CC-6EE0-1608-E955-6C04FAC30E4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BB2294-70C6-537E-4920-5AA4F69656DF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7600D5-3CD8-2F55-5271-F9E1D212C74B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3992BE2-01FD-73C1-081B-CB4F4FFF5CB6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044647-3E98-14A3-DE5B-39B668E04F1D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063CF2-7312-E753-9709-82C3AD0F2DF0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8D790A9-E2A0-1463-5845-74A09B126A48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232442-1FB5-AEC8-E309-1598BB5F455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3A4770-0D0D-732D-C5DB-0B94BADB37D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EE8B063-25E3-6D7F-BA69-AA19CC0DE074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6EF6A28-8B48-ADF7-4A69-B91E66662D70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5266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BF546-C819-31CB-F662-7F1137705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FDD15-7D36-2904-006C-A640B4D62D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C6230C9-55C6-E71E-32AD-CC518DD0111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0F06A2-1423-EC3C-D0A2-F0BEDB64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C2DB63-C4E6-25BB-5D7E-255254CD6AFF}"/>
              </a:ext>
            </a:extLst>
          </p:cNvPr>
          <p:cNvSpPr/>
          <p:nvPr/>
        </p:nvSpPr>
        <p:spPr>
          <a:xfrm>
            <a:off x="596436" y="2188396"/>
            <a:ext cx="2054832" cy="273594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3BBB43-95BB-E59E-4E05-D1A8E57C2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63BDA3-5254-5A98-52E1-271F26EA7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400411C-E68B-134D-10CC-C433ECBFB5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C08381-F8C1-7794-257B-3ACECDD590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6173" y="1623065"/>
            <a:ext cx="4648849" cy="47822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4063957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2E4BA-CCB1-C99F-31E4-74ECD5F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450F3E-8000-E75A-91FB-8F3249501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EECE290-55C5-40BC-A59C-EE0A01ADBBBF}"/>
              </a:ext>
            </a:extLst>
          </p:cNvPr>
          <p:cNvSpPr/>
          <p:nvPr/>
        </p:nvSpPr>
        <p:spPr>
          <a:xfrm>
            <a:off x="3700530" y="223234"/>
            <a:ext cx="957329" cy="6439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19853E5-D9D3-F4CD-AF1A-2D83B2A84606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04A881-8DB6-8FDD-D8DB-F542DC07711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639855-8541-D312-FFDB-AFA0D980394E}"/>
              </a:ext>
            </a:extLst>
          </p:cNvPr>
          <p:cNvSpPr/>
          <p:nvPr/>
        </p:nvSpPr>
        <p:spPr>
          <a:xfrm>
            <a:off x="2913124" y="996949"/>
            <a:ext cx="115825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32EE214-8D9F-00CF-8926-04DE1B8A697B}"/>
              </a:ext>
            </a:extLst>
          </p:cNvPr>
          <p:cNvSpPr/>
          <p:nvPr/>
        </p:nvSpPr>
        <p:spPr>
          <a:xfrm rot="1551019">
            <a:off x="3573376" y="623121"/>
            <a:ext cx="1093916" cy="1020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F25F32-AA5D-2E91-80B6-F69F6E088A2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375881-E1F9-E7CD-B274-016727D87CD6}"/>
              </a:ext>
            </a:extLst>
          </p:cNvPr>
          <p:cNvSpPr/>
          <p:nvPr/>
        </p:nvSpPr>
        <p:spPr>
          <a:xfrm>
            <a:off x="4886705" y="434974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22273BE-C1ED-EF5C-37DE-7AACF5213FF5}"/>
              </a:ext>
            </a:extLst>
          </p:cNvPr>
          <p:cNvSpPr/>
          <p:nvPr/>
        </p:nvSpPr>
        <p:spPr>
          <a:xfrm>
            <a:off x="5006340" y="478664"/>
            <a:ext cx="6225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50CE9D-AA99-C501-6697-B96F7913DC71}"/>
              </a:ext>
            </a:extLst>
          </p:cNvPr>
          <p:cNvSpPr/>
          <p:nvPr/>
        </p:nvSpPr>
        <p:spPr>
          <a:xfrm>
            <a:off x="5006340" y="587374"/>
            <a:ext cx="114301" cy="2736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DB64D3-E557-A17A-2B66-6C91B8F22CCC}"/>
              </a:ext>
            </a:extLst>
          </p:cNvPr>
          <p:cNvSpPr/>
          <p:nvPr/>
        </p:nvSpPr>
        <p:spPr>
          <a:xfrm>
            <a:off x="3382706" y="434974"/>
            <a:ext cx="76700" cy="113347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E5F8E2-04C5-93F9-2D3A-2DDAB823EBBD}"/>
              </a:ext>
            </a:extLst>
          </p:cNvPr>
          <p:cNvSpPr/>
          <p:nvPr/>
        </p:nvSpPr>
        <p:spPr>
          <a:xfrm>
            <a:off x="3565097" y="974398"/>
            <a:ext cx="76700" cy="5940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159988-3F96-D0DA-38E7-72467C0EB5B1}"/>
              </a:ext>
            </a:extLst>
          </p:cNvPr>
          <p:cNvSpPr/>
          <p:nvPr/>
        </p:nvSpPr>
        <p:spPr>
          <a:xfrm>
            <a:off x="3641797" y="958524"/>
            <a:ext cx="993006" cy="10211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070E29-145E-34E1-A825-940F08454EA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0BC2BDE-1C1D-868B-8C90-E761B0C79004}"/>
              </a:ext>
            </a:extLst>
          </p:cNvPr>
          <p:cNvSpPr/>
          <p:nvPr/>
        </p:nvSpPr>
        <p:spPr>
          <a:xfrm rot="4874518">
            <a:off x="4478330" y="985650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39B32D0-82EC-E4A3-CBAA-8C36B86F0C52}"/>
              </a:ext>
            </a:extLst>
          </p:cNvPr>
          <p:cNvSpPr/>
          <p:nvPr/>
        </p:nvSpPr>
        <p:spPr>
          <a:xfrm>
            <a:off x="4904356" y="1176175"/>
            <a:ext cx="81536" cy="42608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2A6016-811E-A807-0676-8CD726EC6C0B}"/>
              </a:ext>
            </a:extLst>
          </p:cNvPr>
          <p:cNvSpPr/>
          <p:nvPr/>
        </p:nvSpPr>
        <p:spPr>
          <a:xfrm>
            <a:off x="5200132" y="946721"/>
            <a:ext cx="428730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CA64304-B2C3-6FCD-4668-ACB4680EED7F}"/>
              </a:ext>
            </a:extLst>
          </p:cNvPr>
          <p:cNvSpPr/>
          <p:nvPr/>
        </p:nvSpPr>
        <p:spPr>
          <a:xfrm>
            <a:off x="6191487" y="946721"/>
            <a:ext cx="312055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9FA2329-1A8E-891D-4DD4-908879CADBCB}"/>
              </a:ext>
            </a:extLst>
          </p:cNvPr>
          <p:cNvSpPr/>
          <p:nvPr/>
        </p:nvSpPr>
        <p:spPr>
          <a:xfrm rot="7689780">
            <a:off x="5689987" y="725525"/>
            <a:ext cx="76042" cy="1357830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20A786F-F73E-CD57-E048-DFDF070827FF}"/>
              </a:ext>
            </a:extLst>
          </p:cNvPr>
          <p:cNvSpPr/>
          <p:nvPr/>
        </p:nvSpPr>
        <p:spPr>
          <a:xfrm>
            <a:off x="6503542" y="1862159"/>
            <a:ext cx="647271" cy="13173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49424F9-ED50-B28D-8FC8-A58966162251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559C73-859C-C2FC-3BBA-7B6479181214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4B43AA-B2E5-E380-897F-8AC602FEB09E}"/>
              </a:ext>
            </a:extLst>
          </p:cNvPr>
          <p:cNvSpPr/>
          <p:nvPr/>
        </p:nvSpPr>
        <p:spPr>
          <a:xfrm>
            <a:off x="5200132" y="2341929"/>
            <a:ext cx="546618" cy="11552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562138F-B471-5FC6-8D4A-98AE292B212F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BF704D-8F26-0746-B19B-7350F6D936D2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8C7A53B-99DF-945B-755D-30A06077D5CA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D0F940-B5DC-F5E4-083E-172056BD78D7}"/>
              </a:ext>
            </a:extLst>
          </p:cNvPr>
          <p:cNvSpPr/>
          <p:nvPr/>
        </p:nvSpPr>
        <p:spPr>
          <a:xfrm>
            <a:off x="4901946" y="2574289"/>
            <a:ext cx="104394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B2832E2-4A17-8061-8901-CF1A6780348C}"/>
              </a:ext>
            </a:extLst>
          </p:cNvPr>
          <p:cNvSpPr/>
          <p:nvPr/>
        </p:nvSpPr>
        <p:spPr>
          <a:xfrm>
            <a:off x="6150719" y="2574289"/>
            <a:ext cx="81536" cy="298451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126CAB6-E5AE-370C-6252-FD297C3AB9DA}"/>
              </a:ext>
            </a:extLst>
          </p:cNvPr>
          <p:cNvSpPr/>
          <p:nvPr/>
        </p:nvSpPr>
        <p:spPr>
          <a:xfrm>
            <a:off x="4985891" y="2649403"/>
            <a:ext cx="2164922" cy="1004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DE09C5-AF7F-59D9-AA41-8066C7F77FA6}"/>
              </a:ext>
            </a:extLst>
          </p:cNvPr>
          <p:cNvSpPr/>
          <p:nvPr/>
        </p:nvSpPr>
        <p:spPr>
          <a:xfrm>
            <a:off x="6191486" y="2789463"/>
            <a:ext cx="796053" cy="83277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EA2FCF1-03BC-B370-412D-79A02F9A6AED}"/>
              </a:ext>
            </a:extLst>
          </p:cNvPr>
          <p:cNvSpPr/>
          <p:nvPr/>
        </p:nvSpPr>
        <p:spPr>
          <a:xfrm>
            <a:off x="6946770" y="2858780"/>
            <a:ext cx="81536" cy="652755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980CEED-1C41-EF9A-A620-C53178B61913}"/>
              </a:ext>
            </a:extLst>
          </p:cNvPr>
          <p:cNvSpPr/>
          <p:nvPr/>
        </p:nvSpPr>
        <p:spPr>
          <a:xfrm>
            <a:off x="7069277" y="2752609"/>
            <a:ext cx="81536" cy="758926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E7ED695-DEB1-3B02-0B82-D4971DE31931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74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807F4-5268-AC9D-3045-0972FE0D7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96789-E673-FD50-3677-170ADDA6C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9AFD81-0501-AE7F-F633-3E2EA7CADE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3C1866-64AD-D032-ACF5-AD5431623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3F3FD8-1211-7079-13DB-FD5838045E99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3852B40-289A-7EFF-0CEE-80A4E2403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2AE1B6-3CA4-02A7-8317-540E8F93AE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2279822-2466-5670-FA1C-2552EBCC19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18DFCE6-6340-49CA-92B7-4BA2E517DC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0369" y="2517461"/>
            <a:ext cx="5184602" cy="305681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33216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6F7CA-C8CC-D9D5-CE74-5FEB89814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0593F9-6B8E-9D52-580D-1A5900396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6857D92-187B-31EC-E6ED-0994B08F91DB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DE7C5-F2B7-0456-2DF7-1513D678ED9A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228EBDB-C75E-8E69-037B-2F6BEB932E9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74E9E-F5B4-E05E-1009-376803BC2664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AF1ACD2-221F-0289-4BC2-725DEEB42794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EE4AA9-7366-1282-EA02-E3D17C0C52A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247EAA7-A9EA-84FB-AF6E-8AFCC47E644D}"/>
              </a:ext>
            </a:extLst>
          </p:cNvPr>
          <p:cNvSpPr/>
          <p:nvPr/>
        </p:nvSpPr>
        <p:spPr>
          <a:xfrm rot="8938082">
            <a:off x="5502940" y="1047172"/>
            <a:ext cx="76042" cy="1357830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92D2A54-F269-7573-CDEE-B94C0F9B5494}"/>
              </a:ext>
            </a:extLst>
          </p:cNvPr>
          <p:cNvSpPr/>
          <p:nvPr/>
        </p:nvSpPr>
        <p:spPr>
          <a:xfrm rot="10800000">
            <a:off x="5873291" y="1176175"/>
            <a:ext cx="90481" cy="1117544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05D4C1B-596F-9174-ACA4-467F2736FE4D}"/>
              </a:ext>
            </a:extLst>
          </p:cNvPr>
          <p:cNvSpPr/>
          <p:nvPr/>
        </p:nvSpPr>
        <p:spPr>
          <a:xfrm rot="12691686" flipH="1">
            <a:off x="5408785" y="1079456"/>
            <a:ext cx="55472" cy="128102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3A00AF-C6DD-F505-31CD-17E6C847C008}"/>
              </a:ext>
            </a:extLst>
          </p:cNvPr>
          <p:cNvSpPr/>
          <p:nvPr/>
        </p:nvSpPr>
        <p:spPr>
          <a:xfrm rot="9307021">
            <a:off x="6527495" y="1029611"/>
            <a:ext cx="45719" cy="2689598"/>
          </a:xfrm>
          <a:prstGeom prst="rect">
            <a:avLst/>
          </a:prstGeom>
          <a:solidFill>
            <a:schemeClr val="accent3"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5B02E6-CB31-CC93-8B12-61CBCC34CC1E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F23580A-49CD-300B-246B-E7A618A7613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E1219D9-39D8-2570-DC2A-0312DE3CE60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752DDD-5831-73D0-5796-8C86FA84B65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F795464-1595-2E0D-0837-21FE781A4BE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3F8C04-FEC4-CF44-4930-81F8A56A3C79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3B17625-9BB8-B830-18E7-2C1957CE0128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4705E87A-9F91-4912-CCFC-415431A1178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9DDC344-79F7-263B-7B9D-2F4534780F2C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35D7CECE-66E1-6B94-1FDA-926C3D23609A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2A394329-D3FD-329C-51C7-132800837F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7C7B45-F605-0963-A5CB-099AB0B86C6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1011ECF-4292-E943-8926-E6234EA6FA47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8A3BD9C-168D-BC3F-0AD9-EC95FE993A85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81E4820-0CBC-6BF0-694B-3060370253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2A0F0EE-191D-5199-3571-0BA3E5EC5F7B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CB97D67-84FA-071F-A18B-58E8A0CCE182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9F13761-A4A7-9A53-DCC7-4C5C1D3C448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68ECF0D-9DBA-B3C9-7A3F-4253ED0547A6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2D67EDB-461B-60E6-B361-CD5816F9A5D1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AAF35B68-C81C-2380-D153-4D62E646870D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3C5A3C8F-6C1D-A29A-0168-31B94146FEE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439BA9BE-C36C-54A2-5A89-FA93C156A82E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C9E6B3A-8CA7-926D-403D-2E1B5FFE1D4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25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97ECE-FA3A-41FE-754D-BCA9BB2393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E7A87-9289-EC2A-02C9-97DA687D1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DBDF6C-C964-1BC5-EE85-14EE2806E8C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1EEA8F-A5B3-C76B-7DEF-B536502510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79563B2-F981-DD92-4DE7-B64522230230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46B4F72-91A6-20EE-AE4B-4D35DC9C9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774F60F-2144-8F0A-9F1B-C42A4765AD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AFFD93E-ACE4-740C-A05D-C11A4B9BA8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98BB5B-1016-862E-9F55-7F20ABEFE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8476" y="1853248"/>
            <a:ext cx="6510221" cy="434547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394204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17BCF-5909-B942-100F-E65BCB68D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7B8EF9-6F5A-F6A4-B564-A6B307502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8AD7B39-1BBC-32BF-6282-A185E398EA7A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45BB57-67F6-63F8-863E-D1336749B22D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3D784-936E-F040-E993-539CB824FE9D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5AABCEF-7171-15E5-61D9-0A731BA1A4F3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297789E-78D2-4EB4-E6BB-12C4E6EDD0D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2EC0391-0D5E-6492-01F6-775742084690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8BA96D-F5F7-A370-CBFA-97B723169683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BDC6863-9329-26C9-278F-41AB9A21609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AF2E9D-353B-8059-5A54-5710F33D4265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47C26A7-8717-11C7-D2C9-6F2DF0C7DF8C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F505AD-9E66-1114-FDC9-F2CC5658780E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DA986DB-7E26-CB61-679D-DA0618115D1F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1CC046E-A252-D033-B152-30A657B7A843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A6F5033-29E3-5BF7-632A-F37A48F6E3CF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807AAC3-67A6-C0DF-6708-4D900E681C7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89E763C-E208-9C9D-E650-90AA83D4064C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4500383-FD19-8A08-9A11-0072F832E74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E374B1-B80E-DDA3-660A-C50F3C812109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77BCD45-B4CA-2414-C780-BAE0854858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36A860F-0A7D-0DFF-4ECC-781EE476F50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78F4E96-E4FE-B983-A346-6DA51CBA428D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AE1B7EF0-B810-2A1A-A0CD-EF6ABAD692C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4201DD5-55C0-4A91-CD80-09B549F509D4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24555C6-841A-499B-0579-17A45F77361B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A9479932-953F-5115-05BD-DE3049740D13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8621B1A-1BC4-42FE-5E11-A0E3339B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F752B758-E80E-5B6A-5664-B38334D07467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238F7785-6787-090E-4E66-573506126CAF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C72049AA-9293-90BD-C2EE-BA4941B9316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BACC523-31D2-AF04-AB03-9754F674A0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34F66EB-7E02-CB96-8803-AEA365D06354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BFF1D59-2671-AAE9-ECB8-2C3F02397FA8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9753E05-DB1B-AAC7-0A68-960E96B1935C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135A2E3-F732-9F2A-5927-604AB8C8BD60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DC30F13-6D08-583B-0180-F35190353A15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3AA6E2-70C8-4FD2-C583-54CA951B3AD6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6A5669E-96C0-C847-DC02-5CE0B4AC6255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17224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A62F3-E995-E6DE-AE8C-9D046A3F26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6B2B6-8779-E0D3-77E3-FA429EB6F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86A0FD5-D650-90EE-F714-5073B67C2D7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BB7D64-982F-CD1E-46C7-A58A922F1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53BD349-2724-3D4E-CD82-42092361C7FB}"/>
              </a:ext>
            </a:extLst>
          </p:cNvPr>
          <p:cNvSpPr/>
          <p:nvPr/>
        </p:nvSpPr>
        <p:spPr>
          <a:xfrm>
            <a:off x="596436" y="2188396"/>
            <a:ext cx="2054832" cy="26712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B603F07-F203-CBF4-726B-93F9EAAEE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62772-748F-2A54-7C3C-82524FC20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6D968E0-A26B-188B-AD2D-57E1887B6B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C378E4-4C89-0493-C7C0-EA18BA555E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9945" y="1931542"/>
            <a:ext cx="5794652" cy="423897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6603520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6522C-FCE3-0D90-5E62-CFC6801D9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7E1451-A284-7E04-6C75-2FA1EDFC97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9C8A31F-955A-4EE8-B76B-624F7058EA6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4B650-144F-F92D-1DCD-273B0086CDB5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0212FB-2148-C4C3-3AC4-C1A23D7A44FA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6224CC9-AFCB-40CA-6CDF-C33A298C3EA5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118475-7FD8-48FD-10EC-C897DCAE6CA2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F2A97E-BCEA-E51B-C1D2-CD727947289F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054426-6379-7FB0-E776-D13F2C33B8BF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3BCA771-AC11-4A04-016E-9B0980913F9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DE9CBB-FE4D-EC4F-24D8-FE281AFD95D4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6347601-2392-41EA-DEE1-807F6C8C6316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4841F6B-F4D6-CBB1-E7F1-8B395AA5299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1EA41A-815E-5AB4-17D0-C496A1345FF7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E8F6A3B0-D83C-717E-5CBB-04C69A8BB1C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ACFEEB3-F473-2FD9-93B7-DD8EA3E978CD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0B1906A-6E0A-7236-4E1D-25510AC6402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9F94FBF-18A1-D76E-EFE7-01F95D18DD32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76D0ACE-7AED-BB31-5F86-846EE77E462E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44F22A5-62E5-8AFE-63CA-2F2CCF0EEF4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B45B771D-9A3D-0021-0330-7F6D7BD45DA1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C332D02-C3EA-BE30-4307-E79CD5167AD4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8E55D3B-2E26-01CF-BBED-6390369845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61CA5B2-F51F-715A-EB45-7351747A200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FF37583C-153D-203A-CBBD-B240B05569F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9CE076D-07CB-36BC-5850-23498B4943A7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9C838F6-8F8C-BD7A-3785-45FF04C9CF3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700E52-C62E-7970-3977-3BB280FF133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8378F7F-7646-EEA4-26C5-D789942AFDC9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F859965-56A5-14C9-A7F1-7916621F6C1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92A1F0A-278F-7C1E-64DA-30BD804AE3DA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B8212ADB-6ED5-E0C9-6758-E459A58EED89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415CCC24-8D70-BD6C-7E5C-51AF10D5811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265EF82-892F-55B3-D976-298029086237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4043E53C-8320-AFF5-531B-029F544C8FEE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2B450A7-3A0E-59F2-3DB1-9F34A18011B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9C602B2-0D71-AD34-346E-0F11EE3F01F4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07690B-F929-024B-BE2A-BABF55F6F6F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D811C5C-8E3A-C09F-A5F7-968F53742862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4AE9E5-07C1-73D5-7F4D-33370B4DF9F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3CA1F19-8F06-987C-FBAE-ACDB72D382E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D2DAB03-653E-0B62-34AF-3D64E4093FF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28607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71C09-BB3D-2036-8F1E-C7D015563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E5F5E-F83F-80FA-202C-74D9622BCC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F09283-022D-B87B-A804-F17CF8AF90A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60768F-50C7-CDAB-2151-F98AFF07B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363AF58-5418-446F-474C-344AA971EACE}"/>
              </a:ext>
            </a:extLst>
          </p:cNvPr>
          <p:cNvSpPr/>
          <p:nvPr/>
        </p:nvSpPr>
        <p:spPr>
          <a:xfrm>
            <a:off x="596436" y="3513762"/>
            <a:ext cx="2033748" cy="134591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A6C4E6-741A-756F-A356-2C2771630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39EBA4A-6121-C5D1-B6A2-0158BEC83B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8C93DD-530D-5A7E-3903-A9C635B12F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E6658F-C57C-83FD-35B8-AF3EF8D17C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6462" y="3253778"/>
            <a:ext cx="6961548" cy="21196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168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995F0-C5FC-B08C-7B4C-57407698F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6DBF0EC-DCE4-BE21-A9E1-F2D7D7ADF8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C55E4CF5-F904-1F8F-D86D-85DA5774E969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7720CB-DEAA-BE99-E5F1-12FD17C7300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EFEB83E-15C0-283F-D63E-43563B1555C5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3BF14-CC01-4664-B0B8-16CC08145AF6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1C817A6-6E60-6E95-8822-5221DD10503D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EE6219E-908C-6A7F-3959-46492B3B3EF1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EBE4F9A-5B1C-C38E-93C8-75F45C7FC5A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EC3BA8D-1DC4-8AD3-603D-1D143E81962A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30004A8-B646-61AC-C217-A9A5F6A543DA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5A58633-1939-419E-D55C-6F0DBE42F041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A80DCB5-9157-1D45-B6F8-53F9C428D9B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9ACCD6A-0EA2-6D99-C41D-5E10F3C394F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DEE43A-9CEE-971A-5415-07AE465A641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0A088EA-12D8-4463-A99F-1FE13B1199FE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C39D36A-4A5D-202E-DD2A-B870C1BB6B6E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CE6380EE-88CD-B382-1450-714EB2D2C72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9210D08-4481-5B63-6D4B-6F7A95E020F8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FBE6B56-D023-F5E8-F1AD-4EE419DCBF57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C832DA1-A1D9-BE1E-4B26-E1D5833DFD26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51F7984-6ECA-EED7-FB05-0471CA712BE2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F472FAD-8FFA-4852-F4AF-7084E6503B2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2CF8910-22DA-9478-92C7-F885B95CD89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18EE46C-5051-279D-932F-1792832BF7A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594104B2-F440-56FF-7E7A-1F261C70843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EAF3805-7528-4404-7A36-C1135CC6D4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41D24D3-A1AF-980B-69E7-1EFF52868806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8C643FE2-476F-148C-6392-F1467C64CB92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81E20B50-8193-5DF7-3904-675B1F75ABB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CC9065B-44E9-8069-789E-F15AFCCBFA7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42308F6-960D-6412-8FD4-E7596174CF8E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336E6CE-D36B-192F-9E2A-EBE0292B51B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D988C10-ADE0-236A-3731-B9169ED1BE69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82B398D6-8A46-0C74-C947-83276010901A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00B211B-D0DE-7074-921E-8FA903AD314C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271D490-50AE-2987-AB94-4BD8E4120F6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8508A59-8AD5-9953-0AB3-B9F820328EA2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46F8DC0-43D8-5770-212E-904B4CC65F0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1EED2848-DB3F-E266-45E0-BA78A32C47F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5D4481-0B94-1F60-DEE0-C6B3F7FF4EBF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470FFA48-756C-8483-3AD0-07E735BAC2F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D622EA5-C962-95A7-4D18-9CCB13A6ACE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82A2D90-8AF2-3F66-1A9B-1DBF8C51C83E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854E31F-B284-6CFE-966F-AE1C0F7B1A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37972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AA3D3-ACB2-0AF1-27EE-C1522E62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688A5D-D0BA-F6AE-C028-E04D49640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A7F8950-E521-F267-F89F-048FC3913F3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410B64-1BA9-0648-6DAB-B65E6E95C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2B3E22-218A-30F8-9B7B-5B2246E92E01}"/>
              </a:ext>
            </a:extLst>
          </p:cNvPr>
          <p:cNvSpPr/>
          <p:nvPr/>
        </p:nvSpPr>
        <p:spPr>
          <a:xfrm>
            <a:off x="596436" y="2249293"/>
            <a:ext cx="2033748" cy="260010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45BB086-CA43-55C9-7DBE-A6FCC03C1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196BAC-1B4E-B6A3-2373-24CE0BB745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45E735-F511-BDEB-6207-F2679FC5EF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5B08E4B-11FF-E36C-7FCF-0BB29249E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0343" y="904126"/>
            <a:ext cx="4730954" cy="54917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654155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F22B4-1A6A-46F8-FC43-2987172A5D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01A7E6-BD62-A312-CE9B-15C6CD345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8B3DD77-B0F0-CF5B-5BB6-C43435182A94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52F0E2-BB7C-0B0F-C5FA-FE74AA6BAD7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56B6A8A-19E1-F2FF-E027-59352CC91948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C7BFA4-9488-FEB4-0A83-ADC45797D97F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2239820-C8EB-25FD-823E-C7FD05FFB13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6D056C-FB7E-7473-CDA4-68D1D5C8CAF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2B0FF-6CEA-9E5C-7343-93D56A06C706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03E0934-7824-64B7-AE4F-F3F37D111342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34B2BA4-2385-EADA-2E79-FE1FC77257C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C106C0-E66B-E36A-DC3D-5DEDE336539D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2216E36-7083-1D7A-9F66-7A503518681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8531A43-C5E5-1697-F482-FC190C759BC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F7FD4980-3266-44E3-2183-2BAEE4A2CEAC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DBF736C-9236-5D80-D237-BA9F88728932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39DA3F-3B3E-DF88-C1AA-61B82406017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EB2A5180-E351-BDC7-9D78-A119DD7D58A0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17369FEE-AA6A-EDC4-E1AB-42C6227FCE0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269CC7F-8F18-BFEF-70F7-0E0E1A76F2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26B839A6-427C-AA0F-6DD7-7A3105DB41F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9F597EB5-CAEA-D4A5-B042-DFB114184818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ED968289-9CAA-FE31-8856-8BD7E638CE1E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E1E50490-E82D-9031-CA95-D7755044AF92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992CAA49-A15E-9216-545B-43161E72BE1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B9B0F0EA-0BF4-9D58-D3FD-62D848295860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21670D05-272B-2354-4730-CEDC6CB9A02D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546C66D-DF82-D7E1-749A-A0D5E0157C7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B9690BC7-C991-66B0-80FA-367D9D58CA7F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ED9F6058-1BBF-0574-239E-09EF60389B0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10518BFD-E70E-2E67-2F50-AC3F7447DA1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48674E5-F9A8-4170-9CE7-D9D2C6E3E2E8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D523B543-62B7-1ED7-7FC7-C5B65483AB0E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4152BFB-D349-97E9-E750-F213147CA611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0665E0A-4E76-AA18-691C-E5AF3ED4B32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6F4B32D-63DD-79C2-EB11-1C6B5134AC22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FF2A21D-2A4C-C56C-478F-136A6DA4F1C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2DADB3-570D-A90F-D20D-65C5A60C5483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7BA8C59-F106-C12B-A657-1D7108138B1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9CF54E8-113A-1B8F-88EC-4094C300F5F1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2F0C493-D928-AA9F-A13B-129A80FE995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8ECC932-F132-34BA-C6CD-ECD99AF720C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731033C7-30F9-CC8A-AA6D-607352280624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621AC8A-E58F-6B6B-502B-7B9ADEA629AB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F2935DE-BDCE-DA4E-C545-91984074D19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8006CEA2-5104-40F4-BA9D-C176CFF58445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1892701-3A22-40D7-502A-7BF6B7CF2A0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0632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2A57B-0E20-5737-9435-7CE2475F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356F97-2EE7-C23B-8662-0E4E9DDF3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2176413-A55E-AEA5-6BC0-E1A5E667915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98FC06E-9204-FCA6-09A4-C39C34471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6090951-728B-4AB1-4D32-C31147ECFAFB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C6D718F-362D-5756-E6A0-89DE7A7AF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2E8A879-2C15-3C3F-6209-7068D0A7D3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91DC338-5CD2-E07B-2901-E8411071EF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243BC4-69A3-EE14-4195-C33925B480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9573" y="1094226"/>
            <a:ext cx="4915586" cy="5506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4251C0-856E-8696-FE2C-4B7E9DC802A0}"/>
              </a:ext>
            </a:extLst>
          </p:cNvPr>
          <p:cNvCxnSpPr/>
          <p:nvPr/>
        </p:nvCxnSpPr>
        <p:spPr>
          <a:xfrm flipH="1">
            <a:off x="9100249" y="3176337"/>
            <a:ext cx="1203158" cy="258132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4492783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21D9F-275A-FEF6-FD99-2029888D0B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600E97-8D4F-FA73-9B93-4D8BB4ADF3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E792B02-F0EA-0A4B-AB3E-FDE087D3ACF7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576E6-91A7-7E4F-5160-E4F4CF04441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81ADBFB-953C-EC79-6601-32515E38D41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5A11F9-13F6-9F09-8711-A2464AFCC76B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318EE2-8D98-D164-A332-21D5A5649D8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23DA7D-F23A-2BCC-F0A9-8E490FE093F6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D5C8035-8C6F-9BED-FB02-9334112511E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4ECBD7E-0CDB-A6D7-9451-68656BE65D1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EFD298A-DC24-94F2-0454-9A08D2887BEC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2513D2-0F5C-F81A-BF31-710A9CF72D1A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06E5707-C50D-38FC-78E4-8ECE669DC0C3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5B6F945-EE6F-6705-5664-DA51C7061754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7A38D211-95C9-FC61-5C78-F53D105EF78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8F3E48A-2722-BA86-9611-FFA11717D543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FE557FF-76AC-A889-CBC5-2896D9A6B24A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42AC591C-DC34-F440-52B2-DF4F969766A9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2FB1858-25DC-5F91-729A-05CF3E02817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253AAF-68BE-AA98-F355-45FB243D8A84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3E5DF044-51F9-D76C-8DFB-06ACAF8869A9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08C5643-CA4C-A089-C73B-505754B61036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57CEAE1-D934-C58C-4B81-CDA7F954AD21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BED2A2F6-A3F5-9C9D-9DCB-77ED0EE1018A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9D2AA50-2C7D-F215-1CD2-0A8C9CA40677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CFA7F6A0-00E1-8D59-C76A-CD89AA39F01D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53356E20-CCA5-5EE0-2341-83C156A0B7D9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99969C9-E4A9-438B-9511-A3DCBEBAB3D2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4CEA05C-B1CC-8746-ACA8-4A87564A0B1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66A824B9-3305-F717-E460-E26228AD343A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B8398FA5-0A71-99E4-FFA9-4B259FCC33B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DC2762F-D248-6762-E902-D5CE07573FC5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997DF462-F54A-4F71-DB92-C948495085DF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A473EE8-E6BE-AE32-032B-8B97A02F388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CFB8CA4-ECA9-3721-ECA1-B3D6BC233FF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A1530D2-DE11-B08F-24F6-28D028CD790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B0EAD3A-A2B5-1060-8EA2-27BECB02CECC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1AFA2DE-B403-D75D-EA02-B8215394D174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6ACFC45A-FA8A-8DA6-56D2-5BDD5E33D12E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745F1F-0126-1CC7-2104-A997041C1CD8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01AC840-A9DD-9DBD-AF96-F23733AEBA08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EF01747-0AE5-2DD5-CD23-C1D6E7E0181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858A667E-A2A8-12AF-4E0F-EB6EEAD4112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34B66ED-5A41-D2E0-6B1F-6D99B4E5305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B86A58C-0E1A-C1A1-08E9-A034D0B9CAE8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6A4B5F9-7918-6864-CCE3-2EDBDED7529F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36B8611-157C-5E0C-5E5C-DECA4E446C52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C0CAC27-8A27-69B3-1E54-FD076927D47D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57FF0C5-9D33-5B0C-1812-7C63A4E15CC4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3387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0D1E9-8854-2DD2-5CB3-727047C2E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D4C96-10BB-ACB1-704A-B2C90348D2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FA1FC18-03A0-BE34-165D-0ED6A607BF3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9582D7-20A3-A5E0-C093-D0CB5CB324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4E2974F-B6A3-A99C-1447-257CBA7DF708}"/>
              </a:ext>
            </a:extLst>
          </p:cNvPr>
          <p:cNvSpPr/>
          <p:nvPr/>
        </p:nvSpPr>
        <p:spPr>
          <a:xfrm>
            <a:off x="596436" y="3534310"/>
            <a:ext cx="2033748" cy="274266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552C3A3-94A8-A1FB-6B6F-0FEE7EE3B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36A2F4-5EF7-06C8-4DB0-2AEF2674EF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0FA46D-4A24-7BBC-393D-FE80D8C2B7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DF40510-86FA-41CB-7B05-C52768EE5A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9364" y="2645340"/>
            <a:ext cx="5207436" cy="274266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3453592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BA3ED-6BF4-B794-8962-B14F14611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A6EC8E9-1035-963F-5899-97278B5BE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B5EE3F0-65A0-830C-2798-4E82878047EF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08517B-1D11-8FCC-B4F8-F4224E6DFE58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6628D0-BD3F-E9E9-C96F-56CBA0507D0E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77C0D7-CC63-1680-C5B1-DC2F3BC9DBD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52E42ED-A928-F29E-4C13-5FC89DDDFA28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356900F-C887-76CD-32EB-B893C576C3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D545341-B6BB-F2EE-6833-7721573CBC01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FD981-917C-3C5C-58B3-058279E49793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C22F6FD-A5D4-2D44-9D5C-2DD68FAF394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C961858-9A6A-0A0F-4A65-BAB8B56FE66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241AC9E-391B-FB3A-946A-E23C241D12F4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4E0784E-BBF3-3742-FF8E-A275ED6BB7CB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39FA3420-D5A0-36F7-215B-B20F77E74417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E1570629-92F2-64A3-9F6C-BF6350B7FA16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1E91C27-72E4-101C-FB9E-02A4923B87F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0B214701-F9C0-0209-A62A-9C9DD13E0D2F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622D6032-0CD8-8FC3-D9B8-B5D26EC20623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F28AC13-EC4F-4661-23B9-5E632F6531A8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8B9B6C98-BA00-D0C1-4743-F3D5D43E948B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6E0CEC33-1676-2640-A15F-C7FF84FB674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10F85F4-47C0-3AC3-6163-4D783C0899E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735FC39-853D-B775-D301-53477B83442D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7DA2BD7D-5D16-B00A-5FF6-C88CD7C3701A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9D0AA46E-7E56-0C95-DC83-8947E2ED5CEA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D14CA6B0-6D61-C9AD-AB11-522139F6A3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242DDDDE-BC5E-D512-7A47-501E413379B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3338E23-A127-28D3-7AF2-949EA3DAC07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501E7781-07FA-9E64-426C-CDC825E3AC43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E34AC49-3E53-D9EA-B535-978CB0733867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1468E5F-9466-7DE3-38F5-E7C3D1C879A6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754E023-0A17-F5EC-BB55-738F3A948343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7B30539-18BC-A42C-4088-90F912F29696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8B50C34-8DDC-C269-1652-7C71F884A4D2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D7726DC-5FF6-8B40-D486-70FE003E6B44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0432147-6327-C6C3-5453-61D3D08C59AA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948F083-1A1A-9692-203C-71FEFFA500A1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FB9E214-9816-0DF5-0585-78F69135D1A6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9F02E39-B884-C372-F6B7-1B0D97839EBA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5FADB22-B032-B158-2425-906500F82287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D4CA50-DAD1-8D0E-919C-3D5967B19E4B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934B5C-CD04-F3CC-CECB-88B7E5087F97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82C35467-D7E1-E59F-B181-3EB1E36030A8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B3E562C-55CF-5DC3-0E11-B8238FDB5A23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AFC37F6A-3205-C27B-7BB7-9A203C83239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0C533F-93BF-F6FF-EB30-4A3FFC56E2FF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E7A980-5DFA-CF0E-69ED-0BA0D74F5FF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CC7327E-CA67-D655-EDAC-D23798BC84C5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9B5C1E2-8501-606D-95D2-5D292E52D38F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74448A5-D1E9-F290-AA93-730A1E172C42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DD226DF-AF44-EC85-CB89-AFEA320A6D1B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834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3DA4-FA80-4059-F6E6-237C15EC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79016-2390-5F07-7EEE-C70337665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3DC6BFB-F433-13D8-D2DB-BB05C991AF3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029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64CF6-1B3F-C0F1-8F05-BEABBE44F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807B500-F829-FD4F-A05B-3543117499C7}"/>
              </a:ext>
            </a:extLst>
          </p:cNvPr>
          <p:cNvSpPr/>
          <p:nvPr/>
        </p:nvSpPr>
        <p:spPr>
          <a:xfrm>
            <a:off x="596436" y="3924728"/>
            <a:ext cx="2002926" cy="2352246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37824F4-D967-9584-9FFE-C089C4D202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77C0BB-DB19-F0DE-786D-508B664F7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EAB3AA-788A-ACC6-0ABB-D67DC3AE63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06E917-42D2-23D8-C54D-8C62AAF70E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15729" y="2207070"/>
            <a:ext cx="6235516" cy="39621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77985172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1002E-0539-5BDA-154E-3DD123C30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DBA436-F71F-F762-10D9-3FCD737F1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2059C4A-75F4-34B8-516F-D83B8CC86DD8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9814A-FE1B-BE8C-47CD-9994E6875693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665972-2D5F-3456-A65B-541599E10983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5FABDB-D33C-E9B8-20EE-0C63D13A79B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428EC-B2AA-0D2D-D461-3970A2CE72D7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A48921-66EC-32CD-3FB0-22F2510F60EA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A648519-B321-F9E9-652B-6062DAE85E9D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4BCE0AD-D1B0-E10A-6BF7-25E51C3D52E9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950F791-4F24-59EC-2915-771DB9B5DCD9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720E44B-C24F-29FE-743E-B6FDB9AF2035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5DE0A1F-438C-3908-21C9-6AA98B9D24F1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493C864-B9CD-458E-1CFF-242EFD3DC86E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D48F69-1860-773E-CD37-82C326D7505D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66AB25C-C250-CDC8-6899-9326A1C6EB89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9A858E6-5EF2-90A6-0690-2A5E09064DA0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2B0F3444-2E7F-E5FB-E198-B5C807B71618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8E901566-8788-C68F-E824-76347695019C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6126A52-BC13-BB56-024B-839EB2A1FC75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F61D05B-6EBF-7882-9192-E26C3736FA9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8BC9409A-8835-15CF-1317-00F6E0E56BFC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8FB9D5C0-FEC5-5967-659C-B2EE858F44FA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3B69CDE4-27F5-88C2-56E2-8E402486AF44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1E65A090-0826-6EDB-521F-CCC65CC50E6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3119F571-5C0B-012E-5B64-3AB10DE87E72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F3B009F-4E32-66F2-3D73-06DE2ED958B7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A026883-26A8-97BB-B790-A945EE0FE7E8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10D7BC90-4383-F729-EBFD-9F165656B265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0524A68-CAC6-48D5-B357-439105FE2E90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D67CCB51-C0EE-7754-12FB-106C5F5971E9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51281755-25BC-4E91-EDE8-A45D7F5D044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BFCA0017-CBFC-3A06-4A87-D26848FA160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D00A7F-21C6-20DD-6A75-1092F3F2F244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F963CBC-FEFB-E026-DC47-ABC9AA6E6367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85778E2-EB58-B6A1-4FC5-237CA9C7F64D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F424C89-79A1-E36B-2AB2-2FE2F51D84F0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5FD591A-EA3D-1EAF-506A-AACEEA66575F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CC029AE2-879E-F0ED-EFB9-9EB0327CFB8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721EB73-6832-21B7-140F-4E07CA379F8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04488A54-46C5-24A5-FB83-C6B7A2900C4E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772F260-3708-2033-E300-2A4DE209747A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9E9D630-E590-604F-3E94-B575EE53D74B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F1027D2-9036-C4C2-9280-8E1192B1E034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9D4B1B1-F768-5A6E-A64F-17AF9A544C2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9FC7B68-F07B-009E-CB1F-036046105EEC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A0479D8-E6EF-11FB-6BB8-6C19D2BC52A6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373DC9-9D52-BE2A-0C7F-B8B742BD4C9A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C38D1EF-2313-5EAE-1F67-17522E230331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2681832-DE9D-44FA-C2B9-BD9A7C10EAF9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4BDC2DA7-C920-B01E-B15E-BD634CD25F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66770CE6-3DB6-1CCF-77AE-357D786028AC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7A0DE4A-0BDA-C61C-4318-2030CD89378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A1F4B5F9-0580-B3EB-D95F-F15355F1F996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31018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B04557-5E85-0893-6E14-68F11A072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09F9-2F34-E3E9-49DD-5741C85FA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DF05532-7FD2-8B94-6D72-0468A1A91F7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D46909-8E0F-739F-E373-18D2F5826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554731-51CB-01AB-77B3-4C6F1A927631}"/>
              </a:ext>
            </a:extLst>
          </p:cNvPr>
          <p:cNvSpPr/>
          <p:nvPr/>
        </p:nvSpPr>
        <p:spPr>
          <a:xfrm>
            <a:off x="596436" y="4479533"/>
            <a:ext cx="2002926" cy="1797441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8DBBAA1-9495-85E1-5A64-2FC23E1DC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416DAF9-5205-AF27-DFF1-EB5959AA37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519CF4C-A609-EFE7-2A6A-D1A6B0F26F8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8D12D47-43F1-E49C-311E-EE415448E5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2869" y="2545499"/>
            <a:ext cx="6481235" cy="36020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0025319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27CC7-C914-230B-9B34-D3EFC0A7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A37AED-6D1E-9A72-D06F-90D1EA3433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3DB5D1-ED73-6E7C-B096-BE9EED589DB1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E871BC-99D1-0C74-3BC2-D5318E7720C7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ED5246E-D0BD-3AF8-4E12-CDF27F87BC0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7C1062C-8655-D974-C5FC-E50911044092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47EEBD-952F-4E27-DA46-8EEE0869BDAA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10251-C3EA-C168-55B1-F91978CFD857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3BF6C09-6BCA-2C2F-D3F9-C133D09B6D45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2252366-B759-29FB-E025-227E4AFBCFED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60AB48C-FB8D-FD8A-1667-F74702E57670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19A39-E806-56CE-DDB4-8A5BDA288453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043C6856-F1E5-7837-D1B8-096898BA92EC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B3239BA-9E46-BA74-DFA2-03A14D78F9B8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84416E1-C5C2-0031-EE0E-FA8DD365B85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CEE0B12A-3CB7-4A7E-AD96-58659FFDC4DB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6F64AC-2752-E7B8-7C05-13B149B86D33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67A65007-7584-F180-EEFD-B83D23798B3B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466B97B1-B5BD-74A2-F42D-5C33795BF747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1860786-7889-30B6-AB7B-8F8F72B6C03A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C5807622-AE47-EEDD-0400-7006455B15AE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1D80FBAA-FE76-B207-DD79-17539BB0A887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A0422914-1791-A46E-8F7D-01CE00D78857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CAC32791-F503-1601-C23F-704491DAC9F3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EFFE039C-CD1E-4F10-E7B6-7188F4A3FB90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43DD1DEB-8C75-3586-8267-681F115D5FF5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438B4AB3-86D3-907E-71EC-52C855B0D718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54D299-5910-5B5E-74B3-76F2B0F584D5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81EF8A6-02A6-FFA2-6609-5706A35E70A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FF52DCF8-E510-AADC-6044-875B133977CD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83123427-A92A-A038-04BA-E274496A40C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16E8BF4-CF95-BE6B-1C58-2C652A97A7A1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C18B7CC8-3FCA-559A-C2C5-553A484AA37B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77C67A7-F3B0-61D1-BE85-B471113C88E5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05B7E1-CD92-CA85-3CFA-2003B32C897F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6D1AA4C-661A-95BD-5881-6E0787697B47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CCE1D4F-FAED-C862-89E8-0E632A929E08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7F9E260-722E-BF93-B903-93154E6C4C48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B803C20-2CBD-892C-579C-6FDA02CF6D6B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6296BDF-6E8B-1B47-E24C-B47F849F3539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6775CF2-D4D7-741F-816A-88362B3938CC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D9405C2-3221-63F5-ACD2-98E6F8E84043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65728F6-6AF0-C8FC-7322-FB18976372B5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7E21CE-AC75-C5A6-A62B-A3DFFA4E3DC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481574A-1554-382C-A7C7-2BDB1E8BBD51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AC18B8F-AA37-993B-8977-B7B73A73410B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49755A7-7EB6-BB3B-13B3-4A49CD08930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64C918F-4664-6333-E187-7CFB0597B457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777A03A-61BE-3338-985F-E04AA48A5A76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164EF4B-EBCD-959E-3CDE-5F371520947A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36CF720D-A073-6930-676C-5E7734C11AA1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333CA8D-9E9E-3650-7A25-FD6B69A5DF0E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9B6659DA-FF4C-B29E-39FB-6B1F2940C831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8B26DA-8864-5045-8305-19154A0277BD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51292D11-4A41-624D-3AD9-05F0D4C0016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7F6D166-AEDE-E1BF-B445-BCFB53B9DA49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9CDAF4FC-89C2-8DC4-1068-D0F25AFB3E32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70CB33-7C1C-AB15-8C8C-536041590A6B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2180823-72EB-EAD1-3FDF-5195D1F4C3A1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C1993F49-B27D-1249-605B-40BE5153292D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333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BEF1F3-7379-74F0-2698-C2F4575CF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9CB4D-B05B-7DC8-95E2-E005AAE024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64F32F-2070-DCC1-4EED-661CB7BDAEB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0A48871-01BD-F1EA-C739-11993BAF3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357CECE-F68E-80B0-D49F-B79910C1A418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B35F241-9039-85DB-E7DA-B7B6F2FE6E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B5BBC59-0D83-89A9-F3B9-1D706D2B0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91813B-8251-E52A-FF82-CC3CEA1D27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279F6B1-753E-426E-E595-BB4B6976B8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08962" y="2414976"/>
            <a:ext cx="7986602" cy="35463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5241302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C799F-73C7-E2B4-ECCE-38940044E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0C6907-62CB-8258-E16A-F89DF6D78C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CAE2A8-8B61-9841-5835-9AB5AE16760E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AB4B15-870A-5E5F-BA00-33D4F5A6B33C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C08FCD-84AC-7443-1205-BF3D14D768B7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B3762D-0D51-6FEE-32C7-91DE8F8F0319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E8D866-C13A-BD5E-4A5B-3E5187CFAD2F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A09955-6F4A-D0A4-AECC-9265FD2E9893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C373187-9CB0-B2C9-AE3B-AD2CF0AF3D32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D72B0A9-84B3-2CCD-C3BC-0112E92F2C04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2521E24-DD13-7370-1320-44639ADC3BE1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768463-8AC1-AB07-7486-15557EC18C80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E28ED41-62BE-B8CA-2278-D144FA80E02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F2090AA-C140-7327-CBEC-AAA28D069EB6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255E5FA7-E75B-0522-422F-51A1A5909160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0456945-4A70-207C-366B-B2FADDB3BF6A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29F7E26-2C92-4E3A-5C41-E7A5E70FA0D9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565E2F48-3D03-AE8A-6F62-4F248C71372D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F3A0989C-8CEB-9A56-8EE3-DA486E321162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4EDED6AF-8DCD-C2F8-3DEE-6079CA8EE360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16618B4B-16A4-2288-B9AB-DAA8B1674BF8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86F2D38-6BB4-B924-F07B-3BD941830E0A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9BD85390-955B-6C6B-02DA-38E1A4AB8073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C6A70FD-82D3-3905-B08A-04FE3353D398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AB7E5015-7F76-2B2E-CD45-25F46CAE2CEC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685F69CA-6A5C-F425-2F96-BB7A3A541066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69147CBA-998E-CBF9-AEC2-47376B2CF165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65D39CBF-5B8F-AE81-B25E-34867AA7583B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01ADA579-EE96-7A8C-AE46-F7F0C6FCE5E8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A6F5F168-90E2-36E2-D4E3-0AA562F0FF7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76A0C9FB-3DA6-158B-FA27-49741E8EC4FF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496F7C76-AFE8-CD2A-60F8-1A0CD0628DBD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6208A884-479B-2446-14FD-21946609E976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C493BC8B-40D8-D94C-780E-A43C686C1D7B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913D24A9-8C8F-5397-4535-D6285EEC91C9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BB0893-4F96-079C-EDEE-CA770CC0E4B8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CBDD68B-37FB-6D15-224E-7588343DCA57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4EBCD09-6CAD-586A-B485-0AA725DEC35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6D52C2-9A94-BDF5-FC9C-CD7660493A21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9F5F24-79B3-7DDD-D75B-A3FA9C9C5936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8723A95-EF99-8259-EA03-1BA5D22C8E9D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494EA4B-C40E-BD86-DCBE-3C80567EF088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6769A7-DCCC-3F3C-8AE9-0F6C582396D6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21F4C1F-4396-2E5B-A74D-9C0993AB0007}"/>
              </a:ext>
            </a:extLst>
          </p:cNvPr>
          <p:cNvSpPr/>
          <p:nvPr/>
        </p:nvSpPr>
        <p:spPr>
          <a:xfrm>
            <a:off x="3981450" y="3605213"/>
            <a:ext cx="642938" cy="0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6BED162-43A5-7861-0A41-36F37A39D67D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CD2977AC-3C97-8FB1-B230-52D35F155BA9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7F872B-3DDE-92CF-19C4-30CDF87BE8CE}"/>
              </a:ext>
            </a:extLst>
          </p:cNvPr>
          <p:cNvSpPr/>
          <p:nvPr/>
        </p:nvSpPr>
        <p:spPr>
          <a:xfrm>
            <a:off x="3638550" y="3690937"/>
            <a:ext cx="98107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E53D7C9-22B1-3FFE-8C1C-2016F3E52223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6D7CA2F-E813-A481-4C49-78A4DEDF2D7B}"/>
              </a:ext>
            </a:extLst>
          </p:cNvPr>
          <p:cNvSpPr/>
          <p:nvPr/>
        </p:nvSpPr>
        <p:spPr>
          <a:xfrm>
            <a:off x="2933700" y="2849880"/>
            <a:ext cx="1737360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8093ADC9-BB4E-7FD0-A94A-E73EFB5E7C0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064DFF91-3DAD-DA88-813F-145B4C5217C9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3C257FC-166A-D645-0356-C09F4DC35A23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DB533F11-B881-3486-1366-B7FFEC2A5C24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457BCACB-1530-A56A-1D5F-A46D8F975F21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6156385F-7BA3-C28F-8B55-3520DC657DED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5610FBB-3EE3-2967-8BAB-8CDA4AFFC1A8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89238A6D-64AF-FD6C-3417-28B832E16C95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5A91C-8E7B-FBFA-BC81-6DE2846D220C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8A8009AA-C578-75F0-B444-95548A93D804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58A44F80-8BDF-C0FD-FF7F-AFEEA84FA3D6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BD00D530-794F-7132-B11C-40B01D88AFBD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46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3A576-1469-E7B8-EBE3-BD51F908F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50BD6-A184-D7A7-1F4A-0B040EC0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- 26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6381DA1-B13C-3B11-6A92-C0D10C681F7C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6F0CE09-EB56-850B-CEB9-EC425DC57A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57BF9D-61CC-9A67-7EF8-28CC4B4A196B}"/>
              </a:ext>
            </a:extLst>
          </p:cNvPr>
          <p:cNvSpPr/>
          <p:nvPr/>
        </p:nvSpPr>
        <p:spPr>
          <a:xfrm>
            <a:off x="596436" y="4818580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3C9FBF-8477-19D2-20D0-8946F0C38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30AD0B-9B12-1BCE-B7B4-E2B08B9B2E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DEA6EC-B588-7CE8-9F37-25E1692FF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BDDA9A-68B9-44AE-2F45-474AA49FF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7169" y="3253778"/>
            <a:ext cx="4617990" cy="19416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1318C24-D913-BA84-FE06-F844D6CE3A38}"/>
              </a:ext>
            </a:extLst>
          </p:cNvPr>
          <p:cNvSpPr/>
          <p:nvPr/>
        </p:nvSpPr>
        <p:spPr>
          <a:xfrm>
            <a:off x="2562035" y="3693337"/>
            <a:ext cx="2002926" cy="14583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34538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16011-8CBD-97A5-AB29-B1EB2AE9B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851618-D1BD-1708-B4C1-48294D155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309" y="0"/>
            <a:ext cx="7007382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8084631-93FB-1177-F3D3-78ED993C1863}"/>
              </a:ext>
            </a:extLst>
          </p:cNvPr>
          <p:cNvSpPr/>
          <p:nvPr/>
        </p:nvSpPr>
        <p:spPr>
          <a:xfrm>
            <a:off x="3619568" y="0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9AC590-AAD9-2A0F-1D86-73F215C95100}"/>
              </a:ext>
            </a:extLst>
          </p:cNvPr>
          <p:cNvSpPr/>
          <p:nvPr/>
        </p:nvSpPr>
        <p:spPr>
          <a:xfrm>
            <a:off x="6757680" y="424700"/>
            <a:ext cx="1028938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B8E77D-DD72-D437-5DF0-1337A9101A7C}"/>
              </a:ext>
            </a:extLst>
          </p:cNvPr>
          <p:cNvSpPr/>
          <p:nvPr/>
        </p:nvSpPr>
        <p:spPr>
          <a:xfrm>
            <a:off x="5065260" y="733425"/>
            <a:ext cx="318398" cy="22509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282FAB3-838B-917E-1F3B-FF59BF9E6C37}"/>
              </a:ext>
            </a:extLst>
          </p:cNvPr>
          <p:cNvSpPr/>
          <p:nvPr/>
        </p:nvSpPr>
        <p:spPr>
          <a:xfrm>
            <a:off x="3788357" y="1447841"/>
            <a:ext cx="23329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80A912-3E91-915D-6BEE-1CA1AA98D39C}"/>
              </a:ext>
            </a:extLst>
          </p:cNvPr>
          <p:cNvSpPr/>
          <p:nvPr/>
        </p:nvSpPr>
        <p:spPr>
          <a:xfrm>
            <a:off x="6285303" y="1568449"/>
            <a:ext cx="1278993" cy="252208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8C813B-E739-5DF5-D1B1-66DFD45A9632}"/>
              </a:ext>
            </a:extLst>
          </p:cNvPr>
          <p:cNvSpPr/>
          <p:nvPr/>
        </p:nvSpPr>
        <p:spPr>
          <a:xfrm>
            <a:off x="6191487" y="2160350"/>
            <a:ext cx="312055" cy="181579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EE584-9E79-CC7C-4BA7-D16ACEC6CFD0}"/>
              </a:ext>
            </a:extLst>
          </p:cNvPr>
          <p:cNvSpPr/>
          <p:nvPr/>
        </p:nvSpPr>
        <p:spPr>
          <a:xfrm>
            <a:off x="7187151" y="3322342"/>
            <a:ext cx="346323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2B15453-FAEB-7F20-C6E9-1F108E08A57B}"/>
              </a:ext>
            </a:extLst>
          </p:cNvPr>
          <p:cNvSpPr/>
          <p:nvPr/>
        </p:nvSpPr>
        <p:spPr>
          <a:xfrm>
            <a:off x="7459492" y="2574289"/>
            <a:ext cx="1028938" cy="2621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DE307B-4BDF-02C2-C938-FC3880BC411B}"/>
              </a:ext>
            </a:extLst>
          </p:cNvPr>
          <p:cNvSpPr/>
          <p:nvPr/>
        </p:nvSpPr>
        <p:spPr>
          <a:xfrm>
            <a:off x="7742821" y="5340598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F885452-212F-40CD-B5F9-950705A70047}"/>
              </a:ext>
            </a:extLst>
          </p:cNvPr>
          <p:cNvSpPr/>
          <p:nvPr/>
        </p:nvSpPr>
        <p:spPr>
          <a:xfrm>
            <a:off x="6425321" y="3740812"/>
            <a:ext cx="1205970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38DE6EE-0F93-5C57-F6D5-142712576F82}"/>
              </a:ext>
            </a:extLst>
          </p:cNvPr>
          <p:cNvSpPr/>
          <p:nvPr/>
        </p:nvSpPr>
        <p:spPr>
          <a:xfrm>
            <a:off x="4531163" y="5340598"/>
            <a:ext cx="986059" cy="436792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A4A769-1010-1C1C-0201-7339EAE1517D}"/>
              </a:ext>
            </a:extLst>
          </p:cNvPr>
          <p:cNvSpPr/>
          <p:nvPr/>
        </p:nvSpPr>
        <p:spPr>
          <a:xfrm>
            <a:off x="4058782" y="3862163"/>
            <a:ext cx="1707898" cy="330837"/>
          </a:xfrm>
          <a:prstGeom prst="rect">
            <a:avLst/>
          </a:prstGeom>
          <a:solidFill>
            <a:schemeClr val="bg2">
              <a:lumMod val="20000"/>
              <a:lumOff val="80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FC43A65-397E-8B8C-7FB3-ED1FF425C2BF}"/>
              </a:ext>
            </a:extLst>
          </p:cNvPr>
          <p:cNvSpPr/>
          <p:nvPr/>
        </p:nvSpPr>
        <p:spPr>
          <a:xfrm>
            <a:off x="6164494" y="2589088"/>
            <a:ext cx="852755" cy="842481"/>
          </a:xfrm>
          <a:custGeom>
            <a:avLst/>
            <a:gdLst>
              <a:gd name="csX0" fmla="*/ 10275 w 852755"/>
              <a:gd name="csY0" fmla="*/ 0 h 842481"/>
              <a:gd name="csX1" fmla="*/ 0 w 852755"/>
              <a:gd name="csY1" fmla="*/ 277402 h 842481"/>
              <a:gd name="csX2" fmla="*/ 842481 w 852755"/>
              <a:gd name="csY2" fmla="*/ 267128 h 842481"/>
              <a:gd name="csX3" fmla="*/ 852755 w 852755"/>
              <a:gd name="csY3" fmla="*/ 842481 h 8424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52755" h="842481">
                <a:moveTo>
                  <a:pt x="10275" y="0"/>
                </a:moveTo>
                <a:lnTo>
                  <a:pt x="0" y="277402"/>
                </a:lnTo>
                <a:lnTo>
                  <a:pt x="842481" y="267128"/>
                </a:lnTo>
                <a:lnTo>
                  <a:pt x="852755" y="84248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31061252-78DC-810A-5056-7EC7B01C4E97}"/>
              </a:ext>
            </a:extLst>
          </p:cNvPr>
          <p:cNvSpPr/>
          <p:nvPr/>
        </p:nvSpPr>
        <p:spPr>
          <a:xfrm>
            <a:off x="5054885" y="513708"/>
            <a:ext cx="544531" cy="297950"/>
          </a:xfrm>
          <a:custGeom>
            <a:avLst/>
            <a:gdLst>
              <a:gd name="csX0" fmla="*/ 544531 w 544531"/>
              <a:gd name="csY0" fmla="*/ 0 h 297950"/>
              <a:gd name="csX1" fmla="*/ 0 w 544531"/>
              <a:gd name="csY1" fmla="*/ 0 h 297950"/>
              <a:gd name="csX2" fmla="*/ 0 w 544531"/>
              <a:gd name="csY2" fmla="*/ 297950 h 297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44531" h="297950">
                <a:moveTo>
                  <a:pt x="544531" y="0"/>
                </a:moveTo>
                <a:lnTo>
                  <a:pt x="0" y="0"/>
                </a:lnTo>
                <a:lnTo>
                  <a:pt x="0" y="297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317BCA6-708E-182E-EB85-86B24287E71F}"/>
              </a:ext>
            </a:extLst>
          </p:cNvPr>
          <p:cNvCxnSpPr>
            <a:cxnSpLocks/>
          </p:cNvCxnSpPr>
          <p:nvPr/>
        </p:nvCxnSpPr>
        <p:spPr>
          <a:xfrm>
            <a:off x="3411020" y="424700"/>
            <a:ext cx="0" cy="114374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DB3522F-B428-367B-70B9-D1A71C1E0986}"/>
              </a:ext>
            </a:extLst>
          </p:cNvPr>
          <p:cNvSpPr/>
          <p:nvPr/>
        </p:nvSpPr>
        <p:spPr>
          <a:xfrm>
            <a:off x="3565133" y="996593"/>
            <a:ext cx="1047964" cy="544531"/>
          </a:xfrm>
          <a:custGeom>
            <a:avLst/>
            <a:gdLst>
              <a:gd name="csX0" fmla="*/ 1047964 w 1047964"/>
              <a:gd name="csY0" fmla="*/ 0 h 544531"/>
              <a:gd name="csX1" fmla="*/ 0 w 1047964"/>
              <a:gd name="csY1" fmla="*/ 10274 h 544531"/>
              <a:gd name="csX2" fmla="*/ 10274 w 1047964"/>
              <a:gd name="csY2" fmla="*/ 544531 h 544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964" h="544531">
                <a:moveTo>
                  <a:pt x="1047964" y="0"/>
                </a:moveTo>
                <a:lnTo>
                  <a:pt x="0" y="10274"/>
                </a:lnTo>
                <a:lnTo>
                  <a:pt x="10274" y="544531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C95BD138-BD57-196F-324B-42976A612DC9}"/>
              </a:ext>
            </a:extLst>
          </p:cNvPr>
          <p:cNvSpPr/>
          <p:nvPr/>
        </p:nvSpPr>
        <p:spPr>
          <a:xfrm>
            <a:off x="3616503" y="431515"/>
            <a:ext cx="1006868" cy="482885"/>
          </a:xfrm>
          <a:custGeom>
            <a:avLst/>
            <a:gdLst>
              <a:gd name="csX0" fmla="*/ 1006868 w 1006868"/>
              <a:gd name="csY0" fmla="*/ 482885 h 482885"/>
              <a:gd name="csX1" fmla="*/ 0 w 1006868"/>
              <a:gd name="csY1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06868" h="482885">
                <a:moveTo>
                  <a:pt x="1006868" y="4828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75C86EC9-4341-A9BC-F616-97430312B3BF}"/>
              </a:ext>
            </a:extLst>
          </p:cNvPr>
          <p:cNvSpPr/>
          <p:nvPr/>
        </p:nvSpPr>
        <p:spPr>
          <a:xfrm>
            <a:off x="7161088" y="3102796"/>
            <a:ext cx="431514" cy="328773"/>
          </a:xfrm>
          <a:custGeom>
            <a:avLst/>
            <a:gdLst>
              <a:gd name="csX0" fmla="*/ 431514 w 431514"/>
              <a:gd name="csY0" fmla="*/ 0 h 328773"/>
              <a:gd name="csX1" fmla="*/ 431514 w 431514"/>
              <a:gd name="csY1" fmla="*/ 61644 h 328773"/>
              <a:gd name="csX2" fmla="*/ 421240 w 431514"/>
              <a:gd name="csY2" fmla="*/ 184934 h 328773"/>
              <a:gd name="csX3" fmla="*/ 0 w 431514"/>
              <a:gd name="csY3" fmla="*/ 174660 h 328773"/>
              <a:gd name="csX4" fmla="*/ 0 w 431514"/>
              <a:gd name="csY4" fmla="*/ 328773 h 3287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31514" h="328773">
                <a:moveTo>
                  <a:pt x="431514" y="0"/>
                </a:moveTo>
                <a:lnTo>
                  <a:pt x="431514" y="61644"/>
                </a:lnTo>
                <a:lnTo>
                  <a:pt x="421240" y="184934"/>
                </a:lnTo>
                <a:lnTo>
                  <a:pt x="0" y="174660"/>
                </a:lnTo>
                <a:lnTo>
                  <a:pt x="0" y="32877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Freeform: Shape 55">
            <a:extLst>
              <a:ext uri="{FF2B5EF4-FFF2-40B4-BE49-F238E27FC236}">
                <a16:creationId xmlns:a16="http://schemas.microsoft.com/office/drawing/2014/main" id="{A65F58DA-9B00-2D8B-40D8-A97AA578A28A}"/>
              </a:ext>
            </a:extLst>
          </p:cNvPr>
          <p:cNvSpPr/>
          <p:nvPr/>
        </p:nvSpPr>
        <p:spPr>
          <a:xfrm>
            <a:off x="5270643" y="2393879"/>
            <a:ext cx="431514" cy="0"/>
          </a:xfrm>
          <a:custGeom>
            <a:avLst/>
            <a:gdLst>
              <a:gd name="csX0" fmla="*/ 0 w 431514"/>
              <a:gd name="csY0" fmla="*/ 0 h 0"/>
              <a:gd name="csX1" fmla="*/ 431514 w 43151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31514">
                <a:moveTo>
                  <a:pt x="0" y="0"/>
                </a:moveTo>
                <a:lnTo>
                  <a:pt x="43151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39E7143D-5ED1-631E-DA36-3E8BBEF60780}"/>
              </a:ext>
            </a:extLst>
          </p:cNvPr>
          <p:cNvSpPr/>
          <p:nvPr/>
        </p:nvSpPr>
        <p:spPr>
          <a:xfrm>
            <a:off x="4941870" y="2578813"/>
            <a:ext cx="2147299" cy="852756"/>
          </a:xfrm>
          <a:custGeom>
            <a:avLst/>
            <a:gdLst>
              <a:gd name="csX0" fmla="*/ 2147299 w 2147299"/>
              <a:gd name="csY0" fmla="*/ 852756 h 852756"/>
              <a:gd name="csX1" fmla="*/ 2147299 w 2147299"/>
              <a:gd name="csY1" fmla="*/ 102742 h 852756"/>
              <a:gd name="csX2" fmla="*/ 0 w 2147299"/>
              <a:gd name="csY2" fmla="*/ 102742 h 852756"/>
              <a:gd name="csX3" fmla="*/ 10274 w 2147299"/>
              <a:gd name="csY3" fmla="*/ 0 h 85275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147299" h="852756">
                <a:moveTo>
                  <a:pt x="2147299" y="852756"/>
                </a:moveTo>
                <a:lnTo>
                  <a:pt x="2147299" y="102742"/>
                </a:lnTo>
                <a:lnTo>
                  <a:pt x="0" y="102742"/>
                </a:lnTo>
                <a:lnTo>
                  <a:pt x="102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0B9577ED-FC31-9D0D-007A-966EC10A6002}"/>
              </a:ext>
            </a:extLst>
          </p:cNvPr>
          <p:cNvSpPr/>
          <p:nvPr/>
        </p:nvSpPr>
        <p:spPr>
          <a:xfrm>
            <a:off x="6554912" y="1941816"/>
            <a:ext cx="554805" cy="0"/>
          </a:xfrm>
          <a:custGeom>
            <a:avLst/>
            <a:gdLst>
              <a:gd name="csX0" fmla="*/ 0 w 554805"/>
              <a:gd name="csY0" fmla="*/ 0 h 0"/>
              <a:gd name="csX1" fmla="*/ 554805 w 55480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54805">
                <a:moveTo>
                  <a:pt x="0" y="0"/>
                </a:moveTo>
                <a:lnTo>
                  <a:pt x="55480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99283E1F-1EE6-AC10-DE80-7F57D948CDF7}"/>
              </a:ext>
            </a:extLst>
          </p:cNvPr>
          <p:cNvSpPr/>
          <p:nvPr/>
        </p:nvSpPr>
        <p:spPr>
          <a:xfrm>
            <a:off x="4941870" y="431515"/>
            <a:ext cx="0" cy="390418"/>
          </a:xfrm>
          <a:custGeom>
            <a:avLst/>
            <a:gdLst>
              <a:gd name="csX0" fmla="*/ 0 w 0"/>
              <a:gd name="csY0" fmla="*/ 390418 h 390418"/>
              <a:gd name="csX1" fmla="*/ 0 w 0"/>
              <a:gd name="csY1" fmla="*/ 0 h 39041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390418">
                <a:moveTo>
                  <a:pt x="0" y="390418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426B15B2-BDF0-73AA-8454-8B3BADD3FC96}"/>
              </a:ext>
            </a:extLst>
          </p:cNvPr>
          <p:cNvSpPr/>
          <p:nvPr/>
        </p:nvSpPr>
        <p:spPr>
          <a:xfrm>
            <a:off x="3750067" y="246420"/>
            <a:ext cx="873304" cy="10434"/>
          </a:xfrm>
          <a:custGeom>
            <a:avLst/>
            <a:gdLst>
              <a:gd name="csX0" fmla="*/ 0 w 873304"/>
              <a:gd name="csY0" fmla="*/ 10434 h 10434"/>
              <a:gd name="csX1" fmla="*/ 0 w 873304"/>
              <a:gd name="csY1" fmla="*/ 10434 h 10434"/>
              <a:gd name="csX2" fmla="*/ 154113 w 873304"/>
              <a:gd name="csY2" fmla="*/ 160 h 10434"/>
              <a:gd name="csX3" fmla="*/ 873304 w 873304"/>
              <a:gd name="csY3" fmla="*/ 160 h 1043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73304" h="10434">
                <a:moveTo>
                  <a:pt x="0" y="10434"/>
                </a:moveTo>
                <a:lnTo>
                  <a:pt x="0" y="10434"/>
                </a:lnTo>
                <a:cubicBezTo>
                  <a:pt x="112891" y="-2109"/>
                  <a:pt x="61456" y="160"/>
                  <a:pt x="154113" y="160"/>
                </a:cubicBezTo>
                <a:lnTo>
                  <a:pt x="873304" y="1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BB8C0A5-1F02-96A5-CE24-E7074977AC1E}"/>
              </a:ext>
            </a:extLst>
          </p:cNvPr>
          <p:cNvSpPr/>
          <p:nvPr/>
        </p:nvSpPr>
        <p:spPr>
          <a:xfrm>
            <a:off x="2989780" y="996593"/>
            <a:ext cx="0" cy="205483"/>
          </a:xfrm>
          <a:custGeom>
            <a:avLst/>
            <a:gdLst>
              <a:gd name="csX0" fmla="*/ 0 w 0"/>
              <a:gd name="csY0" fmla="*/ 0 h 205483"/>
              <a:gd name="csX1" fmla="*/ 0 w 0"/>
              <a:gd name="csY1" fmla="*/ 205483 h 20548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205483">
                <a:moveTo>
                  <a:pt x="0" y="0"/>
                </a:moveTo>
                <a:lnTo>
                  <a:pt x="0" y="20548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2F25EB9-F81B-F0E7-AC31-2E425F56621F}"/>
              </a:ext>
            </a:extLst>
          </p:cNvPr>
          <p:cNvSpPr/>
          <p:nvPr/>
        </p:nvSpPr>
        <p:spPr>
          <a:xfrm>
            <a:off x="2989780" y="256854"/>
            <a:ext cx="102741" cy="426359"/>
          </a:xfrm>
          <a:custGeom>
            <a:avLst/>
            <a:gdLst>
              <a:gd name="csX0" fmla="*/ 0 w 113016"/>
              <a:gd name="csY0" fmla="*/ 421240 h 482885"/>
              <a:gd name="csX1" fmla="*/ 0 w 113016"/>
              <a:gd name="csY1" fmla="*/ 482885 h 482885"/>
              <a:gd name="csX2" fmla="*/ 10274 w 113016"/>
              <a:gd name="csY2" fmla="*/ 0 h 482885"/>
              <a:gd name="csX3" fmla="*/ 113016 w 113016"/>
              <a:gd name="csY3" fmla="*/ 0 h 48288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16" h="482885">
                <a:moveTo>
                  <a:pt x="0" y="421240"/>
                </a:moveTo>
                <a:lnTo>
                  <a:pt x="0" y="482885"/>
                </a:lnTo>
                <a:lnTo>
                  <a:pt x="10274" y="0"/>
                </a:lnTo>
                <a:lnTo>
                  <a:pt x="113016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·</a:t>
            </a:r>
            <a:endParaRPr lang="en-US" dirty="0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D493984-6CCD-0123-C97E-BC577722CF80}"/>
              </a:ext>
            </a:extLst>
          </p:cNvPr>
          <p:cNvSpPr/>
          <p:nvPr/>
        </p:nvSpPr>
        <p:spPr>
          <a:xfrm>
            <a:off x="5239820" y="1068512"/>
            <a:ext cx="1027416" cy="739740"/>
          </a:xfrm>
          <a:custGeom>
            <a:avLst/>
            <a:gdLst>
              <a:gd name="csX0" fmla="*/ 0 w 1027416"/>
              <a:gd name="csY0" fmla="*/ 0 h 739740"/>
              <a:gd name="csX1" fmla="*/ 1027416 w 1027416"/>
              <a:gd name="csY1" fmla="*/ 739740 h 73974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16" h="739740">
                <a:moveTo>
                  <a:pt x="0" y="0"/>
                </a:moveTo>
                <a:lnTo>
                  <a:pt x="1027416" y="73974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79DEBAD9-458D-1D88-CA19-22529B7FBBEA}"/>
              </a:ext>
            </a:extLst>
          </p:cNvPr>
          <p:cNvSpPr/>
          <p:nvPr/>
        </p:nvSpPr>
        <p:spPr>
          <a:xfrm>
            <a:off x="4941870" y="1181528"/>
            <a:ext cx="0" cy="400692"/>
          </a:xfrm>
          <a:custGeom>
            <a:avLst/>
            <a:gdLst>
              <a:gd name="csX0" fmla="*/ 0 w 0"/>
              <a:gd name="csY0" fmla="*/ 0 h 400692"/>
              <a:gd name="csX1" fmla="*/ 0 w 0"/>
              <a:gd name="csY1" fmla="*/ 400692 h 4006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400692">
                <a:moveTo>
                  <a:pt x="0" y="0"/>
                </a:moveTo>
                <a:lnTo>
                  <a:pt x="0" y="40069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: Shape 64">
            <a:extLst>
              <a:ext uri="{FF2B5EF4-FFF2-40B4-BE49-F238E27FC236}">
                <a16:creationId xmlns:a16="http://schemas.microsoft.com/office/drawing/2014/main" id="{9CCDF386-55E0-2327-993A-240ACE04576C}"/>
              </a:ext>
            </a:extLst>
          </p:cNvPr>
          <p:cNvSpPr/>
          <p:nvPr/>
        </p:nvSpPr>
        <p:spPr>
          <a:xfrm>
            <a:off x="4366517" y="1140431"/>
            <a:ext cx="421240" cy="113016"/>
          </a:xfrm>
          <a:custGeom>
            <a:avLst/>
            <a:gdLst>
              <a:gd name="csX0" fmla="*/ 421240 w 421240"/>
              <a:gd name="csY0" fmla="*/ 0 h 113016"/>
              <a:gd name="csX1" fmla="*/ 0 w 421240"/>
              <a:gd name="csY1" fmla="*/ 113016 h 113016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21240" h="113016">
                <a:moveTo>
                  <a:pt x="421240" y="0"/>
                </a:moveTo>
                <a:lnTo>
                  <a:pt x="0" y="11301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6AB1306A-349E-052C-8C49-A6A0E0DB36C2}"/>
              </a:ext>
            </a:extLst>
          </p:cNvPr>
          <p:cNvSpPr/>
          <p:nvPr/>
        </p:nvSpPr>
        <p:spPr>
          <a:xfrm>
            <a:off x="5270643" y="1017142"/>
            <a:ext cx="339047" cy="0"/>
          </a:xfrm>
          <a:custGeom>
            <a:avLst/>
            <a:gdLst>
              <a:gd name="csX0" fmla="*/ 0 w 339047"/>
              <a:gd name="csY0" fmla="*/ 0 h 0"/>
              <a:gd name="csX1" fmla="*/ 339047 w 33904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39047">
                <a:moveTo>
                  <a:pt x="0" y="0"/>
                </a:moveTo>
                <a:lnTo>
                  <a:pt x="33904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B4CCEC-6D88-88C6-6D0E-8EA7346E9530}"/>
              </a:ext>
            </a:extLst>
          </p:cNvPr>
          <p:cNvSpPr/>
          <p:nvPr/>
        </p:nvSpPr>
        <p:spPr>
          <a:xfrm>
            <a:off x="6236413" y="996593"/>
            <a:ext cx="328774" cy="0"/>
          </a:xfrm>
          <a:custGeom>
            <a:avLst/>
            <a:gdLst>
              <a:gd name="csX0" fmla="*/ 0 w 328774"/>
              <a:gd name="csY0" fmla="*/ 0 h 0"/>
              <a:gd name="csX1" fmla="*/ 328774 w 328774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28774">
                <a:moveTo>
                  <a:pt x="0" y="0"/>
                </a:moveTo>
                <a:lnTo>
                  <a:pt x="328774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7D27DB7A-B7E5-1BE8-0B2C-ACD6F9319141}"/>
              </a:ext>
            </a:extLst>
          </p:cNvPr>
          <p:cNvSpPr/>
          <p:nvPr/>
        </p:nvSpPr>
        <p:spPr>
          <a:xfrm>
            <a:off x="3648075" y="3009900"/>
            <a:ext cx="4763" cy="442913"/>
          </a:xfrm>
          <a:custGeom>
            <a:avLst/>
            <a:gdLst>
              <a:gd name="csX0" fmla="*/ 0 w 4763"/>
              <a:gd name="csY0" fmla="*/ 0 h 442913"/>
              <a:gd name="csX1" fmla="*/ 4763 w 4763"/>
              <a:gd name="csY1" fmla="*/ 442913 h 44291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763" h="442913">
                <a:moveTo>
                  <a:pt x="0" y="0"/>
                </a:moveTo>
                <a:cubicBezTo>
                  <a:pt x="1588" y="147638"/>
                  <a:pt x="3175" y="295275"/>
                  <a:pt x="4763" y="442913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E5A5E0-02F3-70CE-F69E-FEB6A2264843}"/>
              </a:ext>
            </a:extLst>
          </p:cNvPr>
          <p:cNvSpPr/>
          <p:nvPr/>
        </p:nvSpPr>
        <p:spPr>
          <a:xfrm>
            <a:off x="3810000" y="2414588"/>
            <a:ext cx="809625" cy="1028700"/>
          </a:xfrm>
          <a:custGeom>
            <a:avLst/>
            <a:gdLst>
              <a:gd name="csX0" fmla="*/ 809625 w 809625"/>
              <a:gd name="csY0" fmla="*/ 0 h 1028700"/>
              <a:gd name="csX1" fmla="*/ 261938 w 809625"/>
              <a:gd name="csY1" fmla="*/ 0 h 1028700"/>
              <a:gd name="csX2" fmla="*/ 261938 w 809625"/>
              <a:gd name="csY2" fmla="*/ 866775 h 1028700"/>
              <a:gd name="csX3" fmla="*/ 0 w 809625"/>
              <a:gd name="csY3" fmla="*/ 866775 h 1028700"/>
              <a:gd name="csX4" fmla="*/ 0 w 809625"/>
              <a:gd name="csY4" fmla="*/ 1028700 h 1028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09625" h="1028700">
                <a:moveTo>
                  <a:pt x="809625" y="0"/>
                </a:moveTo>
                <a:lnTo>
                  <a:pt x="261938" y="0"/>
                </a:lnTo>
                <a:lnTo>
                  <a:pt x="261938" y="866775"/>
                </a:lnTo>
                <a:lnTo>
                  <a:pt x="0" y="866775"/>
                </a:lnTo>
                <a:lnTo>
                  <a:pt x="0" y="1028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4D8E017-AA8A-D9FF-C87C-A30138A77F86}"/>
              </a:ext>
            </a:extLst>
          </p:cNvPr>
          <p:cNvSpPr/>
          <p:nvPr/>
        </p:nvSpPr>
        <p:spPr>
          <a:xfrm>
            <a:off x="3750067" y="1839074"/>
            <a:ext cx="852755" cy="1623317"/>
          </a:xfrm>
          <a:custGeom>
            <a:avLst/>
            <a:gdLst>
              <a:gd name="csX0" fmla="*/ 0 w 852755"/>
              <a:gd name="csY0" fmla="*/ 1623317 h 1623317"/>
              <a:gd name="csX1" fmla="*/ 852755 w 852755"/>
              <a:gd name="csY1" fmla="*/ 0 h 16233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2755" h="1623317">
                <a:moveTo>
                  <a:pt x="0" y="1623317"/>
                </a:moveTo>
                <a:lnTo>
                  <a:pt x="852755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AD8B9541-CDBF-06F7-DDC7-36282BBAD661}"/>
              </a:ext>
            </a:extLst>
          </p:cNvPr>
          <p:cNvSpPr/>
          <p:nvPr/>
        </p:nvSpPr>
        <p:spPr>
          <a:xfrm>
            <a:off x="4952144" y="1150706"/>
            <a:ext cx="821932" cy="1099334"/>
          </a:xfrm>
          <a:custGeom>
            <a:avLst/>
            <a:gdLst>
              <a:gd name="csX0" fmla="*/ 0 w 821932"/>
              <a:gd name="csY0" fmla="*/ 1099334 h 1099334"/>
              <a:gd name="csX1" fmla="*/ 821932 w 821932"/>
              <a:gd name="csY1" fmla="*/ 0 h 109933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21932" h="1099334">
                <a:moveTo>
                  <a:pt x="0" y="1099334"/>
                </a:moveTo>
                <a:lnTo>
                  <a:pt x="821932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1580886-905E-9589-E420-0A982B35014B}"/>
              </a:ext>
            </a:extLst>
          </p:cNvPr>
          <p:cNvSpPr/>
          <p:nvPr/>
        </p:nvSpPr>
        <p:spPr>
          <a:xfrm>
            <a:off x="5167901" y="1150706"/>
            <a:ext cx="678095" cy="1130157"/>
          </a:xfrm>
          <a:custGeom>
            <a:avLst/>
            <a:gdLst>
              <a:gd name="csX0" fmla="*/ 678095 w 678095"/>
              <a:gd name="csY0" fmla="*/ 1130157 h 1130157"/>
              <a:gd name="csX1" fmla="*/ 0 w 678095"/>
              <a:gd name="csY1" fmla="*/ 0 h 113015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8095" h="1130157">
                <a:moveTo>
                  <a:pt x="678095" y="1130157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668A075-5D89-6C76-600A-69D2B637A8A9}"/>
              </a:ext>
            </a:extLst>
          </p:cNvPr>
          <p:cNvSpPr/>
          <p:nvPr/>
        </p:nvSpPr>
        <p:spPr>
          <a:xfrm>
            <a:off x="5876819" y="1160980"/>
            <a:ext cx="10274" cy="1150705"/>
          </a:xfrm>
          <a:custGeom>
            <a:avLst/>
            <a:gdLst>
              <a:gd name="csX0" fmla="*/ 0 w 10274"/>
              <a:gd name="csY0" fmla="*/ 1150705 h 1150705"/>
              <a:gd name="csX1" fmla="*/ 10274 w 10274"/>
              <a:gd name="csY1" fmla="*/ 0 h 1150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0274" h="1150705">
                <a:moveTo>
                  <a:pt x="0" y="1150705"/>
                </a:moveTo>
                <a:cubicBezTo>
                  <a:pt x="3425" y="767137"/>
                  <a:pt x="6849" y="383568"/>
                  <a:pt x="10274" y="0"/>
                </a:cubicBez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18FF2BF-22E3-6A77-5A9B-A1B79BD14374}"/>
              </a:ext>
            </a:extLst>
          </p:cNvPr>
          <p:cNvSpPr/>
          <p:nvPr/>
        </p:nvSpPr>
        <p:spPr>
          <a:xfrm>
            <a:off x="6082301" y="1160980"/>
            <a:ext cx="832207" cy="2311685"/>
          </a:xfrm>
          <a:custGeom>
            <a:avLst/>
            <a:gdLst>
              <a:gd name="csX0" fmla="*/ 832207 w 832207"/>
              <a:gd name="csY0" fmla="*/ 2311685 h 2311685"/>
              <a:gd name="csX1" fmla="*/ 0 w 832207"/>
              <a:gd name="csY1" fmla="*/ 0 h 2311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32207" h="2311685">
                <a:moveTo>
                  <a:pt x="832207" y="231168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B4399A7-C758-B67E-3AA1-4154D7E6256E}"/>
              </a:ext>
            </a:extLst>
          </p:cNvPr>
          <p:cNvSpPr/>
          <p:nvPr/>
        </p:nvSpPr>
        <p:spPr>
          <a:xfrm>
            <a:off x="5105400" y="2571750"/>
            <a:ext cx="762000" cy="848623"/>
          </a:xfrm>
          <a:custGeom>
            <a:avLst/>
            <a:gdLst>
              <a:gd name="csX0" fmla="*/ 762000 w 762000"/>
              <a:gd name="csY0" fmla="*/ 0 h 863600"/>
              <a:gd name="csX1" fmla="*/ 762000 w 762000"/>
              <a:gd name="csY1" fmla="*/ 273050 h 863600"/>
              <a:gd name="csX2" fmla="*/ 0 w 762000"/>
              <a:gd name="csY2" fmla="*/ 279400 h 863600"/>
              <a:gd name="csX3" fmla="*/ 0 w 762000"/>
              <a:gd name="csY3" fmla="*/ 863600 h 863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62000" h="863600">
                <a:moveTo>
                  <a:pt x="762000" y="0"/>
                </a:moveTo>
                <a:lnTo>
                  <a:pt x="762000" y="273050"/>
                </a:lnTo>
                <a:lnTo>
                  <a:pt x="0" y="279400"/>
                </a:lnTo>
                <a:lnTo>
                  <a:pt x="0" y="8636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0CC01E1-C78D-DDEA-71F4-16F1B8361611}"/>
              </a:ext>
            </a:extLst>
          </p:cNvPr>
          <p:cNvSpPr/>
          <p:nvPr/>
        </p:nvSpPr>
        <p:spPr>
          <a:xfrm>
            <a:off x="4502150" y="3232150"/>
            <a:ext cx="279400" cy="196850"/>
          </a:xfrm>
          <a:custGeom>
            <a:avLst/>
            <a:gdLst>
              <a:gd name="csX0" fmla="*/ 0 w 279400"/>
              <a:gd name="csY0" fmla="*/ 0 h 209550"/>
              <a:gd name="csX1" fmla="*/ 6350 w 279400"/>
              <a:gd name="csY1" fmla="*/ 101600 h 209550"/>
              <a:gd name="csX2" fmla="*/ 273050 w 279400"/>
              <a:gd name="csY2" fmla="*/ 107950 h 209550"/>
              <a:gd name="csX3" fmla="*/ 279400 w 279400"/>
              <a:gd name="csY3" fmla="*/ 20955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79400" h="209550">
                <a:moveTo>
                  <a:pt x="0" y="0"/>
                </a:moveTo>
                <a:lnTo>
                  <a:pt x="6350" y="101600"/>
                </a:lnTo>
                <a:lnTo>
                  <a:pt x="273050" y="107950"/>
                </a:lnTo>
                <a:lnTo>
                  <a:pt x="279400" y="209550"/>
                </a:lnTo>
              </a:path>
            </a:pathLst>
          </a:cu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3B0B9832-DD9F-BCFC-0121-57B2922FA7B1}"/>
              </a:ext>
            </a:extLst>
          </p:cNvPr>
          <p:cNvSpPr/>
          <p:nvPr/>
        </p:nvSpPr>
        <p:spPr>
          <a:xfrm>
            <a:off x="5276850" y="3270250"/>
            <a:ext cx="444500" cy="247650"/>
          </a:xfrm>
          <a:custGeom>
            <a:avLst/>
            <a:gdLst>
              <a:gd name="csX0" fmla="*/ 438150 w 444500"/>
              <a:gd name="csY0" fmla="*/ 0 h 247650"/>
              <a:gd name="csX1" fmla="*/ 444500 w 444500"/>
              <a:gd name="csY1" fmla="*/ 247650 h 247650"/>
              <a:gd name="csX2" fmla="*/ 0 w 444500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44500" h="247650">
                <a:moveTo>
                  <a:pt x="438150" y="0"/>
                </a:moveTo>
                <a:lnTo>
                  <a:pt x="444500" y="247650"/>
                </a:lnTo>
                <a:lnTo>
                  <a:pt x="0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6ECC51E-2CBC-B2C5-4203-07C964C0888F}"/>
              </a:ext>
            </a:extLst>
          </p:cNvPr>
          <p:cNvSpPr/>
          <p:nvPr/>
        </p:nvSpPr>
        <p:spPr>
          <a:xfrm>
            <a:off x="5276850" y="3605213"/>
            <a:ext cx="1400175" cy="0"/>
          </a:xfrm>
          <a:custGeom>
            <a:avLst/>
            <a:gdLst>
              <a:gd name="csX0" fmla="*/ 0 w 1400175"/>
              <a:gd name="csY0" fmla="*/ 0 h 0"/>
              <a:gd name="csX1" fmla="*/ 1400175 w 1400175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00175">
                <a:moveTo>
                  <a:pt x="0" y="0"/>
                </a:moveTo>
                <a:lnTo>
                  <a:pt x="140017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B2DDE8E-3EDC-5BBE-56B3-0EBEE7901917}"/>
              </a:ext>
            </a:extLst>
          </p:cNvPr>
          <p:cNvSpPr/>
          <p:nvPr/>
        </p:nvSpPr>
        <p:spPr>
          <a:xfrm>
            <a:off x="3981450" y="3605212"/>
            <a:ext cx="621372" cy="45719"/>
          </a:xfrm>
          <a:custGeom>
            <a:avLst/>
            <a:gdLst>
              <a:gd name="csX0" fmla="*/ 0 w 642938"/>
              <a:gd name="csY0" fmla="*/ 0 h 0"/>
              <a:gd name="csX1" fmla="*/ 642938 w 6429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2938">
                <a:moveTo>
                  <a:pt x="0" y="0"/>
                </a:moveTo>
                <a:lnTo>
                  <a:pt x="6429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A9D503F-28E0-8FA3-C677-C035A1704032}"/>
              </a:ext>
            </a:extLst>
          </p:cNvPr>
          <p:cNvSpPr/>
          <p:nvPr/>
        </p:nvSpPr>
        <p:spPr>
          <a:xfrm>
            <a:off x="6419850" y="3276600"/>
            <a:ext cx="271463" cy="247650"/>
          </a:xfrm>
          <a:custGeom>
            <a:avLst/>
            <a:gdLst>
              <a:gd name="csX0" fmla="*/ 0 w 271463"/>
              <a:gd name="csY0" fmla="*/ 0 h 247650"/>
              <a:gd name="csX1" fmla="*/ 4763 w 271463"/>
              <a:gd name="csY1" fmla="*/ 247650 h 247650"/>
              <a:gd name="csX2" fmla="*/ 271463 w 271463"/>
              <a:gd name="csY2" fmla="*/ 24765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1463" h="247650">
                <a:moveTo>
                  <a:pt x="0" y="0"/>
                </a:moveTo>
                <a:cubicBezTo>
                  <a:pt x="1588" y="82550"/>
                  <a:pt x="3175" y="165100"/>
                  <a:pt x="4763" y="247650"/>
                </a:cubicBezTo>
                <a:lnTo>
                  <a:pt x="271463" y="2476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E27F89E-5E72-1860-D8F1-2B33DD508112}"/>
              </a:ext>
            </a:extLst>
          </p:cNvPr>
          <p:cNvSpPr/>
          <p:nvPr/>
        </p:nvSpPr>
        <p:spPr>
          <a:xfrm rot="631608" flipH="1">
            <a:off x="4335450" y="1100603"/>
            <a:ext cx="304961" cy="3159505"/>
          </a:xfrm>
          <a:custGeom>
            <a:avLst/>
            <a:gdLst>
              <a:gd name="csX0" fmla="*/ 19050 w 19050"/>
              <a:gd name="csY0" fmla="*/ 2276475 h 2276475"/>
              <a:gd name="csX1" fmla="*/ 0 w 19050"/>
              <a:gd name="csY1" fmla="*/ 0 h 2276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9050" h="2276475">
                <a:moveTo>
                  <a:pt x="19050" y="2276475"/>
                </a:moveTo>
                <a:lnTo>
                  <a:pt x="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6725496-D4FD-5FF5-7B32-0DCAA57DFCF4}"/>
              </a:ext>
            </a:extLst>
          </p:cNvPr>
          <p:cNvSpPr/>
          <p:nvPr/>
        </p:nvSpPr>
        <p:spPr>
          <a:xfrm>
            <a:off x="3638550" y="3690937"/>
            <a:ext cx="971335" cy="2166873"/>
          </a:xfrm>
          <a:custGeom>
            <a:avLst/>
            <a:gdLst>
              <a:gd name="csX0" fmla="*/ 981075 w 1038225"/>
              <a:gd name="csY0" fmla="*/ 0 h 1428750"/>
              <a:gd name="csX1" fmla="*/ 752475 w 1038225"/>
              <a:gd name="csY1" fmla="*/ 0 h 1428750"/>
              <a:gd name="csX2" fmla="*/ 752475 w 1038225"/>
              <a:gd name="csY2" fmla="*/ 138112 h 1428750"/>
              <a:gd name="csX3" fmla="*/ 0 w 1038225"/>
              <a:gd name="csY3" fmla="*/ 138112 h 1428750"/>
              <a:gd name="csX4" fmla="*/ 0 w 1038225"/>
              <a:gd name="csY4" fmla="*/ 1423987 h 1428750"/>
              <a:gd name="csX5" fmla="*/ 1038225 w 103822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52475 w 981075"/>
              <a:gd name="csY2" fmla="*/ 13811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0 w 981075"/>
              <a:gd name="csY3" fmla="*/ 138112 h 1428750"/>
              <a:gd name="csX4" fmla="*/ 0 w 981075"/>
              <a:gd name="csY4" fmla="*/ 1423987 h 1428750"/>
              <a:gd name="csX5" fmla="*/ 627259 w 981075"/>
              <a:gd name="csY5" fmla="*/ 1428750 h 1428750"/>
              <a:gd name="csX0" fmla="*/ 981075 w 981075"/>
              <a:gd name="csY0" fmla="*/ 0 h 1428750"/>
              <a:gd name="csX1" fmla="*/ 752475 w 981075"/>
              <a:gd name="csY1" fmla="*/ 0 h 1428750"/>
              <a:gd name="csX2" fmla="*/ 762749 w 981075"/>
              <a:gd name="csY2" fmla="*/ 90692 h 1428750"/>
              <a:gd name="csX3" fmla="*/ 10274 w 981075"/>
              <a:gd name="csY3" fmla="*/ 83917 h 1428750"/>
              <a:gd name="csX4" fmla="*/ 0 w 981075"/>
              <a:gd name="csY4" fmla="*/ 1423987 h 1428750"/>
              <a:gd name="csX5" fmla="*/ 627259 w 981075"/>
              <a:gd name="csY5" fmla="*/ 1428750 h 14287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981075" h="1428750">
                <a:moveTo>
                  <a:pt x="981075" y="0"/>
                </a:moveTo>
                <a:lnTo>
                  <a:pt x="752475" y="0"/>
                </a:lnTo>
                <a:lnTo>
                  <a:pt x="762749" y="90692"/>
                </a:lnTo>
                <a:lnTo>
                  <a:pt x="10274" y="83917"/>
                </a:lnTo>
                <a:cubicBezTo>
                  <a:pt x="6849" y="530607"/>
                  <a:pt x="3425" y="977297"/>
                  <a:pt x="0" y="1423987"/>
                </a:cubicBezTo>
                <a:lnTo>
                  <a:pt x="627259" y="14287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5E64D3A-EA1D-8C9F-D9C0-8C2C4FA06CD0}"/>
              </a:ext>
            </a:extLst>
          </p:cNvPr>
          <p:cNvSpPr/>
          <p:nvPr/>
        </p:nvSpPr>
        <p:spPr>
          <a:xfrm>
            <a:off x="3667124" y="4014092"/>
            <a:ext cx="300037" cy="252208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E0355AB-5306-4847-4338-4F3A45AF132E}"/>
              </a:ext>
            </a:extLst>
          </p:cNvPr>
          <p:cNvSpPr/>
          <p:nvPr/>
        </p:nvSpPr>
        <p:spPr>
          <a:xfrm>
            <a:off x="2933700" y="2849880"/>
            <a:ext cx="1711325" cy="2354580"/>
          </a:xfrm>
          <a:custGeom>
            <a:avLst/>
            <a:gdLst>
              <a:gd name="csX0" fmla="*/ 381000 w 1737360"/>
              <a:gd name="csY0" fmla="*/ 0 h 2354580"/>
              <a:gd name="csX1" fmla="*/ 7620 w 1737360"/>
              <a:gd name="csY1" fmla="*/ 0 h 2354580"/>
              <a:gd name="csX2" fmla="*/ 0 w 1737360"/>
              <a:gd name="csY2" fmla="*/ 2354580 h 2354580"/>
              <a:gd name="csX3" fmla="*/ 1737360 w 1737360"/>
              <a:gd name="csY3" fmla="*/ 2346960 h 23545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737360" h="2354580">
                <a:moveTo>
                  <a:pt x="381000" y="0"/>
                </a:moveTo>
                <a:lnTo>
                  <a:pt x="7620" y="0"/>
                </a:lnTo>
                <a:lnTo>
                  <a:pt x="0" y="2354580"/>
                </a:lnTo>
                <a:lnTo>
                  <a:pt x="1737360" y="234696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A7603F1-2C55-F8B7-B25C-CE8C200A7C51}"/>
              </a:ext>
            </a:extLst>
          </p:cNvPr>
          <p:cNvSpPr/>
          <p:nvPr/>
        </p:nvSpPr>
        <p:spPr>
          <a:xfrm>
            <a:off x="7329488" y="3600450"/>
            <a:ext cx="633412" cy="4763"/>
          </a:xfrm>
          <a:custGeom>
            <a:avLst/>
            <a:gdLst>
              <a:gd name="csX0" fmla="*/ 0 w 633412"/>
              <a:gd name="csY0" fmla="*/ 0 h 4763"/>
              <a:gd name="csX1" fmla="*/ 633412 w 633412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3412" h="4763">
                <a:moveTo>
                  <a:pt x="0" y="0"/>
                </a:moveTo>
                <a:lnTo>
                  <a:pt x="633412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ABA3668F-E043-1AAE-54F3-14347EE84C0C}"/>
              </a:ext>
            </a:extLst>
          </p:cNvPr>
          <p:cNvSpPr/>
          <p:nvPr/>
        </p:nvSpPr>
        <p:spPr>
          <a:xfrm>
            <a:off x="8286750" y="3795713"/>
            <a:ext cx="9525" cy="1223962"/>
          </a:xfrm>
          <a:custGeom>
            <a:avLst/>
            <a:gdLst>
              <a:gd name="csX0" fmla="*/ 0 w 9525"/>
              <a:gd name="csY0" fmla="*/ 0 h 1223962"/>
              <a:gd name="csX1" fmla="*/ 9525 w 9525"/>
              <a:gd name="csY1" fmla="*/ 1223962 h 12239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9525" h="1223962">
                <a:moveTo>
                  <a:pt x="0" y="0"/>
                </a:moveTo>
                <a:lnTo>
                  <a:pt x="9525" y="12239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01EA5FD5-5CA4-3BA0-0111-B03A255997F0}"/>
              </a:ext>
            </a:extLst>
          </p:cNvPr>
          <p:cNvSpPr/>
          <p:nvPr/>
        </p:nvSpPr>
        <p:spPr>
          <a:xfrm>
            <a:off x="5324475" y="5191125"/>
            <a:ext cx="2638425" cy="14288"/>
          </a:xfrm>
          <a:custGeom>
            <a:avLst/>
            <a:gdLst>
              <a:gd name="csX0" fmla="*/ 0 w 2638425"/>
              <a:gd name="csY0" fmla="*/ 0 h 14288"/>
              <a:gd name="csX1" fmla="*/ 2638425 w 2638425"/>
              <a:gd name="csY1" fmla="*/ 14288 h 14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638425" h="14288">
                <a:moveTo>
                  <a:pt x="0" y="0"/>
                </a:moveTo>
                <a:lnTo>
                  <a:pt x="2638425" y="14288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591AF0CC-DF6D-416B-58F8-F666E714EB6D}"/>
              </a:ext>
            </a:extLst>
          </p:cNvPr>
          <p:cNvSpPr/>
          <p:nvPr/>
        </p:nvSpPr>
        <p:spPr>
          <a:xfrm>
            <a:off x="5578867" y="3657600"/>
            <a:ext cx="3770616" cy="2527443"/>
          </a:xfrm>
          <a:custGeom>
            <a:avLst/>
            <a:gdLst>
              <a:gd name="csX0" fmla="*/ 3041151 w 3770616"/>
              <a:gd name="csY0" fmla="*/ 0 h 2527443"/>
              <a:gd name="csX1" fmla="*/ 3760342 w 3770616"/>
              <a:gd name="csY1" fmla="*/ 10274 h 2527443"/>
              <a:gd name="csX2" fmla="*/ 3770616 w 3770616"/>
              <a:gd name="csY2" fmla="*/ 2527443 h 2527443"/>
              <a:gd name="csX3" fmla="*/ 0 w 3770616"/>
              <a:gd name="csY3" fmla="*/ 2527443 h 2527443"/>
              <a:gd name="csX4" fmla="*/ 10275 w 3770616"/>
              <a:gd name="csY4" fmla="*/ 2434975 h 25274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770616" h="2527443">
                <a:moveTo>
                  <a:pt x="3041151" y="0"/>
                </a:moveTo>
                <a:lnTo>
                  <a:pt x="3760342" y="10274"/>
                </a:lnTo>
                <a:cubicBezTo>
                  <a:pt x="3763767" y="849330"/>
                  <a:pt x="3767191" y="1688387"/>
                  <a:pt x="3770616" y="2527443"/>
                </a:cubicBezTo>
                <a:lnTo>
                  <a:pt x="0" y="2527443"/>
                </a:lnTo>
                <a:lnTo>
                  <a:pt x="10275" y="2434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21DDF1-50AE-CE4D-A568-54628314835B}"/>
              </a:ext>
            </a:extLst>
          </p:cNvPr>
          <p:cNvSpPr/>
          <p:nvPr/>
        </p:nvSpPr>
        <p:spPr>
          <a:xfrm>
            <a:off x="4397339" y="3544584"/>
            <a:ext cx="5054886" cy="3174715"/>
          </a:xfrm>
          <a:custGeom>
            <a:avLst/>
            <a:gdLst>
              <a:gd name="csX0" fmla="*/ 4315146 w 5054886"/>
              <a:gd name="csY0" fmla="*/ 0 h 3174715"/>
              <a:gd name="csX1" fmla="*/ 5054886 w 5054886"/>
              <a:gd name="csY1" fmla="*/ 20549 h 3174715"/>
              <a:gd name="csX2" fmla="*/ 5054886 w 5054886"/>
              <a:gd name="csY2" fmla="*/ 3174715 h 3174715"/>
              <a:gd name="csX3" fmla="*/ 0 w 5054886"/>
              <a:gd name="csY3" fmla="*/ 3154167 h 3174715"/>
              <a:gd name="csX4" fmla="*/ 0 w 5054886"/>
              <a:gd name="csY4" fmla="*/ 2517169 h 31747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054886" h="3174715">
                <a:moveTo>
                  <a:pt x="4315146" y="0"/>
                </a:moveTo>
                <a:lnTo>
                  <a:pt x="5054886" y="20549"/>
                </a:lnTo>
                <a:lnTo>
                  <a:pt x="5054886" y="3174715"/>
                </a:lnTo>
                <a:lnTo>
                  <a:pt x="0" y="3154167"/>
                </a:lnTo>
                <a:lnTo>
                  <a:pt x="0" y="2517169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788DBA14-D089-A0DB-6234-216C686905F2}"/>
              </a:ext>
            </a:extLst>
          </p:cNvPr>
          <p:cNvSpPr/>
          <p:nvPr/>
        </p:nvSpPr>
        <p:spPr>
          <a:xfrm>
            <a:off x="4562475" y="6067425"/>
            <a:ext cx="104775" cy="361950"/>
          </a:xfrm>
          <a:custGeom>
            <a:avLst/>
            <a:gdLst>
              <a:gd name="csX0" fmla="*/ 0 w 104775"/>
              <a:gd name="csY0" fmla="*/ 0 h 361950"/>
              <a:gd name="csX1" fmla="*/ 0 w 104775"/>
              <a:gd name="csY1" fmla="*/ 361950 h 361950"/>
              <a:gd name="csX2" fmla="*/ 104775 w 104775"/>
              <a:gd name="csY2" fmla="*/ 361950 h 3619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775" h="361950">
                <a:moveTo>
                  <a:pt x="0" y="0"/>
                </a:moveTo>
                <a:lnTo>
                  <a:pt x="0" y="361950"/>
                </a:lnTo>
                <a:lnTo>
                  <a:pt x="104775" y="3619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8494B236-13ED-C950-5904-0CA85E968482}"/>
              </a:ext>
            </a:extLst>
          </p:cNvPr>
          <p:cNvSpPr/>
          <p:nvPr/>
        </p:nvSpPr>
        <p:spPr>
          <a:xfrm>
            <a:off x="5329238" y="6062663"/>
            <a:ext cx="100012" cy="371475"/>
          </a:xfrm>
          <a:custGeom>
            <a:avLst/>
            <a:gdLst>
              <a:gd name="csX0" fmla="*/ 100012 w 100012"/>
              <a:gd name="csY0" fmla="*/ 0 h 371475"/>
              <a:gd name="csX1" fmla="*/ 100012 w 100012"/>
              <a:gd name="csY1" fmla="*/ 371475 h 371475"/>
              <a:gd name="csX2" fmla="*/ 0 w 100012"/>
              <a:gd name="csY2" fmla="*/ 371475 h 371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012" h="371475">
                <a:moveTo>
                  <a:pt x="100012" y="0"/>
                </a:moveTo>
                <a:lnTo>
                  <a:pt x="100012" y="371475"/>
                </a:lnTo>
                <a:lnTo>
                  <a:pt x="0" y="3714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F609F5AF-3871-1834-83CD-0C0AB1631709}"/>
              </a:ext>
            </a:extLst>
          </p:cNvPr>
          <p:cNvSpPr/>
          <p:nvPr/>
        </p:nvSpPr>
        <p:spPr>
          <a:xfrm>
            <a:off x="5329238" y="6510338"/>
            <a:ext cx="1457325" cy="4762"/>
          </a:xfrm>
          <a:custGeom>
            <a:avLst/>
            <a:gdLst>
              <a:gd name="csX0" fmla="*/ 0 w 1457325"/>
              <a:gd name="csY0" fmla="*/ 4762 h 4762"/>
              <a:gd name="csX1" fmla="*/ 1457325 w 1457325"/>
              <a:gd name="csY1" fmla="*/ 0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457325" h="4762">
                <a:moveTo>
                  <a:pt x="0" y="4762"/>
                </a:moveTo>
                <a:lnTo>
                  <a:pt x="1457325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866C3B-08B3-CA69-7CD8-4820D94B30E2}"/>
              </a:ext>
            </a:extLst>
          </p:cNvPr>
          <p:cNvSpPr/>
          <p:nvPr/>
        </p:nvSpPr>
        <p:spPr>
          <a:xfrm>
            <a:off x="4531163" y="6483623"/>
            <a:ext cx="300037" cy="191434"/>
          </a:xfrm>
          <a:prstGeom prst="rect">
            <a:avLst/>
          </a:prstGeom>
          <a:solidFill>
            <a:srgbClr val="ACD433">
              <a:alpha val="50196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F5298AB-8E8C-B213-04C5-6CB473DA32AB}"/>
              </a:ext>
            </a:extLst>
          </p:cNvPr>
          <p:cNvCxnSpPr/>
          <p:nvPr/>
        </p:nvCxnSpPr>
        <p:spPr>
          <a:xfrm flipV="1">
            <a:off x="5270643" y="3276600"/>
            <a:ext cx="996593" cy="298450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2AA1D04-35A6-A746-1BAF-E3212B169144}"/>
              </a:ext>
            </a:extLst>
          </p:cNvPr>
          <p:cNvSpPr/>
          <p:nvPr/>
        </p:nvSpPr>
        <p:spPr>
          <a:xfrm>
            <a:off x="5340350" y="3771900"/>
            <a:ext cx="2692400" cy="1314450"/>
          </a:xfrm>
          <a:custGeom>
            <a:avLst/>
            <a:gdLst>
              <a:gd name="csX0" fmla="*/ 0 w 2692400"/>
              <a:gd name="csY0" fmla="*/ 1308100 h 1314450"/>
              <a:gd name="csX1" fmla="*/ 2533650 w 2692400"/>
              <a:gd name="csY1" fmla="*/ 1314450 h 1314450"/>
              <a:gd name="csX2" fmla="*/ 2692400 w 2692400"/>
              <a:gd name="csY2" fmla="*/ 0 h 131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92400" h="1314450">
                <a:moveTo>
                  <a:pt x="0" y="1308100"/>
                </a:moveTo>
                <a:lnTo>
                  <a:pt x="2533650" y="1314450"/>
                </a:lnTo>
                <a:lnTo>
                  <a:pt x="2692400" y="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535F40D7-792C-11A5-4EA4-F0AB05208A53}"/>
              </a:ext>
            </a:extLst>
          </p:cNvPr>
          <p:cNvSpPr/>
          <p:nvPr/>
        </p:nvSpPr>
        <p:spPr>
          <a:xfrm>
            <a:off x="5321300" y="5276850"/>
            <a:ext cx="2641600" cy="1066800"/>
          </a:xfrm>
          <a:custGeom>
            <a:avLst/>
            <a:gdLst>
              <a:gd name="csX0" fmla="*/ 2641600 w 2641600"/>
              <a:gd name="csY0" fmla="*/ 0 h 1066800"/>
              <a:gd name="csX1" fmla="*/ 1327150 w 2641600"/>
              <a:gd name="csY1" fmla="*/ 0 h 1066800"/>
              <a:gd name="csX2" fmla="*/ 1333500 w 2641600"/>
              <a:gd name="csY2" fmla="*/ 1066800 h 1066800"/>
              <a:gd name="csX3" fmla="*/ 0 w 2641600"/>
              <a:gd name="csY3" fmla="*/ 1066800 h 106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41600" h="1066800">
                <a:moveTo>
                  <a:pt x="2641600" y="0"/>
                </a:moveTo>
                <a:lnTo>
                  <a:pt x="1327150" y="0"/>
                </a:lnTo>
                <a:cubicBezTo>
                  <a:pt x="1329267" y="355600"/>
                  <a:pt x="1331383" y="711200"/>
                  <a:pt x="1333500" y="1066800"/>
                </a:cubicBezTo>
                <a:lnTo>
                  <a:pt x="0" y="1066800"/>
                </a:lnTo>
              </a:path>
            </a:pathLst>
          </a:cu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AA4070E3-E118-161A-223A-0EF6A22D1AF4}"/>
              </a:ext>
            </a:extLst>
          </p:cNvPr>
          <p:cNvSpPr/>
          <p:nvPr/>
        </p:nvSpPr>
        <p:spPr>
          <a:xfrm>
            <a:off x="5019674" y="4856888"/>
            <a:ext cx="606425" cy="162788"/>
          </a:xfrm>
          <a:custGeom>
            <a:avLst/>
            <a:gdLst>
              <a:gd name="csX0" fmla="*/ 0 w 609600"/>
              <a:gd name="csY0" fmla="*/ 190500 h 190500"/>
              <a:gd name="csX1" fmla="*/ 3175 w 609600"/>
              <a:gd name="csY1" fmla="*/ 0 h 190500"/>
              <a:gd name="csX2" fmla="*/ 609600 w 609600"/>
              <a:gd name="csY2" fmla="*/ 31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09600" h="190500">
                <a:moveTo>
                  <a:pt x="0" y="190500"/>
                </a:moveTo>
                <a:cubicBezTo>
                  <a:pt x="1058" y="127000"/>
                  <a:pt x="2117" y="63500"/>
                  <a:pt x="3175" y="0"/>
                </a:cubicBezTo>
                <a:lnTo>
                  <a:pt x="609600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0443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FCDE7-7668-845B-D18B-AE54CA24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4627A-6E30-EDD4-2A23-6031975C7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452718"/>
            <a:ext cx="8296646" cy="1400530"/>
          </a:xfrm>
        </p:spPr>
        <p:txBody>
          <a:bodyPr/>
          <a:lstStyle/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Business Layer - Summary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78A08A1-9666-106D-7D72-B0D503266EB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04E358C-6EFD-43D8-BB99-D75479BD6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AF38F6E-1184-0E4C-798C-AEDC5D464C9D}"/>
              </a:ext>
            </a:extLst>
          </p:cNvPr>
          <p:cNvSpPr/>
          <p:nvPr/>
        </p:nvSpPr>
        <p:spPr>
          <a:xfrm>
            <a:off x="596436" y="2249294"/>
            <a:ext cx="2002926" cy="4027680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5AB6A4A-674A-42A0-850E-0EAA90195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723E84-D51A-7FD6-3E99-A42BF4F5EA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0BC6AA7-245A-A0C0-5DC3-33254E5486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A44B53D-0F42-EFE3-B091-AFED1DEC98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5086" y="1337027"/>
            <a:ext cx="5274397" cy="50682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596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389D-0EB8-6272-EFDE-9C4361EA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8A7935-4DA6-2B57-0051-F81D3DA54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FDF372-3401-D3AE-BB9B-E5CA910A61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27F28B-4536-41FB-85E3-2C77B7554F34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</p:spTree>
    <p:extLst>
      <p:ext uri="{BB962C8B-B14F-4D97-AF65-F5344CB8AC3E}">
        <p14:creationId xmlns:p14="http://schemas.microsoft.com/office/powerpoint/2010/main" val="1447555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E7B9-C028-B076-0981-EA506BE52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91040-574F-42D7-3AFD-54B9895CC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148499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6237B52-52E0-38A3-4A47-21AF7B6974A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447924-C319-858A-F4BF-4B672A3977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C231CCE-F251-2D7A-0EBD-31E8C07361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5F763DD-10F3-A7D0-F298-038E6EF5CD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12D7E85-3188-DDAB-7469-E908AA31C3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7DAC325-F2B9-EEF6-59CC-BF8BA1E0EBFD}"/>
              </a:ext>
            </a:extLst>
          </p:cNvPr>
          <p:cNvSpPr/>
          <p:nvPr/>
        </p:nvSpPr>
        <p:spPr>
          <a:xfrm>
            <a:off x="611241" y="2249294"/>
            <a:ext cx="3943446" cy="161816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5E9BA71-B18C-34EF-831D-BDA981862B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168" y="3253778"/>
            <a:ext cx="3400900" cy="15051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8696920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D7713-75CB-EE68-3221-7F0A0EDC2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27C307-12C7-F30E-873B-EE8BF8933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1E6EE12-C11A-52BA-36AA-26ECD3E683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82A1F57A-A118-CA1D-3622-F3406228ACD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A298FB1-9276-8A81-E12F-1B07E8A8707D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53EA546-4557-6083-E123-4A111E7C7F8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A69872C9-6D79-8A84-F340-103D0979CD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35C22E-FD42-84AF-D8E8-B8209A22B08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03F8B20-3D28-2135-A991-C772DCE81891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11131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9E9-3C32-E465-B9AC-D1A183BA5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659E2-60BA-544D-73D4-17FB68BD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77691F4-7508-D50E-AA40-BB2D12762C5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C195BC-2686-88FA-2C1E-41FF23DEFD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23E8055-44A6-C5DA-172D-CF82DE374A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6CC7D1C-1D8D-0A77-34BF-E4A151F58A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674C178-325A-F94D-A6B8-D12555CEFA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4B3694-4ABD-E059-93FF-6B5580580772}"/>
              </a:ext>
            </a:extLst>
          </p:cNvPr>
          <p:cNvSpPr/>
          <p:nvPr/>
        </p:nvSpPr>
        <p:spPr>
          <a:xfrm>
            <a:off x="611241" y="2198670"/>
            <a:ext cx="3943446" cy="1668792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6B526-352E-E9AE-80E0-284B93BE14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726" y="2541081"/>
            <a:ext cx="5927059" cy="3356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06784926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E281A-68B4-4073-4372-21F51CF95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E45C5442-D883-7B23-6A0D-97EF2DE99E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D571D2FE-A3D4-E3F2-A35B-0855E8F992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6BC06715-4A1D-FF11-3D3C-BF0CD94ACAAA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55BFE4-EB9D-06FE-B8C9-239BD18B092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3A9E37-0CE9-21AD-67F5-BC62D300EAF6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B006B0C-9FFA-6DBC-5A39-5C29F1875556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0F22F9D-31D5-4C55-76BC-8E1E8E318A8D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3E67F4-E686-B246-270A-32C8E507D89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245935-F6A9-67BC-699A-FEFE979FBCF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CE6E8A-F951-D782-5B02-2B28DDF28BF6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C5547A-1C55-3D6E-464C-B735DB9E3A22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1AB874F-DF4D-C18B-E9D2-6A55BFF12866}"/>
              </a:ext>
            </a:extLst>
          </p:cNvPr>
          <p:cNvSpPr/>
          <p:nvPr/>
        </p:nvSpPr>
        <p:spPr>
          <a:xfrm>
            <a:off x="5392692" y="5595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68841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3CB5A-BB91-6445-CF77-D365D2B7A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CBF290-3A37-005F-779D-4177AC9FD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2BA8D67-1172-BF17-2EB6-26048D574F1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858B2C-0C37-2B63-691E-74AAA8DE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F368E8-2289-1F9F-B9D9-9B0190729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D66A71-3036-3B7F-373B-D20B7D82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262A87-63FD-1B78-C3EC-F4E5A083D3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AA79A4C-33AC-3270-8BE2-BE8C465EB897}"/>
              </a:ext>
            </a:extLst>
          </p:cNvPr>
          <p:cNvSpPr/>
          <p:nvPr/>
        </p:nvSpPr>
        <p:spPr>
          <a:xfrm>
            <a:off x="2619909" y="2002718"/>
            <a:ext cx="3393707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848300-CC4E-C38A-669A-4DCC989DAC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38" y="3222918"/>
            <a:ext cx="4293366" cy="29004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359046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BD935-03ED-B250-9D9A-64D503079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1B25221-98D5-E8CD-8F8A-50D5A0A78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99516871-3D40-2473-832C-8FF418C3A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5D1B9C6-DCE5-EF36-4DED-D2672D5C32D9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C138D8-3EF5-33FF-03C3-15A07968CB7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971DDBE-B62D-4FC0-84D4-EC8CB616146D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B3C1AA5-4AB3-497C-1CDF-0A1D6533480A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2A99AB8-B764-A736-91C3-CBC6ACCBEB9B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D11CE1-F4B6-278F-CD65-FBF5DFD43909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88C43AF2-2634-FDA3-93F7-128273CEB7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9C4EEAF-5C33-F2C2-9066-A8FE34810F1C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509FCA5-32F8-1083-BE5C-0E8000A66B1B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D996E-1D7C-D575-0D84-99B01F8833B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262163-FDF8-A75B-1A55-6CDBAB98114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C413CA-812B-8BF0-AB64-A6B48AE35A3A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100DEF-364F-2547-9A48-20CEFBAA4F52}"/>
              </a:ext>
            </a:extLst>
          </p:cNvPr>
          <p:cNvSpPr/>
          <p:nvPr/>
        </p:nvSpPr>
        <p:spPr>
          <a:xfrm>
            <a:off x="5400675" y="58912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4876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65A-DB99-5934-A815-C058941C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EAC98-88BA-133B-A585-E8052DFE3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9BF96-6A04-5173-E672-CC1BC491506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E1F864-742B-0400-ECA5-0503376861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72055C-C97C-A205-BB46-725C06DDD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4A2F7C2-77C8-F370-A664-AADEE9F9C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88EEAD-E037-9659-B713-75A103DCE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97990EB-6460-62AE-8075-3F63E8001C0B}"/>
              </a:ext>
            </a:extLst>
          </p:cNvPr>
          <p:cNvSpPr/>
          <p:nvPr/>
        </p:nvSpPr>
        <p:spPr>
          <a:xfrm>
            <a:off x="2619910" y="2398764"/>
            <a:ext cx="1880172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5CE3B7E-1A0D-8C05-014D-9B2FDAC290CA}"/>
              </a:ext>
            </a:extLst>
          </p:cNvPr>
          <p:cNvSpPr/>
          <p:nvPr/>
        </p:nvSpPr>
        <p:spPr>
          <a:xfrm>
            <a:off x="5989834" y="2224103"/>
            <a:ext cx="1986338" cy="1412948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39D48D-E7D2-8921-ED6A-86F953FDAC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258" y="3707013"/>
            <a:ext cx="5622901" cy="27460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3134239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75AB0-012F-F2E5-D6D6-284F24E75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2472201C-94EA-4BA6-7690-B1F8FDC02D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FC5F2E5-2805-4006-DF44-E2F3B7A1CD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37D06AF-08FC-FD01-9CD7-3D35D9189D7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F1A815A-7FFB-8CCD-ADCC-F0EACA637984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82179B2-FAB4-86B2-3A54-D12C48008977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258A77E-BBE8-B003-E473-FF7C7189C73E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4D5419D-E6BA-FC6D-AAA1-7A7F3D5E521A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4E9A42-A30B-C19E-448A-B0BEA3C98F8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14D32E-D0BB-35D0-40B2-FAF1EE2A4E52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F17E6F-A961-A56A-AB13-FC67BF533EE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2EDA0D5A-E1BD-E9CF-927A-6636A15062D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40C6D70-4664-CFD8-A603-03CFD421F995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5D004D-2E7E-C347-5CDE-ACE517788FB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4CF422-BD19-924B-E69C-B91049278EF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2E3043-4B16-119C-F1BA-969E35B0326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D802546-B694-CF53-92DD-A265F701047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D2AB1C1-2BF0-DD41-78DE-7E590CEBDC34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6C1740F-2D68-67A1-8062-1411301C59A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8F9992-CD3C-AA64-1BB4-43013089AE87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2F1E2D-8ABE-4202-6AD6-83964582A9F2}"/>
              </a:ext>
            </a:extLst>
          </p:cNvPr>
          <p:cNvSpPr/>
          <p:nvPr/>
        </p:nvSpPr>
        <p:spPr>
          <a:xfrm>
            <a:off x="6757514" y="582694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59508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645B6-BA4E-CD7F-255F-402BDE07D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66B6-3452-EE79-C8C4-0A7E6548BF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C7DF2F2-C40D-53ED-6FF7-7B16F45D317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9E41B4-A756-2D5F-CE3B-54C7D44DD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2DCFB8-F357-65B1-DAF7-DCDDEC88C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51B8EA-1CEE-59E0-4CE4-DF1DC54FC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BF6FA49-7221-B103-D380-1C8A14AA8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DA9DDA-9F0C-C510-0CE7-73B673ECFFC7}"/>
              </a:ext>
            </a:extLst>
          </p:cNvPr>
          <p:cNvSpPr/>
          <p:nvPr/>
        </p:nvSpPr>
        <p:spPr>
          <a:xfrm>
            <a:off x="519976" y="2002718"/>
            <a:ext cx="7452770" cy="180899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9615F9-06BD-F88C-FF7C-06C834A647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4193" y="3811712"/>
            <a:ext cx="6956468" cy="26301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8690681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D871-0408-A759-1D6D-D5018B4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89C3175-8CDF-0807-484B-1DE409375B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BEBC7F0-A7C6-681F-7F38-4F58D5CEC3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BA2CD7-93A5-707F-40AE-590B860A8FA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0C5175A-D5D4-3FAB-14FA-A55121CEF44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D496F53-1B0D-B515-F5AC-A15662B6BD51}"/>
              </a:ext>
            </a:extLst>
          </p:cNvPr>
          <p:cNvCxnSpPr/>
          <p:nvPr/>
        </p:nvCxnSpPr>
        <p:spPr>
          <a:xfrm>
            <a:off x="3528060" y="762000"/>
            <a:ext cx="502920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705C29B-0C91-1D7F-248C-9D406E60B38D}"/>
              </a:ext>
            </a:extLst>
          </p:cNvPr>
          <p:cNvSpPr/>
          <p:nvPr/>
        </p:nvSpPr>
        <p:spPr>
          <a:xfrm>
            <a:off x="5334000" y="414338"/>
            <a:ext cx="266700" cy="157162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6A2C0F4-BEF5-0200-4C4E-4BA39BE12A85}"/>
              </a:ext>
            </a:extLst>
          </p:cNvPr>
          <p:cNvSpPr/>
          <p:nvPr/>
        </p:nvSpPr>
        <p:spPr>
          <a:xfrm>
            <a:off x="4772025" y="757238"/>
            <a:ext cx="628650" cy="0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DCE6E32-717C-9C9A-A0AC-2AEB6DDD6472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5D22E7E-5819-08C2-A146-A155941360E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1B85D6D-FC04-06E3-E71F-1302B8AF321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DF9569FC-5ABA-DB2F-2A2E-5B998AB173D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F8DF8B5-8D3C-69D1-CB85-77895A4372D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9E9B7357-344D-142C-DD65-56E2B78BC12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B1316DE-360D-0FDF-EC47-5243FF5B7915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240405D-BF3F-F279-2B68-D819EBA49EE0}"/>
              </a:ext>
            </a:extLst>
          </p:cNvPr>
          <p:cNvSpPr/>
          <p:nvPr/>
        </p:nvSpPr>
        <p:spPr>
          <a:xfrm>
            <a:off x="5467350" y="428625"/>
            <a:ext cx="841375" cy="685800"/>
          </a:xfrm>
          <a:custGeom>
            <a:avLst/>
            <a:gdLst>
              <a:gd name="csX0" fmla="*/ 841375 w 841375"/>
              <a:gd name="csY0" fmla="*/ 0 h 685800"/>
              <a:gd name="csX1" fmla="*/ 841375 w 841375"/>
              <a:gd name="csY1" fmla="*/ 0 h 685800"/>
              <a:gd name="csX2" fmla="*/ 838200 w 841375"/>
              <a:gd name="csY2" fmla="*/ 685800 h 685800"/>
              <a:gd name="csX3" fmla="*/ 0 w 841375"/>
              <a:gd name="csY3" fmla="*/ 679450 h 685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841375" h="685800">
                <a:moveTo>
                  <a:pt x="841375" y="0"/>
                </a:moveTo>
                <a:lnTo>
                  <a:pt x="841375" y="0"/>
                </a:lnTo>
                <a:cubicBezTo>
                  <a:pt x="840317" y="228600"/>
                  <a:pt x="839258" y="457200"/>
                  <a:pt x="838200" y="685800"/>
                </a:cubicBezTo>
                <a:lnTo>
                  <a:pt x="0" y="679450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6B78E0-268D-363C-2919-4B24C2F32F9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39218BC-74D9-96DC-A301-ADB98D80233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E2DBE5C-14A6-F482-EE5D-4989FA89CA1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72E97F-CFA1-FB9F-6926-44A2D7FF85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8FC9F3F-6115-F6AB-AB44-8F5BCB302DB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E62EE9-BEF4-5B46-3A95-B5F7DF4041C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5C03C8-F296-58F0-9DE3-FD8B58F7BB8D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87BAA-0268-1BB1-21F5-5566DD9E36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70A33-3311-C29B-0614-97F2EC218E6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A0600E-F63B-E911-F3F2-A224813C55C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FA66F7-43E2-6596-E233-685CB4BB384B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61657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0C1DD5-2A7C-8604-57F2-6B6D09F9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ADDED-5A06-4080-3A91-274D1AD3E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65597E3-BEDF-7D5A-CEE6-EDA839C6FC7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039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329A73-EF9A-A193-665D-5A744C9CAC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9BCE43-F62C-C45C-7EE9-3A0E71A9CD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2A42329-652F-E334-01D2-D434964795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65E63E5-1679-31E7-06E2-DF937CBE4A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AC349D-B7D1-44A8-350B-B4BEBA746EF4}"/>
              </a:ext>
            </a:extLst>
          </p:cNvPr>
          <p:cNvSpPr/>
          <p:nvPr/>
        </p:nvSpPr>
        <p:spPr>
          <a:xfrm>
            <a:off x="2599362" y="2398763"/>
            <a:ext cx="1910993" cy="1464319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8BFD02-221B-409D-DFDD-3FFFA15CA8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47283" y="2605960"/>
            <a:ext cx="5785332" cy="36815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53005974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9980-2F3D-84E0-EEA0-25DA43AB9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2257301-3569-B9AE-FB01-33C4CA7887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0E6EBCC-7E1F-AE62-A702-42A340967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99E954D-DA2D-5AD3-CA23-E5AA543E7F5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6FBACC8-91AF-4C1E-4C2A-BE5DEDC719D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6F251D0-E376-C2C5-6259-3289F040361A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38E93A6-9703-18F4-3ACA-18B757FE2712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15CBF090-A774-8EC1-3552-CF799BA7522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373301A-72D0-5FD0-367B-D8D9E025F1C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E194768-AB44-8CCB-C952-0545250CB6B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29E3EFD-0ACB-F9D0-6486-F895881501BC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E47F758-0B14-B08E-F4B6-1E532851CEE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EAEEAED-F033-F6F3-BC5F-53A1845BF9A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65D463C-414A-4D96-A2E3-3DEE4EAE8B4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B5125DE-261E-3866-F2A1-69C5A30CCDD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4F66E1E-DD31-844F-CBD5-4EE4E81F2E78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7D9D107-0CA0-2F38-8EE2-45939E7EF70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0DBBAF-AB7E-FD2E-627C-E7DFF16D64A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7977F5C-4FAA-EA02-2883-732FFADA7B6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99A9B89-0464-11C4-42F7-ECBD24C5825F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7696B0-A215-1F97-7BFD-2BE1FFAF7AB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B613D27-8DAE-AFF7-6D3F-0DCD82905941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94A07AC-8925-CAE4-101E-0DA0D41F3B8E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EC5890-85A7-1F52-86F2-3A86276184A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761D7-1748-0D47-236B-FCEC90BA5A6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6AA11D-3AA6-6D75-B53F-E6AC178A1C1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C8596C5-DE28-C1B8-D90B-54D84A44659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241365B-981D-419C-8872-D54333C97C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A3785AD-DE50-7950-E705-895BE3643EAC}"/>
              </a:ext>
            </a:extLst>
          </p:cNvPr>
          <p:cNvSpPr/>
          <p:nvPr/>
        </p:nvSpPr>
        <p:spPr>
          <a:xfrm>
            <a:off x="4032250" y="56911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776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7177-97AC-23BB-8678-8D9D233AC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C3926-01F1-BE5A-CB54-7058A665C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F453949-C553-57F7-F29C-9D8A27BFA62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956F20-5AA0-CBA2-54F7-B801D85F09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8CDBE8-B574-A89E-FD71-4197DD78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BCEACE4-A8AB-62DF-01E6-1B26F28B48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B6A060D-A8CA-1D9C-3F43-B030D0842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7951B29-C13C-8C9E-3B5D-8B901790E8BE}"/>
              </a:ext>
            </a:extLst>
          </p:cNvPr>
          <p:cNvSpPr/>
          <p:nvPr/>
        </p:nvSpPr>
        <p:spPr>
          <a:xfrm>
            <a:off x="2599362" y="2398763"/>
            <a:ext cx="1910993" cy="270749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E533B-A4EC-0F4C-A388-C7B280AB4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5164" y="3029946"/>
            <a:ext cx="7429755" cy="294273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33973362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5F758-4E46-A511-2E3F-4E10395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E8906EB-6127-C072-68CF-5F30CCA88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6B59D45-5E2C-BDF1-9F78-C146309A27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DCC69B-5F53-511A-C1F6-EE69267DFB3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62EF3A-ECD6-4D42-EB1C-2134D8BF924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E3F2E97-F1A2-1DDE-2AD9-31AA590AA48E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F6F4CD8-26F0-1D63-9E20-3CE2187051A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96F9AA4-01F9-1FB9-367C-EA8E6917896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C7D879F-33FE-C84D-53F1-32B32ADAD2EA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23687ADB-E54A-1E7D-694B-3775C0284D4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F4237B3-5E94-20DD-4618-815406DF0FC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C120BD-EC3D-6659-5DE2-A795AF04127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95D944D-BD96-270C-9C44-4031D40DCE6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A770165-AE99-7CFB-D347-11921842D87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DFC30F6-30D9-6FCA-0305-7A0A57AF677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92ED17C7-2376-C25E-07CE-1BB0F81F9C9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2A1B736-4B99-9D5A-43A3-89AFA78624BA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F1783A32-F89D-6CA5-92F4-F78D142DDFE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F1B0F59-6076-6396-AEC2-0FAA7FA89BB2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6B0F015-281C-AD1A-C7D3-7E451D6D8FE4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209D71A-AF65-E56D-F162-64C63D51F32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F5B35F-6B16-2E26-3AE5-209986DE9B80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ADAC99-8DE0-4775-4D59-999F12BC760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B3911D-7CF5-F6DB-41FC-3F435359DC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073E0E6-1060-540D-FB2F-8118D2CDAE5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B9815D3-E256-EE49-06ED-E3569D5B89A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383389-6583-F6C2-01F6-653DB9CA181F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C0E670D-1BDF-9EF6-7EB4-F4242635E3F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C7B5B53-85D8-972E-FB12-05E4D02488C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0F8CB8-9F9D-12C5-B053-A9ADDEE470D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23E67B2-143D-5502-E614-BBF354056B8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8BC6B0C-4AB4-1686-237F-B787B6831331}"/>
              </a:ext>
            </a:extLst>
          </p:cNvPr>
          <p:cNvSpPr/>
          <p:nvPr/>
        </p:nvSpPr>
        <p:spPr>
          <a:xfrm>
            <a:off x="6702899" y="2057400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E33516F-E0FA-3279-8A53-DB861DB9A5D8}"/>
              </a:ext>
            </a:extLst>
          </p:cNvPr>
          <p:cNvSpPr/>
          <p:nvPr/>
        </p:nvSpPr>
        <p:spPr>
          <a:xfrm>
            <a:off x="7816453" y="205739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8054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79BCF-842C-8CCA-873A-254E884B4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FE64A-F1F0-2FFC-05B0-B017B4045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6C13870-79F0-4DB6-95E5-3756860F7E2D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3AFE87-8568-D987-EF9B-8F7A7A52E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53ACE-9C0A-A029-C8EF-CE8516964D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0FC8C3A-27FE-FAAA-9AB9-DD9039A75D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274395B-E1E0-36D2-F72B-E807698F52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9FEEC82-7397-55B8-937E-3399282E47B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18B952F-1209-CF65-BAB5-8F8012B1FC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0009" y="2482932"/>
            <a:ext cx="5115639" cy="34104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713914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2DD18-448E-7E85-2BB7-EF12FE0D1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111965E-4C3B-2444-0972-AF2F2473C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FE392CF8-D9F8-8DDA-1803-F8F284663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B202633-BAB2-C77F-61B0-59ECBEAC694E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8217B61-7BA4-8F66-0E18-4C39DBBAC055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1AA8BD-C11C-ECA9-9D4C-E570173F81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E5CBA08-D5AD-9D84-FC10-B3FCC35E35A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B2A1EE-7BE9-55BF-2702-13EEB55085F0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A2ADAA5-409B-21B4-1125-3E4C041E165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D987942-B3B2-DF47-758C-C6220131A7D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1EC8CC1F-39E0-FEA7-50FE-56BDBCB6AC3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7BC36FAE-9E84-E05C-2305-33207DFDB9C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0621AB7-5D9F-1F63-B000-05811D9702FC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E4BF509-9594-03DB-4732-5C6B3FCF936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1A0D346-1BE0-C1F0-8166-3313A8A7395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C534F18-EE03-8D60-CD6A-3CBA4E74F86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83FBF40-0DD9-131B-7131-941E12CB664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F23941B-AB75-E230-0D6C-8B0544D2E1A9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65B42A2F-8AF9-F665-97A0-ED88885A391A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710C391-44CA-B1FF-DF33-498E9BDF4C6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6CB8B1EF-4899-5239-590E-A7856C4D23D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679D55A-A301-CC33-2A92-91C761FB98AA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0D38BF-F96A-CCAE-7203-5BC0BB278F8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0E7324C-5672-BD35-BFE7-F8B0D6E845C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F1B2E3C-88E2-4298-8881-56D990701CC2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9DCA60-F6B5-AA71-EAF2-F65873C08D2A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EC417D6-8F7A-6DE8-A424-F5EC58D52B8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F82FE1-528B-F7C0-0D08-125CE969E44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892E9AA-7F0A-AB88-6DF9-33A9B2D6FB8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EDED88-312F-A658-21D8-00430BAA3E69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51CCF70-A9F6-8D66-4FC0-E42E032EDFA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9B0CCBA-B7E7-88B7-3A15-3EF1AE68B1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9A21A5-2D4E-507E-CFD3-CF8468FFAF38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B31049-F78E-6172-683D-E7393F403A52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4FC610-68B2-FA9C-C8CF-E16012DD3375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CCB2EF1-2CA5-942E-940A-DBA3A5D05D4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FDE313-8F0D-469B-5E8C-EE9A7FEAD173}"/>
              </a:ext>
            </a:extLst>
          </p:cNvPr>
          <p:cNvSpPr/>
          <p:nvPr/>
        </p:nvSpPr>
        <p:spPr>
          <a:xfrm>
            <a:off x="8262938" y="103751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713487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801DD-510C-DFE1-E6EB-1F0D27F07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32CC7-5C4D-B46C-B302-0EAFBD470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- 09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6367E4-BF17-DC08-A75D-3AA1023F54E3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2F28C-AB95-E9BB-2B40-6B39D457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608318E-D7DB-A36F-EE7B-1E45F53A4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C1E84C-F00A-BBC6-7B2E-DBD552388D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E01117E-3AD7-C992-FFB2-37F558819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8919AD3-E0D4-466A-AC48-8ED8258BA452}"/>
              </a:ext>
            </a:extLst>
          </p:cNvPr>
          <p:cNvSpPr/>
          <p:nvPr/>
        </p:nvSpPr>
        <p:spPr>
          <a:xfrm>
            <a:off x="611241" y="3544585"/>
            <a:ext cx="3960759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C03DA0-1B71-3B03-8BB6-6D00364C98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15503"/>
            <a:ext cx="7189766" cy="22654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26832831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A4B26-2206-4623-32EB-3B1F13DC9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B932365-521C-7180-2DA4-D3F0A3209D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24794F6-269F-A5FE-ECAE-09D255E23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AB73B521-B05E-11BA-446D-8495D6D4EE7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9A83A51-BB98-E341-9C85-AC37409A472E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4B17693-32BB-32C9-E434-2E2E31DCCE32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8BD41CD8-C251-91D1-E6CB-24AE5FFF6E50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6DC12926-CD42-E07E-530A-FDF63C84227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40B5676-5210-5AEB-95B5-53195698B5F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0D2BCE9-DC93-AC5D-D71D-4228DC5016F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8C4E75C-CFC3-CDDF-76D9-D6900F5ED02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31CA485-A490-FE2D-2BDC-DAFE556F4A60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08851C1-7FEB-2E62-3481-DFBFB9773711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C045B59-359D-0F73-7998-4D7BECAE74BB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72DF4665-0B6C-7D40-7F7E-AFFFBB3FE87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1618A84-CB89-5B30-49F5-584EB2C7A3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DC7EEA1-CBF9-FB72-D9C8-A2072672658C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49F2619-2D1E-1FE8-74BF-B49CA08E2DD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BA3BB5A-D24F-D361-0BC8-2F3D56C2218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CB028A1-EFAF-65EF-0796-E0A49D7382DE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41578CCC-B5EC-858A-F968-CD245BB02C8D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1F497B8-B9F9-D167-9FD2-34569A32D52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D48F3-A304-852E-B1F3-D2988259DBD2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451ED24-4732-66E9-C07B-6A3FE8E3720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7B43C63-E17C-4862-DED5-FCBF4E222752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BA14A6-FF2D-EA25-83BE-844EA017030A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933D7B5-D111-4536-E792-0D3E41689A0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D58C5C5-C3AD-6F14-C2CE-B33F846A587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15CF614-3427-44FD-9C84-4DC5AA7C3AD3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A157DF-BBB3-0535-5A43-211D11C8CD8B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9574976-B191-FFA2-E78A-333C71410154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2BBBF6-F1F3-55AB-CC66-3A6B742A6008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51C7AD6-5CAD-9D5B-F796-DC255D826368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CE85E26-45C9-FFF1-B193-76655C4CE82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568CE2-EF2A-2B48-6551-2ACF325A8656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0384D93-F5B8-02FD-695A-67E609A77633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702379-CFE9-9FC8-6BCD-CB1E9E45C1E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08E07D4-7065-65BD-1BD0-DA2AD96269D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7C5A25B-1EB6-8E97-750A-DD9A9233F0C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99B7079-B015-1197-830C-41625F75BA8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F112D71-86D5-52A9-1DE6-62A2635F89D0}"/>
              </a:ext>
            </a:extLst>
          </p:cNvPr>
          <p:cNvSpPr/>
          <p:nvPr/>
        </p:nvSpPr>
        <p:spPr>
          <a:xfrm>
            <a:off x="4959670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309337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2CA32-9D5A-EB3E-1AA1-9B5017A4A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2928D-DB35-0190-3662-89A1EAD43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AF0C096-309A-8759-3D91-0395996D09F4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8FCBBD-AEF1-4A3C-917A-D96BB0E34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6C281A4-7EE7-120F-1AF7-78B295227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443577-0413-A826-CEFD-74F69F117B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D0CA948-BB97-B7B9-0A4F-E2E72E9CF7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6E5F6CC-9262-86A7-F584-F9A215DDC23E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372FB2-1083-9251-233E-B8D4FFC8F2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1384" y="2138242"/>
            <a:ext cx="6854978" cy="3905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2857500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CAE2D-5FEE-A0F4-F202-F49AB098C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736F0B56-7481-AFAE-621B-47AC8B313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447EA01-F8DC-1B3A-196D-67B52307BD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96AB754-59CF-F2E4-2155-C11877403A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E11A43-05CA-AA92-5CDC-72C1F8C7EA38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E92394F-CE1D-AD4F-E534-326C4CBE3FB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FDADF5B-6FF3-38E1-C80C-357E305E8FA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466A7DF2-2D1C-1D4A-6A87-290CB8FE654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DEDB885E-53F6-3267-CC5D-140072E23B58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E221438-A128-D2F1-9495-1837192D775D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6E56EE96-B4FC-EBA2-1E6A-FA38F897EF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C7B9B17-155C-9083-6B8E-8DE8BA32D937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B88399-0A4A-922B-ABC8-FE7B6178BBE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3C90F1B-7141-B6CD-1116-ABA88325CDE1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CFCA3A0-F0C8-D510-D235-CAEDDF768F02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E9043F1-3A6E-F004-2BBF-8C62DF932B2A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D5BB2CB-EC24-9A60-2F5C-AB1A52333F6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DD3ACCEA-7482-FAD2-6CCA-ED1DB4F53A70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9F370CB-DC88-710D-9A1B-B322A0C4EC6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9DF66A0-3571-6870-33F1-02FBD6A5A2ED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C496FA4-F03C-79B7-DF7A-CA8CF267C15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072F1D-3493-8E71-A7FE-D289F327E071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2A392DF-22A7-9598-B76D-B87BCEA68A31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B5FAF7B-FE35-BB94-E2D6-8D72FB29F328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29078F8-92F3-891F-8D40-FC0F002B71D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08C8DF-AB41-C170-C252-57DB028537B3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25946B3-2911-F3E2-3B99-7C0EF71CD5D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F3432D-1BF6-7CED-AAF9-55D735FEED49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AAD8CEE-9566-F749-7A38-A200A16D93B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4AC16ED-55D2-5FF9-0EAB-B89AE45DE725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9050329-B1EB-0C67-99B5-FAADF2D0CD1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4176C48-E90B-2AB0-8046-682E9AD1B49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00EF983-47F6-9B4D-E638-F7BA814183CC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D97845-202E-E932-87FB-D765D8DE30A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A2C94C6-8368-725F-3527-303B5082C8E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A366B2-2C08-06A6-F320-ADDA97FE0C4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125996-99CB-F666-00A1-6158F0187B6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D2A9E59-F13B-7309-C6EA-95E6141F2651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68365F-B43B-DFFF-715D-99A49F4656E7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9292EB-174F-56B5-41BC-28E70EA7A76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FB93BAF-3B48-E738-2464-38714F96768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F61D5F9-9AF9-768E-57B5-C06E6A8D91E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EB741E6-57C6-098F-4AC0-CC4A076BAEB2}"/>
              </a:ext>
            </a:extLst>
          </p:cNvPr>
          <p:cNvSpPr/>
          <p:nvPr/>
        </p:nvSpPr>
        <p:spPr>
          <a:xfrm>
            <a:off x="4964112" y="1844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7097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7E6B7-139B-91FB-2A45-3196A5D31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DA617-DFBD-84E8-EB85-E6162123B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B174850-05AA-32DF-2D22-B79308832DE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C70E64-FF0B-0A90-9C2B-11549B78F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2581474-507B-6339-C8AE-B7DBA76825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19A1987-D33D-7949-72A8-6B1FB69854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C37A28D-9084-0996-7A5A-8C7BAEE77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19212A-094E-D4F2-B279-B78EEC40BDDB}"/>
              </a:ext>
            </a:extLst>
          </p:cNvPr>
          <p:cNvSpPr/>
          <p:nvPr/>
        </p:nvSpPr>
        <p:spPr>
          <a:xfrm>
            <a:off x="2529584" y="3544585"/>
            <a:ext cx="2042416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62779B-5013-04FA-83F1-B49B88B754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1143" y="1456609"/>
            <a:ext cx="6003903" cy="50664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56738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4BC55-4F6A-FD1A-0341-A618EB8F9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B57FB4DF-E5F0-BAED-2A71-753050DC31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C9DDDA4A-4C22-EA61-5DFE-D3F012C921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BE26FFF-33C0-DC1D-8872-7E7B1DA395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467B05B-849B-7827-05D7-25C8A0A7493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F7892F6-1FBD-DEC5-E928-0F7687DB35D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A7E0EF5-40E8-70CC-EAE3-9F034EC7EFB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0AA087E-066F-706A-0E64-CFD2A500F03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5683622-5BD0-80B7-B4DB-637CE1875A7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45E6360-83BF-C02C-5BF5-8741752B5BE4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DA0E757-0383-5710-57E1-BC72E0596D8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399E813-A387-1293-FD49-163A9A6AE38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0580496-9E8D-9265-7D17-525127332FB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49C6C11-388C-8D18-DB9E-38B89F37424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146CCC1-C25D-90DB-3697-3D12BD35A0BC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0FDD34FE-45A4-0CD0-E827-6C2FB04343DB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5684DE98-0C3A-2366-BFB1-C19DE8EEBDC2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5913BBF-5049-3755-A208-3F6D9C50927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796DB9C-1454-0179-161A-F8AA588F89F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5330803-AC16-7D5F-F717-102ED7B83F2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4DEEDE0-218F-0329-CE88-64E0605F48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82B85AB-F9CE-999B-A67E-F1AB00510F00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B079085-A0ED-EC66-6A03-F81A8A49796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C5F685D-AE13-746F-95DF-2C483EDC3B4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1812AB7B-40A0-9293-07C7-0C30B33EB4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9468509-95B9-B33E-3613-E70B3AC98B7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630CDC8-FE9B-CA6C-1CB0-1571D1B50D8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407F928-165A-4DBA-2674-B324C2B5482D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CB0420A-3014-906D-0EFF-B9C2E96B0316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2DD94F-09A2-C6E1-1AAE-68F6D1C2E6C0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FB793A4-A2D3-6D25-3D48-FA6E8B79B35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00B6D98-47A9-57CF-8E0C-3517287D0358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B7C3EC-56CD-7255-1F41-19DC7CC505B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BC5E7D5-FFDC-02B2-E187-AF7198A6219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82F5D1A-0C57-CA78-875F-B5E60E049B8A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E0C3276-CBE2-674F-1517-AB250BD19FB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5D9DCFD-4603-62FA-0543-E065CF9F7BC1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9AFBBF-B84B-2C20-1D9E-57487DFBBC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1F31AE1-6BF8-EFD4-3428-2E3994AFC03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4DC7897-7315-DF9C-8FDD-07660BAEF06B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C2FE2CE-E7D4-D88A-34A8-665398F5539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CBF125E-D6E4-EBE2-6173-008D26F20616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DDF72A5-936D-A5AC-ADD8-0A5658A9D6EF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C4257DA-3637-2106-6788-37DC32E729AA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E0591F3C-C44F-6C2E-4742-549B49982336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A4D6B34-E70A-7121-E481-0A494819C7D8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C0D7D6D-0711-D580-A8D0-596B5A0B2720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B6675E9-D6D5-AFD5-272F-A5B77350059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3D0E234-FC1D-B12C-0DAD-03FC4A31A8A0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3D96092-6288-81D3-64E7-1A0EF57A40BE}"/>
              </a:ext>
            </a:extLst>
          </p:cNvPr>
          <p:cNvSpPr/>
          <p:nvPr/>
        </p:nvSpPr>
        <p:spPr>
          <a:xfrm>
            <a:off x="3783806" y="2332098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82495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FE55BB-77A2-A0E4-DA15-489AFC908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298F5-033A-738F-41DB-42C924011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E7FBA1-668A-0846-F881-0EFB13DB4A6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95FCB-F5A2-7C17-47CC-375D37D17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E4F5B0-0BB7-2750-8557-EF228B841A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DA7CE4C-D84C-A0F0-5447-763425F5F8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10F62E8-11C3-62A6-1BAD-7D5F6D3504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3CE018-7B50-D644-AA76-F34739037CEB}"/>
              </a:ext>
            </a:extLst>
          </p:cNvPr>
          <p:cNvSpPr/>
          <p:nvPr/>
        </p:nvSpPr>
        <p:spPr>
          <a:xfrm>
            <a:off x="2545773" y="3544585"/>
            <a:ext cx="2026227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BCA2D5F-9851-101E-69BC-275B6F94BC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2178" y="2812652"/>
            <a:ext cx="6485897" cy="26326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293970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04466-A8F2-62B6-0622-1C776B945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8734406F-9CE0-806B-97A7-44565BCCBF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4D4B073-25BF-BFB8-FBCF-12CEA1A624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D9FF9B1-5837-6C46-3755-82E46D1656FF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2160759-B102-717F-8EF7-335C48AD18C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AD983BE-E212-DB0F-2AB9-108906327F4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0B0B489-E234-769B-AD90-4328A4B22CA1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8E0FB4A7-2136-54B5-DA44-4B60361A62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2C485E0-78EA-4EA6-7F5D-99528C44A62D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4FFE14B-2D13-5D50-D5D2-1F27FCA54C11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05336893-376D-E92E-5406-3B11F531CBD3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85EE23C2-4CDE-B16E-EBF5-688BA0B2C56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DF03C87-5F66-FEC5-A0FA-EA6C8FE14AF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8B3EA19-02B1-188A-926B-E879E15E51B9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2B014D1-249B-3A69-A611-32AE613D33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DEEE79-2576-5E75-7E64-8B62617E129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9605144-B851-3DFA-AF37-F7E972D2542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AA31E69-04DE-FE24-E518-2C7E0C4BB42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DA8465-9999-2587-4F49-67DFE5FE1803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16A73C8-C2C3-0F71-E6D2-973830E1A170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EEC35D7-32FB-87F1-2102-1EB3DE52D00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11FF6DA5-3588-BC61-F09C-09359659153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6F9A7ED4-1E11-04D9-320F-7A5400A2ECC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A56F12B-CBA3-88F3-8FD4-F0908520C4A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8865C77-9EEC-9DA9-6C9B-F17970702A39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7C71F3A-EF8A-74C4-A95B-AFADE9B0ED6C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61A3E15-E85B-5D40-268C-C900ED087AB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87A05B59-E158-DEEC-F3FD-AEE22FA9C9A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30A1885-A4B3-C62A-E4E5-EF706B00A52E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6B400C-422C-4CFA-9C3A-4AB83D0AE28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A3A95E-F689-3199-D0CB-CBE859DA6EEF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54C813F-A00F-CA2A-2FD9-2C31EDA435A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4D55E33-4D0E-D967-168A-217A2D59B98E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07B8EDC-707E-C09C-69E8-48CD7B88CCF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1244579-5B11-240F-8042-D043E11FD1A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4E6F3F6-3178-A714-C4AE-1A8CA6B7EB4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70A74F4-AD9C-F2A1-2AF3-8D822A72BEF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1D6DB9F-B03F-75E4-3DB3-0A95AD46DD3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6D68D70-BA08-EFAF-398F-D3DAC8B407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7D34332-24FE-C3F5-DB6C-626C57AAD5D5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A130D0-43AA-EA6B-05D0-0915367C6768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8C358E9-A462-DCD2-5C8A-AA99BC2DF825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2B4F10-5471-46AD-88F0-E35994770B90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DEE3AB6-5059-F32C-1832-EA038DD54131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9D4A8E6-907D-F693-2D3A-DF36078789A1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9C97D44-67BB-A57E-1612-7925E374460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4699293-5644-0B42-4D24-3532280096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4E801BF-4C91-2D77-DC81-8B73CF40598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2D9C62F-42B4-F273-222A-6A9792D0174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5088D49-C82A-70B2-551F-94AD9E530BBA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9AF6A44-CFBB-9DC9-AB06-857875620862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B1D2278-C6F6-13D5-48A3-08C6A71C7A9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F4FC40-EFC0-7F61-E536-E450C1C8C4E8}"/>
              </a:ext>
            </a:extLst>
          </p:cNvPr>
          <p:cNvSpPr/>
          <p:nvPr/>
        </p:nvSpPr>
        <p:spPr>
          <a:xfrm>
            <a:off x="3773534" y="234273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18AC611-D58F-4650-5DBF-88FF6495449F}"/>
              </a:ext>
            </a:extLst>
          </p:cNvPr>
          <p:cNvSpPr/>
          <p:nvPr/>
        </p:nvSpPr>
        <p:spPr>
          <a:xfrm>
            <a:off x="5829697" y="2580482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262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140A-B29C-24FB-3777-31824B72D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88C28-6B2A-64C1-7314-71D9486199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FB3F2E-52AE-3760-56B5-941637EC849F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18E3E3-F828-C5BE-730D-B7CC50412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1E9C02-85E0-C02F-8A0F-C81759D1B6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516468B-4616-F6D5-15BD-02C265D2AD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C1EE0B8-D714-F58F-D560-D0FD9B7C31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30CF2E-1893-9BF2-8CC3-F483F6FB00B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46D2EFE-F3B4-8CE6-FBC3-24AEB47A0D0A}"/>
              </a:ext>
            </a:extLst>
          </p:cNvPr>
          <p:cNvSpPr/>
          <p:nvPr/>
        </p:nvSpPr>
        <p:spPr>
          <a:xfrm>
            <a:off x="611241" y="4700918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A4A5A4-8B90-5741-6427-BF7A039E9C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13248" y="2489899"/>
            <a:ext cx="6967511" cy="37315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89217319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4BD28-EEA2-3436-35A5-70F287713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492B074F-8C7C-B69E-3E97-B52708957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E25C656-295E-EDB3-AF46-5E3DF2E0F5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706CDD1B-35A2-F0E8-9DC7-C0DB14DDD80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08E8C4A-10DF-8DC9-F7C7-2AB108BF7D80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EA8CCF8-1D57-5C1B-5019-C00C63CC7BB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673AC12-ED57-8960-1F5B-5284C65F91C7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C04A3CCD-A5FA-021E-B75B-FFC144FA30D9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B29535B-D6D9-CC21-B2E2-47F028FC71D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030A08CC-73A9-8EC7-B43A-0B29E89C48A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B9BE408-99B7-D07F-0D7E-55CE4FD0B8A5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C4E5352-8FBC-E9DA-9079-A37A6CAEB719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FBC5783C-7584-C6BA-4189-10CB0A3D038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119FDC3-0A44-615B-2BDE-8434C7B822E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4FC72E5-469F-D929-8CB1-3E31B9E6B1A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924EC10-6272-7EB4-8DFA-097568FA2B25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E47E5AC4-6F86-005E-6577-17DBE8EE85A9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9867AC-0880-C17A-B905-2A7E5180C50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D393043A-D1F3-FB59-DCD7-7C3A2262ABD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F441B67-C0DE-8255-27F8-9577FFC7694A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E2E9F15-E8C1-B311-DC1F-6BAA4DE7D814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7454C77-F7AE-3817-AA8B-1D450998DB46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E089959-4161-11D1-4732-8770F3FDA1A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3E7592C-EDCD-8FAC-79E2-464FA3B28081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EEAED6A-D3D1-57E8-CCEB-DF39001848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E4B459F1-DF6C-666B-5603-DD46B2516CC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CB966FD8-070F-4E21-6C81-73AAD1BCB57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4D8BB4FA-AEFE-6D76-7FFF-505B7F5C9C4B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B4605BE8-E8C0-5FBB-0199-C593334CB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B1A1F32-D812-7771-F391-C9B996069331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CFA7850-4D11-A5C4-2B9B-46AD565ABA2E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B01031-13F5-ABF0-B330-8F99A0D17C0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5869AC6-2FB7-8BA4-BF9F-A7DCB9EF5068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8F9643C-5C9A-0024-B0F7-CEB70DF537E5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EB42873-CA8E-85D5-B96D-FE0A7E94C3E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218FFB-9F56-9093-CC65-C5A850BDD8AD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4D65A08-3275-D670-76C2-6D2075991058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DDC0BF2-70B3-94F8-962C-BD45A3EB7E0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9B39FC6-6A46-AC6A-B74A-045BF64099D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D8CE8F8-FA11-984C-F43C-CC0306685247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E04E8C3-80F1-A1D7-3CB3-AFA8015338F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ED3FE3C-82D9-0474-8100-251F8661DC9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040F20-23A3-144D-8253-1E788C8FFD5B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B968686-AAC1-CBBA-8B9D-37739A1D645D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5025297-3A28-7871-A07E-E7B0A8741CE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20898B68-F8C3-1B29-D22E-378F8D41D88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3C832D3-0A5A-16C4-FE6E-7EF2BDC63EE2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46CE61-B282-F821-2C29-AE137E558C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DD9F474-4471-5549-4FD0-D05B623C7EC3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EAED1D7-B853-9971-ED41-8200BBA8D183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BCC290F-54B6-1108-BFC2-4C6782F8D15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A76C2BB2-3518-3A41-33B3-B48D5F7B5A9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2F3419D-3C7A-84D4-B36C-C3D4F238F6C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AB5CD39-2CF4-1DF0-E3A6-EBC187E8DCDD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D461E49-1890-3781-4E2C-56B538B309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80C7CFE8-741F-52CF-18DA-8B09103E47C4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53124C9-968A-812B-F179-B3706661CD02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449B3D96-6186-BED9-30E8-BFC0096C40A1}"/>
              </a:ext>
            </a:extLst>
          </p:cNvPr>
          <p:cNvCxnSpPr>
            <a:cxnSpLocks/>
            <a:endCxn id="48" idx="0"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E45BB7F-69E7-5EDC-2322-A07BC309345E}"/>
              </a:ext>
            </a:extLst>
          </p:cNvPr>
          <p:cNvCxnSpPr>
            <a:cxnSpLocks/>
            <a:stCxn id="51" idx="3"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5F3B6D70-7567-C02C-00D4-B62FBF75CA7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52591A3-CCE7-354F-29AB-6CB99D4EBC67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198919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4F726-8C00-14F9-9DE0-6B99260354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53A2B-3303-40D1-E74B-779083869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BAD2B2-1291-06BB-0694-73E4D1522FB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97C98F-19C3-DB36-9F6D-91FDEB45BC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A47C8D-51C5-6597-3146-971C6F2715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7AED97-2A1E-5BCD-3DAC-B084749C6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4BEFD-A24B-DD33-0BCE-552C6F15AE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296922-CA1B-83FB-3585-25B01B222301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080846-0CBE-3257-FEA0-DCAB6B86BD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6972" y="2239266"/>
            <a:ext cx="6069662" cy="35964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02225666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60E3F-34CA-3A77-18D8-7B7ECC0D4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B07C3A6-5FDD-8751-CBBD-89AAF04DB2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FB0E6DE-852E-68EA-748B-A1101EB008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D84E742E-01F7-2C8D-091D-789D18B0126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CE99FBB-8BC2-1FC6-E8B2-EBD6A49D760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8FABFB2-EF41-218D-C131-02ABBFB7EF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5A960C1-042C-B8FA-9AFC-E2AB3D88107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301896A-6F97-8333-6B66-4C23371696D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92B21D7-AB07-99FA-433A-DE65D885034F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F87FBF1-FFFB-3D37-3567-92A7F634C08F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0AB7B97-C7FD-4AF5-40F7-5280FC9BD8C1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4BFE4724-4F97-7C9D-DDAE-04C535ECE8A6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0CA9D62-5999-EA5D-0BD7-FFBA610F2B4F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33D101D-2097-0397-9324-2ADD71F62DF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F67F349-DEA4-7CF0-36E7-A6D4B5296BA0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C247102-9513-5C2F-5C9F-580BD903A07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60A5ED-C3C4-8440-E50E-C87E3CA2F9F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6F2996DD-640F-161B-6F63-68E875398F7C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4E8E3E0-764D-BC81-40B8-2926D16562A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C329859E-E565-EDA5-9DB6-A4C15F13C2A1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BA36448-8156-7284-F2B9-E25090E4545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A0E1D2C5-E66A-6189-D432-1C524EF6297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A04B2DF-8EAB-A4AE-84C0-883CA16890DF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9C8BE34-3C48-2458-D41D-B2E0114EF2B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BE711306-63EE-8B49-F51F-521BF04BC01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1A648D2-C3DB-4E68-C4D3-A4094AD121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E5A2E29B-678B-9E45-235E-7FBF850F48D1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633B601-434A-FB03-2463-27172313C294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B61553-55FD-4CE8-2133-97BB1C69BF64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AD82B7A-E02F-F233-B444-CF1FCFC9D893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C318EA-D485-49B4-74F4-2F2C6D16E1C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49EA70A-AD6D-CBB2-CD60-B616C401DC8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1790D9-D7D9-4788-287B-5E82DEDBB8FD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CC2926A-3109-37E0-1BFC-439A643A552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2210AC4-3BAF-F01C-96A2-1AC44EDE6B68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3D70980-E76C-9B1E-47A4-4B301F7192D1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5459989-F519-5F41-F8C1-C179572356D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8280E92-11C3-E34B-EA37-6461A0409F10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9A994BA-720B-87E0-9E29-DD94CC0A8655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44CBBF2-3476-C1E4-0466-49BFB68F52F8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40F243-D0DD-C4E4-22CA-68C7228EF58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5D84281-596D-6DE8-8C1E-D429C4A100E4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603FC41-F11B-6F84-FADC-80459807757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36D2D1-640B-99D4-15B1-E8270393F83B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FA2D0AE-7BF2-4665-9F37-7AB47B026C1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764BED15-0934-E45F-EFC1-5B820EDE4B4C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558252-6E70-40B4-B341-AF5BA06F2C6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D61CA93-F314-98E6-9435-E7DE600A62BA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E6C959F-DD69-ECD2-F357-E569CFF268B1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D05C63A-8DF7-F65D-6B69-B0601E831EDD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60A7426-F867-5C0A-0AFD-1220BC7A2EE3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D21BAE1-5B7D-A8D3-F512-16752D0AF8C3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E39B544-8A6F-DA4D-9FF0-5BB72FADC65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C73A0FA1-F17D-404C-C34B-6D5A831553F8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16BCE8D-CA6B-FED1-F760-E5A612F6EEC6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C3FAED92-E513-7D51-C7B2-095CBE71F778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30E9D4-9654-8341-6745-D2DE84EE3A2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700AC87-546A-A77C-9BB2-A0C8A2827194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C5116AC7-4A4C-A73B-6BFE-57A94776FA1F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95D9B2-99ED-30EF-C86B-6E9FB1C291C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8621C51B-E34B-1647-3B02-030B5DB400B2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FB651B99-7073-E596-B50B-FAA1DE76B4F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F0AD61E-3B91-C82A-4A0A-8515169283A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C6BB3A69-4890-9D2A-9CDE-1056119A08B2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D408E-A1BB-05A2-1E90-3F9D889C2B0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E482C2D-FE94-DDC5-0AE6-57FCB5EB067C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29341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2D9A9-304A-B4A1-5462-145CD626E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0181A-0570-8EF9-87E4-DD8547B01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- 15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DF3EFDF-F619-6394-16BB-F5FD0B4D0CA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44E47-5BD3-9739-7FA3-56C488998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E910C4E-6ACC-451F-A975-661D67101B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BF8DE4-8D41-32E1-EC52-4AEC740E7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EBE445-017D-1C6F-B9D2-0128E4028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3758B98-19EA-509F-8B0B-BBF9C8A86F7D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F8E581-607E-5185-450B-F65F09C0D2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1909" y="2002718"/>
            <a:ext cx="5905826" cy="40172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84719822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17944-4949-A235-DCBE-7AE8852B0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8B65BA5-7CFB-3155-DA70-E2244E4F79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6CDC1D7-6C04-5778-F678-4272E0B8CD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04A5A5B4-B2D7-D91D-6246-0815473340D3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CB9E1EC-C841-A788-99B3-800313EC75CB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07D3AA4-77F0-F878-7F22-41B4C2803E3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30EC66E1-5ED8-D45B-FF0E-7EF7B235FA3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CF1EF61-A7C3-00BD-3C82-52DC80DBB0AB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288E900-E4F3-5B46-B610-1557EDA8B56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642F968-BFD1-6B3B-082C-0729A3338FA3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B6BC3FB9-94F0-3604-568F-9D1126241894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B394B62-2487-C922-2C84-847368A503E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813623A-DBB5-186C-44D2-C711391E556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E612DC8-FF3B-3CBB-FF74-7D4D5B79F32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DC3CCCE7-5930-317E-B097-F3F0A0F4353D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B6022AF-170B-7AC9-22DB-422D8E213B02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2BD0048-81CA-42A0-F2C5-42ECD50BAB7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278146D-21A1-5541-8675-88C8ACDD5EF1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C25681E-1024-F16F-AA9B-4E8FFDBAD17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657EAA39-201A-F6E5-1E89-B1B0896B9F64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003A17D-E07E-475E-7C05-5B0BB2138087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061EF4DB-C7DE-F6B4-6C89-4A9B130B4D7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EB79121-74E0-4C08-E13E-80A17EC87D4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147116F-82C4-85A0-D403-64A8CD13E370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96BBEBA-66BE-A515-546A-F2A5329C9FE8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128B64E-B2CE-D596-8B15-619234B46C2A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66862450-BF95-0326-EC71-61A47D2670C0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03047747-6A0C-9685-7FD3-70BF21C8EE4D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FE740A6A-DE9F-1BBB-E72A-EB9608C3CEA8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46F49DF-C8BE-89C6-8FED-6998C861B048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562781-F55C-0D9D-3993-6C161F7BDEA8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EA9972-457C-F6E8-4992-4930C65A1A76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7658E1A-628C-26F4-B981-001A23C5F4A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6E7E223-8CE3-27B3-2D36-2DA2567B251A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70A83B9-96AE-4ED5-2DCC-1656F63BC9D4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6E4504D-C08E-AFCC-2B9E-F3860D3995A7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A39DE6D-3C2F-C1AA-9749-826FC5BC756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94316E8-A9F3-3E9C-8A2C-4E2FE0F9417F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EF86546-1D47-D164-B120-99B50290972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4C0DEF-38A3-33A0-7CD0-5BBCF0B93D2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22ADBF4-3938-CC55-79CA-7D53CFCB0734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DC09015-EDBD-AA02-8800-FA22EDF0F65E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3794203-F012-1959-ABAC-FC1AEA53160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6DDD4E-5750-72CB-7586-112A416BC4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6EA43E5-07A2-128A-2E56-328290F9342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632A4058-4D42-38BB-B339-FC30F14CA39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6009DFC-A81A-161C-8A60-B3571D435EE1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FFEACEFA-093B-51A2-384E-91AC320CAA3B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29FE44B-8644-7FF0-481B-43988A71AE88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040D12-531D-F969-CD2E-3B0F8124AA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608735A-5C7D-3CCA-EC83-528252428E6A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70FA3B2-6FEF-E3E3-5842-9682D91BA407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F1F6B7-1181-C9D9-294A-F03D1D50C59B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170E31B6-18D0-BBC4-68DB-12851DFF4FD5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C7B413EC-6140-40B3-830D-B1828D855C5D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DC5D836-015A-00B5-4EB5-B3BA1DA2A8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248800F4-66B4-62E8-3553-89311BA21D99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BE8BE08-EF07-0E3A-CD59-699730F91356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4D50B13-8A56-AF60-096A-914C34084FE2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9D86D1E-155B-F67A-FDDD-4A42328C356A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276BC5B-A27E-30AF-1480-4C7F9F048BC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37042322-411C-F279-8C64-5BD67880844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6B12B5F-F51A-55C8-BF74-EC1A37467DD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781875-1688-A82E-70FA-CB34F8A21A7C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4CE1D2F1-D005-FD4D-040F-69FDD6A61B7D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006064C3-90C7-9BD8-123B-A3A9E34C642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BC910D5-AA20-E4E4-9936-F9346A89B9DE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C5A7F2D-6D1E-8F74-5500-D9DAF58160E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A2781F70-5938-2214-F952-5A32E7908FE2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4E93447E-9A78-616B-6B11-22DC5C0FF96A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39109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C7A40-B100-A306-B6C5-F3006F95B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0990D-26CB-19F3-E6C3-0B26275C9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- 16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39BE709-B2AC-11C2-259E-24497B4AB660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049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36FB81-C0D4-2B70-E189-8AC0CB75DC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6AA263-C8CB-F3A1-D242-C358BC6495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91AE20F-2FEA-AADF-FEB6-1CF7472D90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D46DC21-0389-07EE-B1F2-A6B84BA73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FC6A35B-B852-3A44-D803-F6A4803C567B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EF0A4D-BD3E-22F4-98D0-D5D1D7141E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098030"/>
            <a:ext cx="7225966" cy="30127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7365154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672A3-5746-D425-B323-955CE7770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F332A4DA-BC8F-2CE1-BE57-9D74E713C0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6C48F37B-C534-6088-FF4F-CF4D14AD9A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E3232DD2-F3B7-659E-86E5-F45C74243408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9E5BD47-664F-B051-62BF-A70875F7F407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43E0859-18BA-C614-68C1-4BA426B04D65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E393B50C-AF61-0B8B-DD5C-99EBC94DCE2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C803BF4-B137-8661-2AAD-128BB1F72857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B0350C80-FACB-05C3-CF9D-10F44B2DC9F0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96D4AC6-3B3C-30DC-FE10-6B91D894F08A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9EF420-931F-52E7-F521-A3A21FB5474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9F6779D-4551-8711-FFAC-D37BF7AB6625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FC035EE-2717-FB1D-85FF-8D46A19E15B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76103E00-EDE1-454C-92AB-D2166C396A6D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87135FD-0B82-BC52-0CCC-139427479437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B808207-D789-E2E8-602F-F2F79937826D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5157E26-0160-8828-4A25-4CAC5335E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A30F05DF-D44B-A46F-5A6B-756DD516F0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C120D732-5605-FE01-FD4F-864C2BCD5787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2A291474-14B5-0244-AAFB-B0AE28A9DB77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05EC7ADB-9D44-9C00-4B37-D4E14F540A2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CB23979-4B23-8639-7B58-DEE9F6EB8913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3EE58B3-7444-66B6-FC28-A8ABC4FAFE13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CD8B8B5-6E6A-8349-20C2-E8041E904AC2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8195B7C-6A2D-AAD3-AAE3-F9E3EB7AE341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FC1189F-BE3F-41A3-5F9E-D8DED55FE48B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B1BF7913-2272-3208-0667-09679E47F279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A4ED835-A043-FA82-5DE6-5183A242F15E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B47C66-BD4A-D57C-AE72-DB71FED5D812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1F420B3-C2D2-D4D0-484D-3ECF791A43F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BCCB29-9763-556E-CBB6-D1C60C3B34A7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ED94F10-1539-00C6-C937-134DFA00ED3D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481E78-184E-E3F8-08A9-C12EC0F5CAE0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1C6CC8A-D828-BDE8-F4D8-507AE1F0C2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D759BB0-3B9C-9CE3-84F9-50AE33C9F2E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D28EE55-8D70-BC5D-31C6-0042FB444A92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80970AB-F74F-D883-BF9E-B93E8F11FBA7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CADEF5C-6D90-DD6E-90AD-53E62264E0A1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98DB4D6-5E63-9CA7-52CA-89B0E9755BC2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4C86F0-8C7E-F6D0-D1B1-5A6F441A7D64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7066BA9-C1AD-CB7E-B53A-26C75C257B99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63CA986-D4A5-A6D7-6A62-7A58A88B371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7CB8C44-4DA1-8E8B-52C3-7BBD08963AA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635DFEC-E2A9-20B7-5440-64B7640DC23F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E68AFEE-1DD5-7F80-6F2B-46A3D95FF042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63EBDA1-A775-222A-89E1-81BA0E5E81A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D80723E-D25F-9AE5-FE89-FD61CB226BD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7CD4111-9F5E-0A63-8A84-289EB9723F75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77BBE15-CBAC-6C8E-ECC9-8A3ADCB76B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4FAB8F2A-DC90-50B9-CC2F-E09BC8442288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116F4F6-9A8D-3761-9454-A56954D307E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440AFE7-E7A1-4176-9E79-2432FA56B2F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A8C421FE-6EF0-24B3-E26E-B0EBCEFBA056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913DC7CA-33C9-2EEC-DEEF-F7B85764E47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F9A0D40-C96D-4245-92A4-6E601F48728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DB0DE349-6FBF-EE49-EC22-64D0E168EDD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6D1E1993-9CB6-B150-6CB1-6B2FEA9F31DE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29B9129-E3F9-FE63-4F59-33D57C305477}"/>
              </a:ext>
            </a:extLst>
          </p:cNvPr>
          <p:cNvSpPr/>
          <p:nvPr/>
        </p:nvSpPr>
        <p:spPr>
          <a:xfrm>
            <a:off x="4278313" y="364886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C2F789C-894A-BDB3-4836-49233EF14D75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780BBE10-AA5B-F695-B95C-4907D4C5937E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0826C70-FE5A-9B8A-A3D6-8BA3EC68CD3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E9C2BC04-DAFB-AE32-A928-BC833D077C99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1632C5C-5479-C5B5-8A2F-26F88118FCD4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DFB49E9-4E62-A1C6-BDA3-570DECC59965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E23A2B6-AAAC-ED60-46AA-8E709996AEA0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20427F84-E7A1-58D0-8D0D-BCB10FF511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ABB2293-A955-E75E-9833-A55E8EC2A9D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03CDE01F-675D-D3FA-F52C-9B162E82FB3F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ED528136-E15A-40C0-FB99-FA6DEF42A731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E3FBDC8-F736-519F-8B7D-9D74924ED689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F22ED574-0360-DEB0-6FA9-912134DE035C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8C919C2-DC19-6C2D-2375-6DD94D169883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BF594D-20F0-F8B7-9DE5-6FE971E76E01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3AE0EA84-8986-4934-6AA2-AA9CDF5AFF40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69258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89DEA-B33D-8E29-CD8B-1ED861219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9F11D-4581-9F2B-DA31-E105D12FA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- 17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AD20E52-003A-B3D2-78E5-F0725F768BC1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050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6D1D3A9-6C6E-A205-4308-B4347AC1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9EF66A-E719-3CDC-5126-F72ABDAF6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36DE1E-3D16-8C2E-5B4D-D3B37DC4F2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DEEA1E5-AFE1-0612-C829-8CC600815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B932505-DA66-361A-BC25-7B3FFE13D454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745538E-F16A-8D76-F3AC-8524DB4E5C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7493" y="2130106"/>
            <a:ext cx="6479975" cy="35823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4500909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66ED0-1377-019E-8BA5-C5CAEF744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D65A207B-E5CA-B3F6-8E38-0FD2F1A2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379CB427-F999-A5F6-105E-84ED55D904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FDD798B2-4333-AE4E-68A7-881CF2282B8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898ECBE-FDB1-FC42-0D87-FD9C9F9AE8D9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29750F7-58AC-03DC-6891-3FAEDEC9DC5D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B79B01DF-C3B9-4326-2322-55A27D267C8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CB37905-1DD5-4FF6-7F6F-144D435C79B1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CA12055B-602A-392D-996E-088E8ABC3AC1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6E2DD0DB-8BEF-0981-0636-88AE9A754BC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8E2C3ACE-4F20-9346-EC62-19B40C4AD61D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602188B8-5807-C62B-7344-F67169E0E74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C177E28C-15A4-BD78-ACC3-F9475CD1928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5F63BC24-5185-D64F-D09D-4BA775D716C7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549A73C-374B-9321-2482-5DCE81AABD9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3C6C168-6468-58F6-17A8-AD249E5C398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23D89768-D341-D30F-3ACF-827067B4E5E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B2290C-6442-6578-7AA6-EDFF0F966394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D55B426-20A5-EC78-4EEA-440FE4237C21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A9D550D-53FF-F817-347A-C6F56ACE435C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42886BF-8878-24A0-DF72-E82D80747216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124E178-7147-D613-5102-015A2CB3479D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74FCC50-CA3E-5299-927A-BB3C6E5572E5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CBA36FD-C5C0-5184-427C-8F94B90E4CA7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D7BED10-80A6-5476-E56F-A2F2B118CAD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5C04EF6-5C92-7520-DFA2-00D5D0521EA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9F632AE-7E9A-47DC-9C67-2F632D3DED47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3F4C5EED-277A-EADA-084E-B5ADD1549988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5BB1D01F-71B5-27B8-063B-9CA353A28EF6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CEAE36-8181-FB6E-DB93-C7ADA089F90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532198F-8EBB-BF0D-C8E8-886E8911CE5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B5DAD1D-99AD-FB84-516A-8B86E7346269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5A4EE4-2364-7789-DE08-50544091701F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5ACB743-C5F3-2D9C-9155-E46F7AF60273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E02D46-201C-AE19-B03D-6AB67ED33226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96E7E7-8351-38E2-9540-6D0C501DA166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590F613-4F26-7588-B90B-106F8228C385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BE5B62E-C519-06F5-EB9F-DA216AB2DA0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0631B07-83AE-9018-C054-F42DF8F6FFB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F06238A-E164-3D08-D014-7ACC1978244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1ABBC85-EBE9-D573-4903-37B0E36A4BA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0C0BF9B-7DCD-22D4-8265-DD1375960BC9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5DA44DE-2D53-F30C-CD7B-93AE0D02C3BE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174F21-0BC6-F5C7-E198-B9AADE839B63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DDF85C-EB29-E874-D9E9-80F1861D60A9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0167184-F2CC-51DA-4204-165DD5620D08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D4E7EB-265D-D486-E7F6-67B48746322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10B0EC8-13C8-FA81-3BDF-E78588B6DCC3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5655B2D-14BA-67D9-A250-52E47A87753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3043F318-4A06-BF4D-827F-3ADD0F7C9CE4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36DC4F7-7B5A-93D5-830F-8DF786AF78BD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F672FD64-FE52-2512-55ED-5295A4B2BBB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EA67B696-55B7-FEDC-E066-3B9AC7C82FB7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935FA3C-7ABA-29AB-A472-1FFF1AA4CF6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50383462-6E5D-E265-DF7A-0BC560E4A6CB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17993201-041D-F0B6-7AF9-796F1BFE294F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AE36D54-6449-E8F0-1A21-F85B8E9EA675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91484E7B-1505-CC4D-77AF-E5852838F8F6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1DBF91B-473C-3870-0221-F048E695595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68516DE-F092-23F6-558F-381721F56D2D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880816C-B9E0-F97E-E868-21E2F744B511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01E1A1AD-8B00-CD0E-DCD7-91086BC555E2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7722D0B2-4186-8643-57D5-5851A7DCEF0D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F459D5C1-EA15-61ED-DE91-49B33AE55589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1F7E3F7-6DCF-7548-F28D-2D8769BCD4FD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1BC497DD-600A-9F55-F0F6-2926F122471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79E245C-D33A-1227-F9F9-BE83E3B4C47B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4D98593B-53B4-684D-64D5-39234CA2649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44AD63D8-0AAD-A014-6214-9C692AD9D548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6CB422A-37DB-E982-0747-FFFECF3B166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DCEC4E-8462-4A4F-CF6D-AB2D2935D3ED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4B3253DA-E7D5-0633-AD00-FBAAB0CC33C6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F867801-EAA1-1616-609C-CD880F0FE032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074ADA-A791-0B71-9FA9-65FD878E2478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5EB65CD-6852-2C36-9D1B-28A27A1F10B2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87FB01E-C26A-C6F6-CF87-3D0AB11CC418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A2DE256-BE07-541A-0E20-02F42877BE72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8778322-C2B9-6C03-5914-839990B17599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30440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5274-13D5-BE6E-9E81-225D4B746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76089-E5E0-29B0-07A1-71786817A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- 18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347708-E102-4F76-8C75-31872E8FED48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051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4C5AB2-8FDC-9A3D-B8C1-2BEC97764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F1B96BE-6F17-AADD-C5B2-01E55358C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28CE663-B984-6599-1A46-611E27E098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5BC10DE-6561-163F-FFD3-3D0D4AD0368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B0CA02E-4F1F-2ADD-1541-153E1DC832F6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DA73E7-A41D-67BB-9F92-7FF6CC3BB9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38903" y="1606672"/>
            <a:ext cx="4241856" cy="489767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8737715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91B5A-6B49-6BD0-44FB-2123B3F40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A1FFAFF-9D04-D2A6-9B39-3F9F217198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1A914B21-3640-B717-911E-A1B7A0894A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98674BB4-512D-1E42-27A3-27C909D9ED0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62D1FE4-4C43-1F9E-5A7E-C12CFA43B7BF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40C9F83-FA81-D920-9C1E-332249CC6E8F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AD22C2B2-7EDD-9AD3-B0BE-7ECF8CC396E5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EB73AB5-175F-7122-0BC9-EC8507914863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CFDA9D4-D1A6-7633-EF82-A835B6786695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CD7363F2-9EB7-3841-08D6-6C092E11D48B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F8ED35A6-CDD6-62C5-F40A-DAD8E214A68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41EA06-1319-E23A-A007-B420D28D37F8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28A03603-5E40-730D-1118-B8871F3FDEE2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55B6ACD-9D11-DDCF-C6D4-92C5DF19EC00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2C3A328-7B83-786B-E116-15F74B15BC43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5920733-8D61-B32A-2A1F-7E069A17861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6573AF3-C7E8-9985-888B-444136A2F0D8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0F4BDCE-9FB3-113B-3934-07F1598F6FA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909D53A-702A-C6D6-CE1C-A8266309E0E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F0D915F-EEEA-3FB9-1A30-926EB4D65FC6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7A572B94-FF52-5CD4-A78D-6A400AA80F80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E61C502-F55E-3998-EF17-ADFF3B71A4C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A170973-B246-E594-A938-FFA15E746D9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2F9C914-3C98-5F0B-26B0-510C5BA80BAD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9D1331DC-066D-FC78-34A2-E8B744D6C423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5850568-0751-BCF1-6B97-19C11F2BCE12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501E9F1D-305B-F024-AD93-93DAEDE1AAD4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31B2032-1BE8-944B-C83F-6A3732C8DE0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C2E070BD-EF11-AF25-8B10-9F63D18B21A5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D9350C1-304B-79BF-A472-FC1938BEDD4E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F157B6B-1C31-073F-A5DD-4ECD10B8063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CFF4C8-D67C-F54B-9981-0A4DF11F49B5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FF9B3E1-0CF5-8233-4A27-B04418878AE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16ABAD3-62A7-6C98-508B-2ED4C654DA34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69C6AE-DAA4-5B41-5EAC-F54DAD2B1F2D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D9BB09-CB03-FBBC-0FB4-9CF864EEA57C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B72F7EE-5D9A-A41B-720E-48F93CEB775D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F85BA6E-9DD5-B0CA-2E6D-BFD4413B6B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422481-E292-ED26-2205-B945434DD7E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A072E0B-F4B1-9EB3-E67B-B0CC73FD6033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A22ABBC-15C0-7F23-BC42-D2E07B1F51D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01E333C-8B9A-21FB-6020-ABA9170C9710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70E573D-CEE4-0250-5938-8E42F5B427D3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A2E154C-CEF4-8BD5-FBF6-DC2C7F33BD0C}"/>
              </a:ext>
            </a:extLst>
          </p:cNvPr>
          <p:cNvSpPr/>
          <p:nvPr/>
        </p:nvSpPr>
        <p:spPr>
          <a:xfrm>
            <a:off x="7829504" y="20601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83ADA6-F6E8-ACB7-A770-6CD2040F832B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48C8B5DC-B243-5F08-830A-7A2E1B1E8B37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D8EA01D-8A39-CA8F-BA27-65B5FBF93329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9F408CBF-6923-FBC3-3AE1-00AC2DFDE657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B9BA9E1-895C-23C1-5CF2-BB88325F929F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6F5945AE-211F-A49A-4F44-0AB121C3EF69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8C58901-2F80-EE3C-4EC1-DA2543E8D6B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66BF78C-0C14-D5F0-8F29-A0EE5761AB3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3827321-6DB1-BC86-8DE6-71918237762F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5BB2B9D-F498-D6D8-4E7C-9B0EE39505A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1A996FB-AF6F-2D3B-87DE-31D16F4F734F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26959483-8016-C806-5A17-B078769791E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E7E8BE3E-BED8-32FF-23EC-9FC0470B00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2ACB261-5BF4-35C2-BC1E-3AA56B08192E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FFB009C5-479D-CD2B-B412-95F786084501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7D36561-3595-1FC7-45AE-31B78B60400C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1DA5C5A0-80A8-4A58-4E44-EEC02CA3892D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7FD50DAF-E15E-E56A-452D-5D80880201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589FB99-F3BB-F206-2F6C-919B2A031470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1B5E38F-DA38-91DA-19A0-8C1EB7642A80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5208DACA-7BA3-7AFE-1B6E-988536061CFF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3FEC453-51EA-61DB-4F90-D40CA4A4C76C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04C5B59-E714-6FE7-0D38-EE0B1B08B080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1DF7088C-8402-F421-DFEC-E580C19187D1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FE65B6BC-447D-7875-0627-43DA0B65F3E4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EAAFD94-F51E-1C39-B093-3BD60EBA4959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93CF92D-429A-9B4C-0519-6554C6C934A6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F6CDD29-4F19-FE6C-56BC-3456BF0A053B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A804FEFC-B990-DD43-EC8E-AC2310D08FB4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A406FC2-2CC4-76C7-AC32-760449CB16A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171C847-C212-637B-C2E8-84767A7F22EE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67450FC-3B07-4E5A-B28C-A6F911987B04}"/>
              </a:ext>
            </a:extLst>
          </p:cNvPr>
          <p:cNvSpPr/>
          <p:nvPr/>
        </p:nvSpPr>
        <p:spPr>
          <a:xfrm>
            <a:off x="6707188" y="2066213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D99B32F-4A35-C526-0A67-1E467B77D946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E0E35C03-BDFD-922F-72E7-E13C9F787B0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2CDF1B-7B01-8E82-4510-34E2B9BC475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864555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D769D-2C0A-8990-EEEC-BEDA86C40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52A27-AA41-C8A4-1B32-3F1F7F9F1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- 19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9015D-C0A5-567C-4A87-9421CB916102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052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2258EF-A374-F32C-3078-92EBE53DD2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864FD5E-06CE-5593-3C69-75D5A95E52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5D3BA38-704A-A422-3033-2630AE046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4D886E6-BDF3-1C81-6838-03595C055D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A9C97BA-C34F-0931-9A8F-4424B69F4E03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43A0E1-3AE0-8FA7-1882-EDB9E81613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86239" y="2475816"/>
            <a:ext cx="7011378" cy="365811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2625323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B60F94-D7F9-A763-6FC3-7B39EAB00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1C12BE2C-BEE2-E178-AD00-654F448FC2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CCE7B3D-5E3B-4CDE-023A-A61151C91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C49BD73-C8E7-29DC-B7CB-A73373F8B03B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4F263E1-AC58-B506-222D-95FF10A0EB2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5EA720-DEF6-08A1-B7B1-D1090D6F0FA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FE5943D3-8213-2737-87B8-6F54F7512A6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E57F75AD-8E3F-B621-56AB-6FFB0DE194EA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3A8FAE3A-8CC8-7289-86AB-09BE42BDA2E4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401D7380-8250-8AA3-D348-E78530AB201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5E39D754-E022-AE39-EABD-24D41AD789B9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BC37ECE5-E22F-8917-20CE-BEDCB9C7CF6A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4969FB85-2E74-79CE-EDDC-690551A72E76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6825C4DD-207A-87ED-4F62-558F62415CBF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9C642300-9C9D-8327-E4A5-EE046827857F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49179AA-E9D7-3B93-F992-22FA28B6223E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4068-E153-BB3C-0958-48D45993513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3E5E627-76A3-2157-8F34-2D17CFCAE37D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237277E-6F4E-0556-AA15-AD7C2D09C310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97B5257-33AF-2476-2ED9-5D28112A7789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D50EE42-ABEE-554A-307D-BECA16B526A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57AB6AFF-314D-77C3-DDE7-6BEEC47EEC42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F98D0337-C3E2-F842-5E11-6F2258899494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1271556-6EDD-F92B-33E0-B41DD87FC12B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A4EC489-C1A9-34E4-0580-4DF1906B6F20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4BA70B8F-2023-02C1-C176-7DD9D4918F13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49685E5-DC73-5724-8CF6-77DC25458DD6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5AE02FF0-0811-C70E-6B49-972CF60BF53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629A92D8-06A6-D4B3-42ED-2A0D46AAC613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53E07A0-2D40-6498-A488-0B236ADEDE2C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259CE2B-6436-E14C-B658-5253F1BFCC09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279FC06-4AFE-50C9-1C0A-9F79C259AB1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9ADD368-5604-B498-0FBA-AFABE2C23D12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FF71742-BC4C-3493-38DA-9A3EB5C02EB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B38E77-0EA6-7C98-BF2A-8B79843A342F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C6A4A66-587A-3768-6A67-CBD1F0A03BA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5E88BF3-504A-FC95-7F97-18CC17745B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C76F411-10C9-08CB-520E-91C0AFE4A443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E4DC26-A06B-2744-34BD-4B458276861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B57778C-E112-E98A-B2CA-60AE0AE46016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54543BB-5E77-10FD-4EEF-4B26636047D0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FB3AA77-2247-4D12-1469-3980968F95CD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EE20749-2AAD-27AC-CFF4-EBE6B3986ABD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239BD25-59C2-6345-233B-93854E6CDB4E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C0A3E8A-D45A-554E-3040-FF6EED99662C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A2791FB3-F628-262A-0565-B808FF967442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31D0FF5-73F3-28C5-BB9E-C7983A748D08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3E499699-7EB6-D5F4-77C9-7768E5335A70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56DAA17-6BD4-3D8E-4961-4A61DDE5F5F2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A590FF9-D663-326D-9E4F-A01740967A0B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28BA533-8843-F011-C39C-9D60E6788EBC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F43D3EA-CF00-A882-1983-CB2FE1BE36E6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9A298BA-C66B-F879-BC5C-67E7C0967E45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E1CADDC6-9176-0EEA-4E0F-90EF6A763C2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09EEA976-9F93-214D-4E47-B62A58348E83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D5FE953-887E-071C-0273-11DF6E6FE126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BBD38B7-0C33-E8E4-B764-C7442E77EB16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76DF073-67BB-5353-EB5C-58BA6307BAE0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15DA709-9CF3-1011-12A5-D02A6453AA8D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2D65C1B5-4ED9-F12C-9CE6-E2617F68D8E4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736B53E9-6F23-B004-A92D-334144CDA76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F42F8CE-8539-CEC7-050D-8956BB61D3E6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3DEFD1C4-BB83-271E-87D9-407908CACFEC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2D167B1-60EA-DDA8-7C5D-D992182287D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2CF6FCC5-387B-FABD-E225-9FCC245D50C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D3E31F27-93EA-2046-C501-F6C972A6A04D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25C3ED2D-3BE9-FDE8-7097-330E9BFF019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65CAF731-74B0-8A1A-4F84-4B6A63D1E394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10FA75A-8BD5-C3E3-F395-791ED9D7AAA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694D110-CE0D-E1F0-479D-A4A0AA96D54A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E4A8B8A7-3EB5-EEDD-DA05-C10AF664C074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3210AF9-1532-F158-8516-40EDCEAAD6C8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8152F052-ED09-17A3-DF80-242CBA6E8041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D32EBA8-F2C3-131B-438C-C05E1F614A0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582D236E-A06F-B6C1-EF07-FC00029AB7C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36665CE-A97B-0C46-2F89-B981314D637F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B8C7114-5937-96BC-2A06-311595BE1BB0}"/>
              </a:ext>
            </a:extLst>
          </p:cNvPr>
          <p:cNvSpPr/>
          <p:nvPr/>
        </p:nvSpPr>
        <p:spPr>
          <a:xfrm>
            <a:off x="6707188" y="3342215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DD4D54A-19F7-34F4-BF30-302A4646BBCD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9EEE92CB-1076-61A1-241E-280A3079E484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BCDD693-ED92-3BC2-7721-F2C7D348078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FB80D1D-4DEA-9B91-F473-77E972AA1925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4F83807-FB34-1171-06B5-B2E5359364FD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6A94998-2392-2560-EE02-1A8F9F43E6A9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3935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60F91-CF0D-5C0E-852F-433C53DB1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FECCF-101A-852E-8B33-F42711E2F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- 20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A8AF0CD-2037-107A-49C7-B2B3171BBAE7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053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086241-5AF1-7EF8-119A-42DC84E4C0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A7D7092-B117-6326-FE9F-E571D1AA8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C8204CD-B4F3-4535-499F-544AD7191E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6FFB54B-F8C4-EA07-B412-84AF8BC6F9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1EA61C4-1147-9857-1802-22A44DCF6A0C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979AC6-1EC8-29C6-2170-08C3C1606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065" y="2119846"/>
            <a:ext cx="6049156" cy="365423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2312800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3CF29-BF10-8B0D-962F-702A5F720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5B26D285-88BD-4C55-48A5-D04186DC4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ABF4C8BB-E924-DF8B-DE04-5ACAB19F38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B18F7A6-5122-1526-F571-C75CCFFD190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AE5EE6-7EC7-AC9B-4670-D8921620EAE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78213D-C6AC-8009-D278-078FA3038F48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974A962-45C1-A166-36CC-0703D9BD56DC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B141233C-35C8-730C-3B18-C991C1B25FCE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A4284CE1-FD83-BB09-E16B-D7A7DA34C40C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FD93AA21-4212-4424-C378-FF080B3619E7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3676D3EC-CF43-9FBE-B77C-CED90E5DA86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A291EB5-8E11-11A5-815E-CCE1C64E3321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B096495-44FF-0451-DA80-934D61EFAA17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5B6DA2C-7B3F-D219-EB45-34EDA7EA6D2A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0DD29CF-2884-DEF7-027B-ECA8225B9AB1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0962B21-D594-F009-F15D-F3F4C29972B3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73DCD3FF-B299-252C-9CF2-EC8A5D42EFFD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9D57BEB0-7361-72AA-4A24-5120277F5F15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2C196E36-9BD0-50E3-7CC7-205D9FC62FA6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9DBD8A5-9F1F-2B77-0E58-D4A92E77070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3C749720-EF1C-B248-69BE-DCF20EBADFDC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3146DAC9-385C-3D76-FF4C-8D7A8E4B8E4A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7B5E221-5C38-5D54-1D76-BD61ABE0A9BE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00C39C62-9724-9150-95A0-4E18BA71966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A296CBC-CDA2-DDBC-994D-505E6606966F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73E5D752-A45F-1C57-B660-76D3789C605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8BBE842-384C-7678-AE84-BE1DBA59DDDF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EEAA7764-C380-4E25-D5D8-83760D03D1F5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760F58B-F5DB-BB12-EC65-ECD28766EC3D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686FBF3-4D4D-A266-3E2B-50E868348275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FA1E919-9B8D-CF49-8037-D7E4E38AB634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17C8AB5-C2FF-2900-786A-B10632DBDB48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050D379-2F66-38FD-034B-02AAA653D671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C2563D-82D7-FA45-3870-357974F7BF06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62EC45B-4C72-BEC4-87D5-F634A6BFC0C9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186227-9A34-BA97-9F6D-AC64A98F16DA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1F3110D-27AA-1626-5179-E128F3241EF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BBAB9D-0853-6D69-7866-90D32959B272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5BE76AB-6305-DF28-8548-82554FF0AC4D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0422646-5D30-17C8-B76F-C5762B8D7DAB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0D8F2F5-0BE4-2AD5-784A-B84935FCBBCC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1EA5E11-78B2-115A-1498-5E2F443EB4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D53447-9EA9-6B64-7438-7FF3FCDBA33A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D372F8-044C-957F-980E-DB3145843E78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9EC3B2B-9FDF-3E2C-1E09-10F7924A971D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EE53440-F8FD-CFFC-AE00-51D457E3B26D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9996-B52D-1CB8-64EE-1FA39908AC80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BC5B2B21-9B43-CCA9-6164-EA3CA1B3662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B81DCFC-28A8-D2E4-0C83-0EBBBF084BB9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3ADF4EB-9367-C909-4423-03259A44E55A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601D8C1-5328-E47D-0BB2-ED4A19528745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C26DBC87-8A5B-4E1F-0B4F-D36517C29A0C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94ED7A27-B4FF-AD40-9377-BA8D825EC0AE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09296157-71A1-DB12-1AA1-4BEAF06EE781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F0768BD-20F5-B126-F832-73E0E6CC0228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B70FA11E-4C92-2FC6-F07D-E1656C21BC7B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B6ECE91-DE87-8B1D-EF83-1076F865BEDD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1029376-E4EE-8DAD-451C-2AD249046C89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8E7AF80-BD81-93F9-03C7-48A61C2972D3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817879D2-C337-3D5F-DEAF-C8EE7D88B10B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B564674E-CFC2-D6AC-29DC-B15EE8A4A89C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B548FDD4-A5FC-3F62-D624-F47D95DCBF8F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D97F75C2-F411-BB3F-AF0F-721EDCFBF9E8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DB8E00DA-6992-2358-BB91-80FE3FD00FBB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D90EA062-5364-9AFD-20A2-4D522EF39BB9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6A54CF07-230F-64E9-B186-9D720BC57483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1E1DF31-4DE1-5627-283B-BDA35B445025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AA8621D-4560-FC45-CDB4-4FE2DD10EBAA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C1C3FDCB-CDB1-B1A8-5E72-22FE2789CEC2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95757AA9-9D03-B024-E48A-5C0F1DC2D224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2E5B8F5-A4F7-6681-6195-28DFB36A568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BD4ADDD3-F1FA-8A13-624D-8709C8E9492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CE30DECA-BE65-20C1-3F6A-FB5625F3CFA9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72959C3E-5CFA-22C0-561C-AF1B0F1F0CDB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BF0B6901-8FDE-324D-90E5-2BD08901FD1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C6B98639-86A3-9EBE-FD4A-57059DAF6E75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EA5DF16-80D3-941A-4222-9315D1928EAA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B9C8A2B6-9BE6-257F-3DB0-FCAA35A85AF3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DF401558-A857-B51F-7DC6-DFA19BD5ADD7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0D6B21C-EAEA-5975-597D-8ACFA7A66CFE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CE529AD-88BF-716C-681E-3A49FC91F7B5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8807765-FCD6-5D3D-30EE-3E4DD2B71F08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7B25984-7A41-DBA9-A7B8-5C9098203610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77CD0CD-8598-2028-0AA5-342DD98C050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B04118E-E86C-0C72-5C2A-03E8D2580371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64747504-6177-9C49-57D8-383314057246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F89DB5B2-6882-74DB-6495-1B45E88924A0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2548280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E389-4B91-A6E7-6822-F84B470F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AF573-EA27-F1DB-C64D-E850F2CCD7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D51DC7E-312D-3490-6F9A-C9962B132309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054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FA2D55E-A3F0-ED38-3897-6A360FE5C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F054740-924C-55D5-C091-3EBF36BCD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DB15C65-2B03-7E5D-9622-689DE7C8E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DB1457-A0F0-FE22-8119-98324A2B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AB8454E-CFD2-6D79-37ED-6999B24267CF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87CA40-C56A-A7E3-1E5F-CF07D4FEAE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32109" y="2002718"/>
            <a:ext cx="3712293" cy="43549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195A1BD-CD9D-5048-0635-D2F46DB739D8}"/>
              </a:ext>
            </a:extLst>
          </p:cNvPr>
          <p:cNvSpPr/>
          <p:nvPr/>
        </p:nvSpPr>
        <p:spPr>
          <a:xfrm>
            <a:off x="5902511" y="213234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84C5B0-32DE-4970-BBA5-B5A83DD9B6D3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812367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E93E-BA69-23F5-71D6-07551C65D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AC03953E-1ADC-7B3F-B010-9D86D7CD3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253BA1-C0F6-A4CA-3BE0-E168AD950F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300C49F2-D832-0CFB-0EA7-E03123901E12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B50D907-9FF9-983C-36A9-A9786C1FF406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36DE7B7-8751-26F5-5574-C2B77F08ECF6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5DB8F20-0134-91C8-A8C6-CF0B1B87739E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D25E2873-9A9D-334F-0D65-04223581A59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505817F2-5E7C-FEA7-06DE-AFED3171092B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E24B16D-29C0-D03D-B442-7149A99795C9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A6876C88-AE6E-79EB-76F3-481DC558ACFA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F2095E9-5324-2F52-7C7B-EBFC33CD503F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D7498EC-502B-2333-8F4B-1CDB74F33919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549664-CCAD-D491-0395-562EE2B72148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5E34779-DA2B-F13B-10F3-000A3ACBBDF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35734965-238A-395C-1ABF-8CA504158BD0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FEB17F4D-1D15-D698-25F1-F29A0A80614E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2726AE8-9F83-07A3-9408-A48CDD146A63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F663F46-F3B3-B201-B839-81AAABDE2F14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D337D849-DE41-D65B-BE2F-7D03A79847D3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9C968CDE-2B99-5D73-1645-BC3E1792969F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7FA42636-4573-53F6-DD4A-B7777B835A04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79558A0-A198-6F08-F568-22F80577FB17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5BAFF4C-600A-5B83-45A2-8189B05D3DB9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F33343E3-E63C-0E5C-512F-1784F4375EE7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8E1749F-75CB-C550-B139-B0A7757986FD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AD36A794-5BD1-1A74-BEAE-F6E63BD3BE1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97522C7-7C87-0069-60B3-70FCE39189B3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3C596072-53B7-3EB8-A3CA-FDC93CDF7C39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3FF1E9B-3D01-AED9-F7AA-053303715E99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CD1A42C-F245-F562-D6D9-2236EA685BE0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4A463D6-49F4-2364-8904-8A8D53129A0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B8F3D89-579B-B780-F1D2-6016D00400E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2072603-6031-EE0A-EC1D-50C7C4A4DF8B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89F7D38-917B-2EE8-AF7F-A5B0BF36F99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68C9211-5F04-3FD2-C32C-C1B90B1BA360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F0DC8D-BDB7-0EB1-42B3-1071A70D48E9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B06D74-E053-1544-66EE-0BB070FF6194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64630-5EBE-EE47-2D7B-A146B2D4E623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5BC6CE9-EBEE-AAA4-7C27-29C003A1B261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817A975-734B-F990-B733-8A0801EBA5C5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C6ED7B4-FABD-AD6A-2C66-2931EEB29DA1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55407B5-D23C-6584-1C72-7E33EA93F1C7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257A0F1-7794-9320-3121-8275DFB91E6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960C23D-0E93-38F4-9C40-7ECC64251B84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9529EECB-FBBB-ECA6-0397-D8169DB50655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2A2669E-7F85-D8BA-D253-8F22816D2377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43D7040B-03CD-7414-8F24-CFFE69604B48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1E8DE0D-D121-9226-75DC-76773D5643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644F834-685E-56A4-554D-1E6F76022C3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29B40D9-2750-423A-3B56-6C12ADC6B4B1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BA7A73-EA0A-BD99-502A-645A5B44D6AA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39B9C79-B42F-7532-9542-578B818172ED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33AE465B-A654-051D-881E-8FEAD047E4BE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B59E68B9-8569-90B5-C3A7-74EECC515E91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563CCC74-58C1-FF51-807A-2CF96ABE684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B376693-61B5-6355-EFFE-F7F02D428F47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E385DE3A-B9AF-E50A-A438-46DC44017EEF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0593A30-299B-AD83-0240-AACF81B3E2D0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F882908B-9FF8-CF07-D9A5-3AFC70EBF792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3ADA4E0E-AE89-1CDD-6127-76CE9AA1B2E8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11F7817-21C7-2C65-9055-6DB1321368B5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52F40A76-C3CF-0393-650D-4EAB17DEC0D1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60758E7B-1176-8071-210F-0CA4A8F9491D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B0F7A5B-3B34-CF06-F27D-4553CDCD9C84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791ACE5A-88A3-C260-09EC-A167B4FB095F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3F60ECD-BBA5-5E4A-7406-FF946090E51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B8C0CEA4-F786-7019-55FB-F6138C8475E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1E567DBF-3715-5A79-C6E0-E43D60A5DA3F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CC16E614-40EC-2A18-F8D8-02020DDA5AED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79E72D9F-184B-9AD0-DF2B-EB892DD08F4B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6694C915-2D3F-A879-DD98-A0D3C80B9004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5FAFFFB6-9A0D-8FFF-DEE6-5CD2BC1D4CE0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5DD0748-E05C-BA17-992B-85D49C4ACB01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F173D2C-315C-5853-05F7-DAC384C8EF21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065D2E-52AD-268E-C882-44A692BB2324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7520B01E-6F68-8A4A-4DDB-8CC7B94B797E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0B0C082-C08E-4591-C222-5D966EBD3A6B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6903FE52-D482-0D6D-D020-DA840CC21B8A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D9EB88-C8AB-1536-72CE-144891508BBA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888048-02FF-65AE-27FB-C744B6B6582E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53E7B781-456C-F043-B45C-8969FA2FFBC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113A53D4-3FAF-B6B3-649D-C92CE42AD15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19AEFF9F-28F5-7160-0D6E-0B02C527E3F2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82388EC-94CD-0E10-9BDB-93C6DDEFCC2E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F5D2312C-2A56-20AD-AD8A-75B5B8098CB1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660DA3B-9D0B-8B28-4662-F4E042DB55C5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98094855-5DFB-B3E8-7BD5-A1BAA6C6D884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F969E26-96F4-4F76-1642-995846CFF898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42559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50EA8-E1AE-4AD7-CEDC-BAE0F07C7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E2AA9-1B4E-9156-EF42-E33AD3D04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- 22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368DF4-B2D4-5D9E-625C-798434187E8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055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EE904A-0520-8000-AB04-FB358D7EEC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F73676F-D25E-9B08-46D7-0A7FD4B8C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F64142-E389-3FE1-D771-44E03B92B0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68B725-EB24-D898-7CC9-477D7DEBD1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238B305-05DF-6C9C-5913-99702E6AA3BA}"/>
              </a:ext>
            </a:extLst>
          </p:cNvPr>
          <p:cNvSpPr/>
          <p:nvPr/>
        </p:nvSpPr>
        <p:spPr>
          <a:xfrm>
            <a:off x="2535382" y="3544585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F8F8F28-F191-9C47-3698-93AE1D951760}"/>
              </a:ext>
            </a:extLst>
          </p:cNvPr>
          <p:cNvSpPr/>
          <p:nvPr/>
        </p:nvSpPr>
        <p:spPr>
          <a:xfrm>
            <a:off x="5892800" y="3429000"/>
            <a:ext cx="2036618" cy="1520574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53845A05-6673-FF43-59AF-2BB8679BFDEA}"/>
              </a:ext>
            </a:extLst>
          </p:cNvPr>
          <p:cNvSpPr/>
          <p:nvPr/>
        </p:nvSpPr>
        <p:spPr>
          <a:xfrm>
            <a:off x="4551680" y="3606800"/>
            <a:ext cx="1361440" cy="0"/>
          </a:xfrm>
          <a:custGeom>
            <a:avLst/>
            <a:gdLst>
              <a:gd name="csX0" fmla="*/ 0 w 1361440"/>
              <a:gd name="csY0" fmla="*/ 0 h 0"/>
              <a:gd name="csX1" fmla="*/ 1361440 w 136144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361440">
                <a:moveTo>
                  <a:pt x="0" y="0"/>
                </a:moveTo>
                <a:lnTo>
                  <a:pt x="136144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EACEB8-A84E-EE73-3035-9DCDD0BBBFD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46112" y="2196380"/>
            <a:ext cx="3588688" cy="421431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64985736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3A6C-BB8E-1BCE-F266-E8C13EFF0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39E0CA88-AD95-6BE5-A787-2CB3BEB3A1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776E1D48-6C2C-8ADB-AC3F-5BB777E897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5A91E169-1EE6-AE09-9EEA-8153D705FC97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020F78B-891E-C959-2DAA-6F450AC62191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0687E81-6EC4-1B31-9655-20A80CBB4170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35C09CE-9A73-9B71-C25F-807922BDB368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9B2A6DE3-2A23-8618-E523-F4326D08CE1C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148C8979-90B5-8A04-9426-335998247996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D382DDCB-DEF8-8F41-BE65-520A39C9D696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286419E-7523-18B8-BC99-BED1B4F79B6B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84702CA-E876-8F2F-09A8-A7E84D16D102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0011CE5-FD7D-82D0-E07D-EDA61254541A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FFEAEA48-C0D7-2BB3-1A97-223739B7C96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3915E92-F631-CF18-DAC5-996EEE6BEA34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A561596-3782-271C-2FC5-451765006B9F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3CC41B97-0735-DB33-08CB-14009B596880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2BBD3DB2-ABD6-E288-EB53-748920AC391F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DE0881C-AD12-C453-4950-CD549CA3F805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A332144C-2380-CA3A-F4ED-CBFC9C09806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916F9F8-E4A9-4536-D408-8788D92B6F79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07DD1AC-78B8-C6E6-99C8-3B7A5E5B1AEF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58EE868-23D4-A627-D63A-036E8341F8D9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D7D8399B-6DED-F678-5EBB-B63E6C753443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06B78B61-408C-94F6-E816-6F09C76A78DD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CD0657F9-F268-71CD-66C6-0AD5458DE490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95E20B89-E748-C6F4-94D2-7A9873DAD2B5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7474D90E-FD64-7C44-3618-F4640953AEC1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432D5AF7-D2F2-BF32-796A-666481CFAD67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E5E14AE-EEC2-657E-12ED-E68716B7BFE2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4E826A7-F90B-5930-7F6D-E0DD3E32B64A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FC38E43-3B27-D715-97CD-D031194A7727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B0FB60-ED60-DF77-10B5-938179D8537C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BC1E477-892F-7BF6-1219-774F43E63767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8DE5DA-25E5-C4D6-1683-A89B6A062987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8D1A91B-2096-EDDF-427D-BE0A7286B2A3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02C7F0-8483-F70D-CBD5-4D02A0417FAF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FE03082-3458-1F2B-F93A-52663F41CEC6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8FBF756-F269-F1AB-5EFB-559E18114900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B763427-F3BA-7177-B0AE-1E342374448F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DEC4BD-2E89-91A2-82DC-B9E294ABFA73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C730255C-A361-50B5-0670-6B815E49E8B2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D6F88FC-EB9A-4D6E-CC66-3F67727E80CF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F14FF75-E0DC-8E97-C889-413E24D184BC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8A1FB87-DF7D-C923-DDB2-9C7A36508993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BF77B3CF-6F1F-CBE8-F231-219A2EEC4583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3C2C140-5F8C-59C9-4C63-E0074CC7F5AB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2D04B1AA-6503-6CAA-1324-76B7E67A1879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58A9FE9-BD1D-8ED5-513A-10FB74ACF076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E51B0E4-780B-8C83-D5AB-0A955A5F912E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89F620A-71E8-5BB2-B99D-BEE67B18F548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8C14BB7-3342-C8A4-7D7E-BD680B959E9E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0BD87A0-9443-99F5-630D-D3C393B0390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A530B755-9B6A-9F4B-698D-249A4EDC37DB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F27D5D93-B526-67B2-A522-3DD9DDD57422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4F5EB7DE-2810-95A2-E157-CA24D7C8F17A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F5170F7-E243-4D81-15A9-06D9E997B9BA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A1D433B-387A-984F-4398-1B2B1B38DB7B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EFB4680-6710-0F04-3036-5D0BDCE02EC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0165B53-B784-12BC-3683-939036EE8B39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EA27E612-1221-4646-7F3A-13E835318F8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84AD2AC-65D1-45CD-ED25-EDAF16BF4FF0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A1F192B8-ECA5-D740-6392-CE01405867C7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44B0FBD8-857B-E5BE-45C2-826F85CDBF03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B17832BD-1DC6-763E-D785-6E88311157BE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E2C5BAB-2883-2B83-F73B-E4F4722EC324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F4F403A-ADE0-E948-A063-5E3AFC8418F9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CC741F2E-7CD0-D968-838A-A3872228E8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BFA4289-C694-CDED-B402-E266CC70661B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F1B7AC8-04DD-24F5-4F8D-6262478C61FB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09BFDD0-D199-02EB-B7B4-E280D1E21BF3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5EC9F518-5736-4686-329F-1B303B03F6B7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B80482A4-AF68-83E2-1502-5DA42999861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2958D686-BECA-5629-FB56-5D10A576CC05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BA7A77B-ACDE-F28F-9293-A4148CEB4B96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06FBDCE5-4E57-67E9-61BD-04DE30BD9353}"/>
              </a:ext>
            </a:extLst>
          </p:cNvPr>
          <p:cNvSpPr/>
          <p:nvPr/>
        </p:nvSpPr>
        <p:spPr>
          <a:xfrm>
            <a:off x="2282825" y="3341851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C0759CDF-4088-CBD0-F859-C98BAE9DD679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543ED03E-923F-649A-5988-3BCDC64C7591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A7B707B2-A7F4-266C-0ED4-68396471FEE6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4E0B7FD-F13A-E9CB-72D9-D2137F24150C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9637559-CEEB-8F5B-9001-7B22B3B23842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BEF05BC-7A78-115E-A871-BCFC7334A28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411422A-C374-0206-4C22-1CAEF0F3F14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BD43237-4CDE-826E-9AD1-BE0388581AC5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A40CD27-5E24-DB23-FC63-468726CB746A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424FE82D-C5EE-876B-DEB9-D011E08D9A1D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98C2C24-39EF-B9BD-994D-0BC22C511F76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AC9F08AF-3A23-D6E0-1F08-02BCF275C117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09FD8381-EF4E-F9CE-C7FD-46B7AE3F29F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DEDF4A90-3867-A2C1-E97E-74C784A40B50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9B08A5E-F2E3-81C5-2D12-FF1D9C6C73EC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B817FB61-9468-48CA-F549-6FDF41FB6178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61BEBA80-AE22-80CF-BE32-9F9825F5DC80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1999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469E7-3EAD-7354-C4E6-3C3C49F9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D155D-7C53-000C-CD96-9EB69FEDBA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- 23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91FB669-E510-2094-AFED-CC2606A28F0B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056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49D988B-ED5E-86D6-0825-76EF6F356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C32FBE6-6A70-AFDE-5911-8158FA5923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083C9D8-1193-4822-D402-7596E035D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FC167C2-109D-42DF-F578-8482C6529F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65A8DD4E-2B26-FFA3-129A-28731295001E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A0A147-20EB-1AB0-A931-29CF829A2D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4960" y="2002718"/>
            <a:ext cx="6135267" cy="42954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4135835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2DD86-71E2-99AE-CFB9-66EDDE71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CA439988-33E3-A0D2-5433-236420EBCD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006C7FFE-71FD-15B2-16D1-A745C19C2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4B92EFA4-5C87-1392-34EE-E2B3D69BC38C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1688653-A695-FFCC-85C7-5CDD723B472C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F00D0E-EFA4-65D7-3777-068F7C228DAC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2914C577-D022-0B78-0BE7-5B3971CAB08D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7F24BDF-02D7-C2CA-5BC2-FE146D882AF5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45E2BFB5-7429-D3F0-AADA-7A9D6851DDB3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BDED0533-F204-C3B1-DC4E-3EBEB9080060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99FE40BA-A93D-5511-79ED-040872ED5510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B271C38-A6B7-97E1-FF90-4EC779BC304D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E26BABC-4F1D-D536-BB5C-8A41997FDD9E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B2BB6954-3680-65D2-8701-3673758ED776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6CA4958-97FB-E1E6-76E1-65A09FAAE589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FB35160-6DA0-4307-81CA-4A56E343A86C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0E97875-63B9-BB20-A101-1B1040814747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E0ED9551-24FE-A202-862A-27FFA485535A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6EC3E68-BCAE-6F5D-1048-6D2C3E4E7C8C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8C4668B-E141-C3E9-B216-B2139D4476CF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AC339B7D-A0EA-86B3-D3D2-ABF9156BE79E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E2F0C35D-F389-4505-F4C2-FB67E047DBC7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9EC102-5F43-6FAC-28B3-E1258C91538B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049C621-C6A4-05F3-6A69-FDA8E7D042C6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5C4DE54A-3599-8579-A18B-2D4BB8BD631B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AD9D7B9-FE49-EE99-C7F9-9BA5F90C5CA8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7A292D6F-1915-06A9-4436-FA87CAAECC48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62D4F484-373C-7D30-6D50-4F1105191620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ECCB2B60-D85D-A0B8-CDA5-0E298FCD40E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3B84173-0D61-E7D3-4184-9ADD9374726B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21D2525-3C2C-9458-A9B6-236253AA8E85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6E3F133-DAAE-D750-D776-A9329617A9AB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6A0EB88-E457-3C0D-25D1-5F111611A4D5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776A9E8-5252-09B4-D9E5-EC53D67F410E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547D7C6-4C55-F904-EBA7-A5609977DB10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05D9F4C-4667-2E18-7CF4-9926DD2F5975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7F17886-5647-39BF-ED4F-8E4BD0692113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7563BD4-23AF-9DEB-15FD-AB1D997A51FD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26D5D0B-C6F4-1522-029D-400843DEBC6E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EB190AC-E5DE-5735-935E-01192890771A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0E7C3C-2BC4-9CBD-3930-201C87B8DD57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C70D5DD-BF9C-F4EB-7241-0B3E47772846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F3BED92-7D62-B19D-0A03-97D21BF74525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8A30214-F493-B2B1-C39E-A1050AFCAA55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42C3E9D-D1A9-999C-413E-DF769E890407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5130DD3-CF73-DB46-DD07-CB8877A1EB9B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CB998C0-C0BE-3820-2A6F-94D5CF00CF23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D8AE4655-42E6-B6AD-C30C-93575806D0BD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130D864-CC68-51FB-637D-3C7116D6C3AB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7B9D1EEC-B3BF-0E31-1E31-C1AEA995A9F5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080EECB-5FAC-245F-BE44-414AA3A1D82E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5DA09-2B46-EB32-B851-95D164E9A499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9D79EC0-B12D-0FFA-10EC-68A117EBA939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D3F72A94-9885-BEB3-2364-05BD054EE5D3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290510E8-BD31-3B1D-BD5B-32842EA3F240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6C8785F2-DE84-935F-3A22-D6D461B82057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8E97C1D-EFA5-9B0D-2687-8DB5A5CE4CEC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CBC0115-1199-041A-5C5D-42D0F0997791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2284CBF-C021-4F01-3869-DECC9AF18DB9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F674239-785A-ACB9-A790-B71266929DB6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945A10A8-D86A-F7B8-4E4B-D6AD60F271DE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3A2437A-C588-BE92-A5A5-C53D4F9862C7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650D02F-0653-5746-30FC-4752547DB239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B564A873-AD02-CD35-4787-F34FA397BFB4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0398CB4C-29EE-7A9F-0B2D-144A8DC3FE0C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A26C4D36-872E-8C18-E086-F20292B4C0F9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5D4911D-69DE-C69A-5455-6A566E294C0E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E717843C-49D0-3F74-0F2D-0786B7F172AE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2998E180-5218-3057-5054-1A3AD3BAF5D6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6B73C88-0BBB-B4F0-5247-F19D1918BB56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C946852-5CCC-7EC6-2038-4BC39DA53428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2B730EC5-E818-6FEF-5C54-3C136811CFCD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9E1E393-FFA0-16E2-E98A-A2E448913D9A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AA92D27-3EAD-513A-AAFF-BD0078D32C87}"/>
              </a:ext>
            </a:extLst>
          </p:cNvPr>
          <p:cNvSpPr/>
          <p:nvPr/>
        </p:nvSpPr>
        <p:spPr>
          <a:xfrm>
            <a:off x="3783806" y="2962439"/>
            <a:ext cx="749300" cy="412586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F105F950-5408-1EDD-4221-5D4D5DA255A8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D6E5D52-2EA2-03F1-9298-BEF6FFEF2F6A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B39DB6B5-872E-AA94-A3D8-7D0B13C2D075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C854269B-23F2-6DF4-8903-A6BD316E9C7E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26FABBEB-E644-7038-94F6-50CF506B9AB5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3DCFCE6-FE6A-810B-9AB2-677C0043CDF1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A377B1ED-D9B1-7B7F-0E2B-554E714E8608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D97E7FB-230F-2C83-E051-E56AF594D46B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BF50E82A-4398-2481-1AC2-158D8B909571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9200CFB2-0913-27C6-BC5C-7E8AC6B485C4}"/>
              </a:ext>
            </a:extLst>
          </p:cNvPr>
          <p:cNvSpPr/>
          <p:nvPr/>
        </p:nvSpPr>
        <p:spPr>
          <a:xfrm>
            <a:off x="7888288" y="3341851"/>
            <a:ext cx="749300" cy="57292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956195A-C658-F6B1-98E8-38DA5D24B98F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16FFE225-15EC-B935-274C-8F976C094CF5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26EB6F35-D4B4-572A-CABB-A784832478D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D1EC124-59E4-C97F-5222-BC2F50F8A490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A0F0AAEE-06E6-39BA-6133-A81898070043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257C644-CDD3-97F9-7287-02D82A935316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F428B1C-48EA-E8AC-21FB-829B86F23934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2EE02DCB-5873-A08A-D494-98FB010F7382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F786EC6B-D15F-C3D2-C0C9-4E592BAEE735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49F608B6-87FC-F31F-74D7-D99CC9B994E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850519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DF299-5D17-E076-B61E-30E52F2D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A30B4-B5EF-8F7C-090C-AC01FB589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- 24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D7DCE79-50FA-ED94-5A84-BEE9785AA59A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057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B7C71E-DD9B-D56F-C8CB-0EEBE363F8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21557C0-6E94-29B0-CC6D-DB0857C8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ACE6C39-CDAC-800E-E261-EF8C605D0D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6CEED59-C627-94BE-B5A6-02F776E80C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93D9784-96D0-50A9-ABD1-CEC7070FFF45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443883D-FC66-9249-1BCA-3BDC57CD58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6963" y="2204662"/>
            <a:ext cx="6694670" cy="411485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1505118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F561F-7D02-1283-5785-9A392F140C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4">
            <a:extLst>
              <a:ext uri="{FF2B5EF4-FFF2-40B4-BE49-F238E27FC236}">
                <a16:creationId xmlns:a16="http://schemas.microsoft.com/office/drawing/2014/main" id="{91B6AA1D-2062-2BE6-7953-9BCC09185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2577" y="0"/>
            <a:ext cx="7946845" cy="68580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B6E9A99-28A2-037E-0188-19C81EB25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0579" y="4119936"/>
            <a:ext cx="1715785" cy="441789"/>
          </a:xfrm>
          <a:prstGeom prst="rect">
            <a:avLst/>
          </a:prstGeom>
        </p:spPr>
      </p:pic>
      <p:sp>
        <p:nvSpPr>
          <p:cNvPr id="50" name="Title 1">
            <a:extLst>
              <a:ext uri="{FF2B5EF4-FFF2-40B4-BE49-F238E27FC236}">
                <a16:creationId xmlns:a16="http://schemas.microsoft.com/office/drawing/2014/main" id="{B104D138-F488-CB2E-E034-FE1BE3F046C0}"/>
              </a:ext>
            </a:extLst>
          </p:cNvPr>
          <p:cNvSpPr txBox="1">
            <a:spLocks/>
          </p:cNvSpPr>
          <p:nvPr/>
        </p:nvSpPr>
        <p:spPr>
          <a:xfrm rot="16200000">
            <a:off x="-2633620" y="2705538"/>
            <a:ext cx="6667769" cy="1400530"/>
          </a:xfrm>
          <a:prstGeom prst="rect">
            <a:avLst/>
          </a:prstGeom>
        </p:spPr>
        <p:txBody>
          <a:bodyPr/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Essential EA Meta-Model</a:t>
            </a:r>
            <a:br>
              <a:rPr lang="en-US" b="1" dirty="0"/>
            </a:br>
            <a:r>
              <a:rPr lang="en-US" b="1" dirty="0"/>
              <a:t>- Application Layer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3D8058B-A88A-220A-37B1-05FDCCCA2083}"/>
              </a:ext>
            </a:extLst>
          </p:cNvPr>
          <p:cNvCxnSpPr>
            <a:cxnSpLocks/>
          </p:cNvCxnSpPr>
          <p:nvPr/>
        </p:nvCxnSpPr>
        <p:spPr>
          <a:xfrm>
            <a:off x="4406900" y="433388"/>
            <a:ext cx="0" cy="126206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E193523-6206-BE27-E577-6953A5E2708B}"/>
              </a:ext>
            </a:extLst>
          </p:cNvPr>
          <p:cNvCxnSpPr>
            <a:cxnSpLocks/>
          </p:cNvCxnSpPr>
          <p:nvPr/>
        </p:nvCxnSpPr>
        <p:spPr>
          <a:xfrm>
            <a:off x="3528060" y="762000"/>
            <a:ext cx="48910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96144DC1-4ED7-88B7-C06D-B4BB307C729B}"/>
              </a:ext>
            </a:extLst>
          </p:cNvPr>
          <p:cNvSpPr/>
          <p:nvPr/>
        </p:nvSpPr>
        <p:spPr>
          <a:xfrm>
            <a:off x="5334000" y="423862"/>
            <a:ext cx="266700" cy="147637"/>
          </a:xfrm>
          <a:custGeom>
            <a:avLst/>
            <a:gdLst>
              <a:gd name="csX0" fmla="*/ 0 w 266700"/>
              <a:gd name="csY0" fmla="*/ 0 h 157162"/>
              <a:gd name="csX1" fmla="*/ 4763 w 266700"/>
              <a:gd name="csY1" fmla="*/ 61912 h 157162"/>
              <a:gd name="csX2" fmla="*/ 261938 w 266700"/>
              <a:gd name="csY2" fmla="*/ 66675 h 157162"/>
              <a:gd name="csX3" fmla="*/ 266700 w 266700"/>
              <a:gd name="csY3" fmla="*/ 157162 h 1571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66700" h="157162">
                <a:moveTo>
                  <a:pt x="0" y="0"/>
                </a:moveTo>
                <a:lnTo>
                  <a:pt x="4763" y="61912"/>
                </a:lnTo>
                <a:lnTo>
                  <a:pt x="261938" y="66675"/>
                </a:lnTo>
                <a:lnTo>
                  <a:pt x="266700" y="1571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7B494B2F-6C8E-7E77-D1F1-66E93C687C28}"/>
              </a:ext>
            </a:extLst>
          </p:cNvPr>
          <p:cNvSpPr/>
          <p:nvPr/>
        </p:nvSpPr>
        <p:spPr>
          <a:xfrm>
            <a:off x="4772025" y="711519"/>
            <a:ext cx="628650" cy="45719"/>
          </a:xfrm>
          <a:custGeom>
            <a:avLst/>
            <a:gdLst>
              <a:gd name="csX0" fmla="*/ 0 w 628650"/>
              <a:gd name="csY0" fmla="*/ 0 h 0"/>
              <a:gd name="csX1" fmla="*/ 628650 w 628650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>
                <a:moveTo>
                  <a:pt x="0" y="0"/>
                </a:moveTo>
                <a:lnTo>
                  <a:pt x="628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6CF307EA-EA4A-3559-C99A-3101A4BD65E7}"/>
              </a:ext>
            </a:extLst>
          </p:cNvPr>
          <p:cNvSpPr/>
          <p:nvPr/>
        </p:nvSpPr>
        <p:spPr>
          <a:xfrm>
            <a:off x="5953125" y="423863"/>
            <a:ext cx="257175" cy="142875"/>
          </a:xfrm>
          <a:custGeom>
            <a:avLst/>
            <a:gdLst>
              <a:gd name="csX0" fmla="*/ 257175 w 257175"/>
              <a:gd name="csY0" fmla="*/ 0 h 142875"/>
              <a:gd name="csX1" fmla="*/ 257175 w 257175"/>
              <a:gd name="csY1" fmla="*/ 52387 h 142875"/>
              <a:gd name="csX2" fmla="*/ 0 w 257175"/>
              <a:gd name="csY2" fmla="*/ 52387 h 142875"/>
              <a:gd name="csX3" fmla="*/ 4763 w 257175"/>
              <a:gd name="csY3" fmla="*/ 142875 h 142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7175" h="142875">
                <a:moveTo>
                  <a:pt x="257175" y="0"/>
                </a:moveTo>
                <a:lnTo>
                  <a:pt x="257175" y="52387"/>
                </a:lnTo>
                <a:lnTo>
                  <a:pt x="0" y="52387"/>
                </a:lnTo>
                <a:lnTo>
                  <a:pt x="4763" y="142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: Shape 5">
            <a:extLst>
              <a:ext uri="{FF2B5EF4-FFF2-40B4-BE49-F238E27FC236}">
                <a16:creationId xmlns:a16="http://schemas.microsoft.com/office/drawing/2014/main" id="{E183CCFC-6D6E-A497-0F4B-415B8D1FFB4C}"/>
              </a:ext>
            </a:extLst>
          </p:cNvPr>
          <p:cNvSpPr/>
          <p:nvPr/>
        </p:nvSpPr>
        <p:spPr>
          <a:xfrm>
            <a:off x="5957888" y="847725"/>
            <a:ext cx="252412" cy="190500"/>
          </a:xfrm>
          <a:custGeom>
            <a:avLst/>
            <a:gdLst>
              <a:gd name="csX0" fmla="*/ 190500 w 252412"/>
              <a:gd name="csY0" fmla="*/ 0 h 190500"/>
              <a:gd name="csX1" fmla="*/ 252412 w 252412"/>
              <a:gd name="csY1" fmla="*/ 0 h 190500"/>
              <a:gd name="csX2" fmla="*/ 252412 w 252412"/>
              <a:gd name="csY2" fmla="*/ 190500 h 190500"/>
              <a:gd name="csX3" fmla="*/ 4762 w 252412"/>
              <a:gd name="csY3" fmla="*/ 190500 h 190500"/>
              <a:gd name="csX4" fmla="*/ 0 w 252412"/>
              <a:gd name="csY4" fmla="*/ 104775 h 1905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52412" h="190500">
                <a:moveTo>
                  <a:pt x="190500" y="0"/>
                </a:moveTo>
                <a:lnTo>
                  <a:pt x="252412" y="0"/>
                </a:lnTo>
                <a:lnTo>
                  <a:pt x="252412" y="190500"/>
                </a:lnTo>
                <a:lnTo>
                  <a:pt x="4762" y="190500"/>
                </a:lnTo>
                <a:lnTo>
                  <a:pt x="0" y="1047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D8992450-05A6-1AAA-9602-51DE33FBA642}"/>
              </a:ext>
            </a:extLst>
          </p:cNvPr>
          <p:cNvSpPr/>
          <p:nvPr/>
        </p:nvSpPr>
        <p:spPr>
          <a:xfrm>
            <a:off x="5080000" y="850900"/>
            <a:ext cx="317500" cy="177800"/>
          </a:xfrm>
          <a:custGeom>
            <a:avLst/>
            <a:gdLst>
              <a:gd name="csX0" fmla="*/ 317500 w 317500"/>
              <a:gd name="csY0" fmla="*/ 0 h 177800"/>
              <a:gd name="csX1" fmla="*/ 0 w 317500"/>
              <a:gd name="csY1" fmla="*/ 0 h 177800"/>
              <a:gd name="csX2" fmla="*/ 0 w 3175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17500" h="177800">
                <a:moveTo>
                  <a:pt x="3175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66E6BE6-9FCC-8C3D-3DE6-86CD142CBEE4}"/>
              </a:ext>
            </a:extLst>
          </p:cNvPr>
          <p:cNvSpPr/>
          <p:nvPr/>
        </p:nvSpPr>
        <p:spPr>
          <a:xfrm>
            <a:off x="6140450" y="749300"/>
            <a:ext cx="628650" cy="6350"/>
          </a:xfrm>
          <a:custGeom>
            <a:avLst/>
            <a:gdLst>
              <a:gd name="csX0" fmla="*/ 0 w 628650"/>
              <a:gd name="csY0" fmla="*/ 0 h 6350"/>
              <a:gd name="csX1" fmla="*/ 628650 w 628650"/>
              <a:gd name="csY1" fmla="*/ 6350 h 6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28650" h="6350">
                <a:moveTo>
                  <a:pt x="0" y="0"/>
                </a:moveTo>
                <a:lnTo>
                  <a:pt x="628650" y="6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CB45122-CE4E-BF73-71B8-AB2AE2E23FBB}"/>
              </a:ext>
            </a:extLst>
          </p:cNvPr>
          <p:cNvSpPr/>
          <p:nvPr/>
        </p:nvSpPr>
        <p:spPr>
          <a:xfrm>
            <a:off x="7138987" y="414339"/>
            <a:ext cx="45719" cy="152400"/>
          </a:xfrm>
          <a:custGeom>
            <a:avLst/>
            <a:gdLst>
              <a:gd name="csX0" fmla="*/ 0 w 0"/>
              <a:gd name="csY0" fmla="*/ 0 h 166687"/>
              <a:gd name="csX1" fmla="*/ 0 w 0"/>
              <a:gd name="csY1" fmla="*/ 166687 h 16668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66687">
                <a:moveTo>
                  <a:pt x="0" y="0"/>
                </a:moveTo>
                <a:lnTo>
                  <a:pt x="0" y="16668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47793F71-C8E2-D8A7-04DF-6DD2DDD0D813}"/>
              </a:ext>
            </a:extLst>
          </p:cNvPr>
          <p:cNvSpPr/>
          <p:nvPr/>
        </p:nvSpPr>
        <p:spPr>
          <a:xfrm>
            <a:off x="7527131" y="423863"/>
            <a:ext cx="578644" cy="242887"/>
          </a:xfrm>
          <a:custGeom>
            <a:avLst/>
            <a:gdLst>
              <a:gd name="csX0" fmla="*/ 0 w 595312"/>
              <a:gd name="csY0" fmla="*/ 242887 h 242887"/>
              <a:gd name="csX1" fmla="*/ 595312 w 595312"/>
              <a:gd name="csY1" fmla="*/ 238125 h 242887"/>
              <a:gd name="csX2" fmla="*/ 595312 w 595312"/>
              <a:gd name="csY2" fmla="*/ 0 h 24288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95312" h="242887">
                <a:moveTo>
                  <a:pt x="0" y="242887"/>
                </a:moveTo>
                <a:lnTo>
                  <a:pt x="595312" y="238125"/>
                </a:lnTo>
                <a:lnTo>
                  <a:pt x="59531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C10D8EF3-D3AC-51D3-F656-8C44EA0B996A}"/>
              </a:ext>
            </a:extLst>
          </p:cNvPr>
          <p:cNvSpPr/>
          <p:nvPr/>
        </p:nvSpPr>
        <p:spPr>
          <a:xfrm>
            <a:off x="7522369" y="423863"/>
            <a:ext cx="1238250" cy="333375"/>
          </a:xfrm>
          <a:custGeom>
            <a:avLst/>
            <a:gdLst>
              <a:gd name="csX0" fmla="*/ 1235869 w 1238250"/>
              <a:gd name="csY0" fmla="*/ 0 h 333375"/>
              <a:gd name="csX1" fmla="*/ 1238250 w 1238250"/>
              <a:gd name="csY1" fmla="*/ 333375 h 333375"/>
              <a:gd name="csX2" fmla="*/ 0 w 1238250"/>
              <a:gd name="csY2" fmla="*/ 333375 h 3333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238250" h="333375">
                <a:moveTo>
                  <a:pt x="1235869" y="0"/>
                </a:moveTo>
                <a:cubicBezTo>
                  <a:pt x="1236663" y="111125"/>
                  <a:pt x="1237456" y="222250"/>
                  <a:pt x="1238250" y="333375"/>
                </a:cubicBezTo>
                <a:lnTo>
                  <a:pt x="0" y="333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12F44CD-04A6-F69B-B9F6-5B91322AEE07}"/>
              </a:ext>
            </a:extLst>
          </p:cNvPr>
          <p:cNvSpPr/>
          <p:nvPr/>
        </p:nvSpPr>
        <p:spPr>
          <a:xfrm>
            <a:off x="4403724" y="955675"/>
            <a:ext cx="45719" cy="568325"/>
          </a:xfrm>
          <a:custGeom>
            <a:avLst/>
            <a:gdLst>
              <a:gd name="csX0" fmla="*/ 0 w 0"/>
              <a:gd name="csY0" fmla="*/ 0 h 596900"/>
              <a:gd name="csX1" fmla="*/ 0 w 0"/>
              <a:gd name="csY1" fmla="*/ 59690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596900">
                <a:moveTo>
                  <a:pt x="0" y="0"/>
                </a:moveTo>
                <a:lnTo>
                  <a:pt x="0" y="5969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13038C7-B6D6-B66E-0143-7D190239AB55}"/>
              </a:ext>
            </a:extLst>
          </p:cNvPr>
          <p:cNvSpPr/>
          <p:nvPr/>
        </p:nvSpPr>
        <p:spPr>
          <a:xfrm>
            <a:off x="4791075" y="955675"/>
            <a:ext cx="835025" cy="771525"/>
          </a:xfrm>
          <a:custGeom>
            <a:avLst/>
            <a:gdLst>
              <a:gd name="csX0" fmla="*/ 793750 w 835025"/>
              <a:gd name="csY0" fmla="*/ 0 h 771525"/>
              <a:gd name="csX1" fmla="*/ 796925 w 835025"/>
              <a:gd name="csY1" fmla="*/ 485775 h 771525"/>
              <a:gd name="csX2" fmla="*/ 835025 w 835025"/>
              <a:gd name="csY2" fmla="*/ 508000 h 771525"/>
              <a:gd name="csX3" fmla="*/ 835025 w 835025"/>
              <a:gd name="csY3" fmla="*/ 549275 h 771525"/>
              <a:gd name="csX4" fmla="*/ 796925 w 835025"/>
              <a:gd name="csY4" fmla="*/ 565150 h 771525"/>
              <a:gd name="csX5" fmla="*/ 793750 w 835025"/>
              <a:gd name="csY5" fmla="*/ 768350 h 771525"/>
              <a:gd name="csX6" fmla="*/ 0 w 835025"/>
              <a:gd name="csY6" fmla="*/ 771525 h 771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835025" h="771525">
                <a:moveTo>
                  <a:pt x="793750" y="0"/>
                </a:moveTo>
                <a:cubicBezTo>
                  <a:pt x="794808" y="161925"/>
                  <a:pt x="795867" y="323850"/>
                  <a:pt x="796925" y="485775"/>
                </a:cubicBezTo>
                <a:lnTo>
                  <a:pt x="835025" y="508000"/>
                </a:lnTo>
                <a:lnTo>
                  <a:pt x="835025" y="549275"/>
                </a:lnTo>
                <a:lnTo>
                  <a:pt x="796925" y="565150"/>
                </a:lnTo>
                <a:cubicBezTo>
                  <a:pt x="795867" y="632883"/>
                  <a:pt x="794808" y="700617"/>
                  <a:pt x="793750" y="768350"/>
                </a:cubicBezTo>
                <a:lnTo>
                  <a:pt x="0" y="77152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86D73C8D-24F6-6C27-0AEE-D42814223C7B}"/>
              </a:ext>
            </a:extLst>
          </p:cNvPr>
          <p:cNvSpPr/>
          <p:nvPr/>
        </p:nvSpPr>
        <p:spPr>
          <a:xfrm>
            <a:off x="4586288" y="952500"/>
            <a:ext cx="2309812" cy="1104900"/>
          </a:xfrm>
          <a:custGeom>
            <a:avLst/>
            <a:gdLst>
              <a:gd name="csX0" fmla="*/ 0 w 2309812"/>
              <a:gd name="csY0" fmla="*/ 0 h 1104900"/>
              <a:gd name="csX1" fmla="*/ 4762 w 2309812"/>
              <a:gd name="csY1" fmla="*/ 523875 h 1104900"/>
              <a:gd name="csX2" fmla="*/ 2309812 w 2309812"/>
              <a:gd name="csY2" fmla="*/ 523875 h 1104900"/>
              <a:gd name="csX3" fmla="*/ 2305050 w 2309812"/>
              <a:gd name="csY3" fmla="*/ 1104900 h 1104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9812" h="1104900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2309812" y="523875"/>
                </a:lnTo>
                <a:cubicBezTo>
                  <a:pt x="2308225" y="717550"/>
                  <a:pt x="2306637" y="911225"/>
                  <a:pt x="2305050" y="11049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10D54093-9CD7-6D1D-C1C4-6C1905802F58}"/>
              </a:ext>
            </a:extLst>
          </p:cNvPr>
          <p:cNvSpPr/>
          <p:nvPr/>
        </p:nvSpPr>
        <p:spPr>
          <a:xfrm>
            <a:off x="7453313" y="2252663"/>
            <a:ext cx="371475" cy="4762"/>
          </a:xfrm>
          <a:custGeom>
            <a:avLst/>
            <a:gdLst>
              <a:gd name="csX0" fmla="*/ 0 w 371475"/>
              <a:gd name="csY0" fmla="*/ 0 h 4762"/>
              <a:gd name="csX1" fmla="*/ 371475 w 371475"/>
              <a:gd name="csY1" fmla="*/ 4762 h 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1475" h="4762">
                <a:moveTo>
                  <a:pt x="0" y="0"/>
                </a:moveTo>
                <a:lnTo>
                  <a:pt x="371475" y="476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1C969E1-992F-927C-6B6F-CD211F3A8922}"/>
              </a:ext>
            </a:extLst>
          </p:cNvPr>
          <p:cNvSpPr/>
          <p:nvPr/>
        </p:nvSpPr>
        <p:spPr>
          <a:xfrm>
            <a:off x="7767638" y="1290638"/>
            <a:ext cx="495300" cy="185737"/>
          </a:xfrm>
          <a:custGeom>
            <a:avLst/>
            <a:gdLst>
              <a:gd name="csX0" fmla="*/ 495300 w 495300"/>
              <a:gd name="csY0" fmla="*/ 0 h 185737"/>
              <a:gd name="csX1" fmla="*/ 0 w 495300"/>
              <a:gd name="csY1" fmla="*/ 0 h 185737"/>
              <a:gd name="csX2" fmla="*/ 0 w 495300"/>
              <a:gd name="csY2" fmla="*/ 185737 h 1857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5300" h="185737">
                <a:moveTo>
                  <a:pt x="495300" y="0"/>
                </a:moveTo>
                <a:lnTo>
                  <a:pt x="0" y="0"/>
                </a:lnTo>
                <a:lnTo>
                  <a:pt x="0" y="1857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52B846DD-825D-48C6-BBC9-E21E31C5C7A2}"/>
              </a:ext>
            </a:extLst>
          </p:cNvPr>
          <p:cNvSpPr/>
          <p:nvPr/>
        </p:nvSpPr>
        <p:spPr>
          <a:xfrm>
            <a:off x="7262813" y="1662113"/>
            <a:ext cx="119062" cy="404812"/>
          </a:xfrm>
          <a:custGeom>
            <a:avLst/>
            <a:gdLst>
              <a:gd name="csX0" fmla="*/ 119062 w 119062"/>
              <a:gd name="csY0" fmla="*/ 0 h 404812"/>
              <a:gd name="csX1" fmla="*/ 0 w 119062"/>
              <a:gd name="csY1" fmla="*/ 0 h 404812"/>
              <a:gd name="csX2" fmla="*/ 4762 w 119062"/>
              <a:gd name="csY2" fmla="*/ 404812 h 4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9062" h="404812">
                <a:moveTo>
                  <a:pt x="119062" y="0"/>
                </a:moveTo>
                <a:lnTo>
                  <a:pt x="0" y="0"/>
                </a:lnTo>
                <a:cubicBezTo>
                  <a:pt x="1587" y="134937"/>
                  <a:pt x="3175" y="269875"/>
                  <a:pt x="4762" y="404812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B56F702C-6265-83F8-1269-5F51BDC6D6EE}"/>
              </a:ext>
            </a:extLst>
          </p:cNvPr>
          <p:cNvSpPr/>
          <p:nvPr/>
        </p:nvSpPr>
        <p:spPr>
          <a:xfrm>
            <a:off x="6391275" y="1223963"/>
            <a:ext cx="1862138" cy="376237"/>
          </a:xfrm>
          <a:custGeom>
            <a:avLst/>
            <a:gdLst>
              <a:gd name="csX0" fmla="*/ 1862138 w 1862138"/>
              <a:gd name="csY0" fmla="*/ 0 h 376237"/>
              <a:gd name="csX1" fmla="*/ 0 w 1862138"/>
              <a:gd name="csY1" fmla="*/ 4762 h 376237"/>
              <a:gd name="csX2" fmla="*/ 0 w 1862138"/>
              <a:gd name="csY2" fmla="*/ 200025 h 376237"/>
              <a:gd name="csX3" fmla="*/ 38100 w 1862138"/>
              <a:gd name="csY3" fmla="*/ 219075 h 376237"/>
              <a:gd name="csX4" fmla="*/ 42863 w 1862138"/>
              <a:gd name="csY4" fmla="*/ 285750 h 376237"/>
              <a:gd name="csX5" fmla="*/ 0 w 1862138"/>
              <a:gd name="csY5" fmla="*/ 304800 h 376237"/>
              <a:gd name="csX6" fmla="*/ 4763 w 1862138"/>
              <a:gd name="csY6" fmla="*/ 376237 h 3762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862138" h="376237">
                <a:moveTo>
                  <a:pt x="1862138" y="0"/>
                </a:moveTo>
                <a:lnTo>
                  <a:pt x="0" y="4762"/>
                </a:lnTo>
                <a:lnTo>
                  <a:pt x="0" y="200025"/>
                </a:lnTo>
                <a:lnTo>
                  <a:pt x="38100" y="219075"/>
                </a:lnTo>
                <a:lnTo>
                  <a:pt x="42863" y="285750"/>
                </a:lnTo>
                <a:lnTo>
                  <a:pt x="0" y="304800"/>
                </a:lnTo>
                <a:lnTo>
                  <a:pt x="4763" y="3762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429158D4-EF7E-A6C6-1687-5FFFBD473E16}"/>
              </a:ext>
            </a:extLst>
          </p:cNvPr>
          <p:cNvSpPr/>
          <p:nvPr/>
        </p:nvSpPr>
        <p:spPr>
          <a:xfrm>
            <a:off x="5715000" y="1971675"/>
            <a:ext cx="676275" cy="133350"/>
          </a:xfrm>
          <a:custGeom>
            <a:avLst/>
            <a:gdLst>
              <a:gd name="csX0" fmla="*/ 676275 w 676275"/>
              <a:gd name="csY0" fmla="*/ 0 h 133350"/>
              <a:gd name="csX1" fmla="*/ 676275 w 676275"/>
              <a:gd name="csY1" fmla="*/ 133350 h 133350"/>
              <a:gd name="csX2" fmla="*/ 142875 w 676275"/>
              <a:gd name="csY2" fmla="*/ 133350 h 133350"/>
              <a:gd name="csX3" fmla="*/ 147638 w 676275"/>
              <a:gd name="csY3" fmla="*/ 57150 h 133350"/>
              <a:gd name="csX4" fmla="*/ 0 w 676275"/>
              <a:gd name="csY4" fmla="*/ 61913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676275" h="133350">
                <a:moveTo>
                  <a:pt x="676275" y="0"/>
                </a:moveTo>
                <a:lnTo>
                  <a:pt x="676275" y="133350"/>
                </a:lnTo>
                <a:lnTo>
                  <a:pt x="142875" y="133350"/>
                </a:lnTo>
                <a:lnTo>
                  <a:pt x="147638" y="57150"/>
                </a:lnTo>
                <a:lnTo>
                  <a:pt x="0" y="6191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8E1E2DD-7F97-C17C-830E-12D8741275DA}"/>
              </a:ext>
            </a:extLst>
          </p:cNvPr>
          <p:cNvSpPr/>
          <p:nvPr/>
        </p:nvSpPr>
        <p:spPr>
          <a:xfrm>
            <a:off x="4531519" y="2159794"/>
            <a:ext cx="416719" cy="821531"/>
          </a:xfrm>
          <a:custGeom>
            <a:avLst/>
            <a:gdLst>
              <a:gd name="csX0" fmla="*/ 416719 w 416719"/>
              <a:gd name="csY0" fmla="*/ 0 h 821531"/>
              <a:gd name="csX1" fmla="*/ 200025 w 416719"/>
              <a:gd name="csY1" fmla="*/ 0 h 821531"/>
              <a:gd name="csX2" fmla="*/ 197644 w 416719"/>
              <a:gd name="csY2" fmla="*/ 495300 h 821531"/>
              <a:gd name="csX3" fmla="*/ 166687 w 416719"/>
              <a:gd name="csY3" fmla="*/ 504825 h 821531"/>
              <a:gd name="csX4" fmla="*/ 166687 w 416719"/>
              <a:gd name="csY4" fmla="*/ 550069 h 821531"/>
              <a:gd name="csX5" fmla="*/ 195262 w 416719"/>
              <a:gd name="csY5" fmla="*/ 566737 h 821531"/>
              <a:gd name="csX6" fmla="*/ 192881 w 416719"/>
              <a:gd name="csY6" fmla="*/ 821531 h 821531"/>
              <a:gd name="csX7" fmla="*/ 0 w 416719"/>
              <a:gd name="csY7" fmla="*/ 821531 h 8215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6719" h="821531">
                <a:moveTo>
                  <a:pt x="416719" y="0"/>
                </a:moveTo>
                <a:lnTo>
                  <a:pt x="200025" y="0"/>
                </a:lnTo>
                <a:cubicBezTo>
                  <a:pt x="199231" y="165100"/>
                  <a:pt x="198438" y="330200"/>
                  <a:pt x="197644" y="495300"/>
                </a:cubicBezTo>
                <a:lnTo>
                  <a:pt x="166687" y="504825"/>
                </a:lnTo>
                <a:lnTo>
                  <a:pt x="166687" y="550069"/>
                </a:lnTo>
                <a:lnTo>
                  <a:pt x="195262" y="566737"/>
                </a:lnTo>
                <a:cubicBezTo>
                  <a:pt x="194468" y="651668"/>
                  <a:pt x="193675" y="736600"/>
                  <a:pt x="192881" y="821531"/>
                </a:cubicBezTo>
                <a:lnTo>
                  <a:pt x="0" y="821531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39F81DE9-D8D5-4458-59EF-ABE43549ED2E}"/>
              </a:ext>
            </a:extLst>
          </p:cNvPr>
          <p:cNvSpPr/>
          <p:nvPr/>
        </p:nvSpPr>
        <p:spPr>
          <a:xfrm>
            <a:off x="4150519" y="2771775"/>
            <a:ext cx="2381" cy="192881"/>
          </a:xfrm>
          <a:custGeom>
            <a:avLst/>
            <a:gdLst>
              <a:gd name="csX0" fmla="*/ 0 w 2381"/>
              <a:gd name="csY0" fmla="*/ 192881 h 192881"/>
              <a:gd name="csX1" fmla="*/ 2381 w 2381"/>
              <a:gd name="csY1" fmla="*/ 0 h 19288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381" h="192881">
                <a:moveTo>
                  <a:pt x="0" y="192881"/>
                </a:moveTo>
                <a:cubicBezTo>
                  <a:pt x="794" y="128587"/>
                  <a:pt x="1587" y="64294"/>
                  <a:pt x="2381" y="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33AF245-CBEA-B0AE-468A-25F6B13CCF27}"/>
              </a:ext>
            </a:extLst>
          </p:cNvPr>
          <p:cNvSpPr/>
          <p:nvPr/>
        </p:nvSpPr>
        <p:spPr>
          <a:xfrm>
            <a:off x="3717131" y="3402806"/>
            <a:ext cx="250032" cy="247650"/>
          </a:xfrm>
          <a:custGeom>
            <a:avLst/>
            <a:gdLst>
              <a:gd name="csX0" fmla="*/ 0 w 250032"/>
              <a:gd name="csY0" fmla="*/ 247650 h 247650"/>
              <a:gd name="csX1" fmla="*/ 4763 w 250032"/>
              <a:gd name="csY1" fmla="*/ 95250 h 247650"/>
              <a:gd name="csX2" fmla="*/ 250032 w 250032"/>
              <a:gd name="csY2" fmla="*/ 92869 h 247650"/>
              <a:gd name="csX3" fmla="*/ 250032 w 250032"/>
              <a:gd name="csY3" fmla="*/ 0 h 2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50032" h="247650">
                <a:moveTo>
                  <a:pt x="0" y="247650"/>
                </a:moveTo>
                <a:lnTo>
                  <a:pt x="4763" y="95250"/>
                </a:lnTo>
                <a:lnTo>
                  <a:pt x="250032" y="92869"/>
                </a:lnTo>
                <a:lnTo>
                  <a:pt x="250032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D29D136-407B-F294-A368-B8B4E49AF133}"/>
              </a:ext>
            </a:extLst>
          </p:cNvPr>
          <p:cNvSpPr/>
          <p:nvPr/>
        </p:nvSpPr>
        <p:spPr>
          <a:xfrm>
            <a:off x="4338638" y="3400425"/>
            <a:ext cx="314325" cy="240506"/>
          </a:xfrm>
          <a:custGeom>
            <a:avLst/>
            <a:gdLst>
              <a:gd name="csX0" fmla="*/ 0 w 314325"/>
              <a:gd name="csY0" fmla="*/ 0 h 240506"/>
              <a:gd name="csX1" fmla="*/ 2381 w 314325"/>
              <a:gd name="csY1" fmla="*/ 97631 h 240506"/>
              <a:gd name="csX2" fmla="*/ 309562 w 314325"/>
              <a:gd name="csY2" fmla="*/ 92869 h 240506"/>
              <a:gd name="csX3" fmla="*/ 314325 w 314325"/>
              <a:gd name="csY3" fmla="*/ 240506 h 24050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314325" h="240506">
                <a:moveTo>
                  <a:pt x="0" y="0"/>
                </a:moveTo>
                <a:cubicBezTo>
                  <a:pt x="794" y="32544"/>
                  <a:pt x="1587" y="65087"/>
                  <a:pt x="2381" y="97631"/>
                </a:cubicBezTo>
                <a:lnTo>
                  <a:pt x="309562" y="92869"/>
                </a:lnTo>
                <a:lnTo>
                  <a:pt x="314325" y="240506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2173B8F-2CDD-EB8D-2DEF-B5371EFF89CF}"/>
              </a:ext>
            </a:extLst>
          </p:cNvPr>
          <p:cNvSpPr/>
          <p:nvPr/>
        </p:nvSpPr>
        <p:spPr>
          <a:xfrm>
            <a:off x="4537075" y="2441575"/>
            <a:ext cx="2433638" cy="773113"/>
          </a:xfrm>
          <a:custGeom>
            <a:avLst/>
            <a:gdLst>
              <a:gd name="csX0" fmla="*/ 2387600 w 2433638"/>
              <a:gd name="csY0" fmla="*/ 0 h 752475"/>
              <a:gd name="csX1" fmla="*/ 2384425 w 2433638"/>
              <a:gd name="csY1" fmla="*/ 533400 h 752475"/>
              <a:gd name="csX2" fmla="*/ 2433638 w 2433638"/>
              <a:gd name="csY2" fmla="*/ 557213 h 752475"/>
              <a:gd name="csX3" fmla="*/ 2430463 w 2433638"/>
              <a:gd name="csY3" fmla="*/ 687388 h 752475"/>
              <a:gd name="csX4" fmla="*/ 2389188 w 2433638"/>
              <a:gd name="csY4" fmla="*/ 706438 h 752475"/>
              <a:gd name="csX5" fmla="*/ 2390775 w 2433638"/>
              <a:gd name="csY5" fmla="*/ 747713 h 752475"/>
              <a:gd name="csX6" fmla="*/ 0 w 2433638"/>
              <a:gd name="csY6" fmla="*/ 752475 h 7524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2433638" h="752475">
                <a:moveTo>
                  <a:pt x="2387600" y="0"/>
                </a:moveTo>
                <a:cubicBezTo>
                  <a:pt x="2386542" y="177800"/>
                  <a:pt x="2385483" y="355600"/>
                  <a:pt x="2384425" y="533400"/>
                </a:cubicBezTo>
                <a:lnTo>
                  <a:pt x="2433638" y="557213"/>
                </a:lnTo>
                <a:cubicBezTo>
                  <a:pt x="2432580" y="600605"/>
                  <a:pt x="2431521" y="643996"/>
                  <a:pt x="2430463" y="687388"/>
                </a:cubicBezTo>
                <a:lnTo>
                  <a:pt x="2389188" y="706438"/>
                </a:lnTo>
                <a:lnTo>
                  <a:pt x="2390775" y="747713"/>
                </a:lnTo>
                <a:lnTo>
                  <a:pt x="0" y="752475"/>
                </a:lnTo>
              </a:path>
            </a:pathLst>
          </a:cu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2FDA1E06-99E1-AFD2-AA81-ACBE6047EB50}"/>
              </a:ext>
            </a:extLst>
          </p:cNvPr>
          <p:cNvSpPr/>
          <p:nvPr/>
        </p:nvSpPr>
        <p:spPr>
          <a:xfrm>
            <a:off x="6207125" y="2249488"/>
            <a:ext cx="496888" cy="336550"/>
          </a:xfrm>
          <a:custGeom>
            <a:avLst/>
            <a:gdLst>
              <a:gd name="csX0" fmla="*/ 496888 w 496888"/>
              <a:gd name="csY0" fmla="*/ 0 h 336550"/>
              <a:gd name="csX1" fmla="*/ 0 w 496888"/>
              <a:gd name="csY1" fmla="*/ 0 h 336550"/>
              <a:gd name="csX2" fmla="*/ 0 w 496888"/>
              <a:gd name="csY2" fmla="*/ 336550 h 336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96888" h="336550">
                <a:moveTo>
                  <a:pt x="496888" y="0"/>
                </a:moveTo>
                <a:lnTo>
                  <a:pt x="0" y="0"/>
                </a:lnTo>
                <a:lnTo>
                  <a:pt x="0" y="3365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CC57B01-7552-472D-7667-CBDE77CA9A87}"/>
              </a:ext>
            </a:extLst>
          </p:cNvPr>
          <p:cNvSpPr/>
          <p:nvPr/>
        </p:nvSpPr>
        <p:spPr>
          <a:xfrm>
            <a:off x="5394882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6C5E0C-A256-8331-6FD8-421CCBAC17FC}"/>
              </a:ext>
            </a:extLst>
          </p:cNvPr>
          <p:cNvSpPr/>
          <p:nvPr/>
        </p:nvSpPr>
        <p:spPr>
          <a:xfrm>
            <a:off x="7392988" y="1478757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BA985AC-DFA7-F008-34C3-ADD01D9D8DB4}"/>
              </a:ext>
            </a:extLst>
          </p:cNvPr>
          <p:cNvSpPr/>
          <p:nvPr/>
        </p:nvSpPr>
        <p:spPr>
          <a:xfrm>
            <a:off x="6019800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B6E88EC-D6D4-E55F-BE0D-69B42D3FDF4A}"/>
              </a:ext>
            </a:extLst>
          </p:cNvPr>
          <p:cNvSpPr/>
          <p:nvPr/>
        </p:nvSpPr>
        <p:spPr>
          <a:xfrm>
            <a:off x="6759575" y="57864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02DC8FE-89C9-9D68-B4BB-AAD0D47743BC}"/>
              </a:ext>
            </a:extLst>
          </p:cNvPr>
          <p:cNvSpPr/>
          <p:nvPr/>
        </p:nvSpPr>
        <p:spPr>
          <a:xfrm>
            <a:off x="4705350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AE39EC8-49D5-31B8-E677-6D767A27D09C}"/>
              </a:ext>
            </a:extLst>
          </p:cNvPr>
          <p:cNvSpPr/>
          <p:nvPr/>
        </p:nvSpPr>
        <p:spPr>
          <a:xfrm>
            <a:off x="4025900" y="1539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DE5702D-09E4-54C0-40F8-48EF8C1E8919}"/>
              </a:ext>
            </a:extLst>
          </p:cNvPr>
          <p:cNvSpPr/>
          <p:nvPr/>
        </p:nvSpPr>
        <p:spPr>
          <a:xfrm>
            <a:off x="4030189" y="5754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B8060DB-0773-9D67-2554-797F3F111E9B}"/>
              </a:ext>
            </a:extLst>
          </p:cNvPr>
          <p:cNvSpPr/>
          <p:nvPr/>
        </p:nvSpPr>
        <p:spPr>
          <a:xfrm>
            <a:off x="4032250" y="388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084FCDF-933C-ABC8-C610-826F7F5F7027}"/>
              </a:ext>
            </a:extLst>
          </p:cNvPr>
          <p:cNvSpPr/>
          <p:nvPr/>
        </p:nvSpPr>
        <p:spPr>
          <a:xfrm>
            <a:off x="4956175" y="4524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865BB55-3D25-006A-E739-9533FA5CAD4A}"/>
              </a:ext>
            </a:extLst>
          </p:cNvPr>
          <p:cNvSpPr/>
          <p:nvPr/>
        </p:nvSpPr>
        <p:spPr>
          <a:xfrm>
            <a:off x="5832475" y="38893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D3EFB3A-BA49-078C-3E2F-01B24EB22199}"/>
              </a:ext>
            </a:extLst>
          </p:cNvPr>
          <p:cNvSpPr/>
          <p:nvPr/>
        </p:nvSpPr>
        <p:spPr>
          <a:xfrm>
            <a:off x="6769100" y="4524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1F400F5-1DF4-1EA5-F511-E82ABDDB7B91}"/>
              </a:ext>
            </a:extLst>
          </p:cNvPr>
          <p:cNvSpPr/>
          <p:nvPr/>
        </p:nvSpPr>
        <p:spPr>
          <a:xfrm>
            <a:off x="7731125" y="3810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C08BFC-A971-315A-1D79-6CE3B2FD1A2F}"/>
              </a:ext>
            </a:extLst>
          </p:cNvPr>
          <p:cNvSpPr/>
          <p:nvPr/>
        </p:nvSpPr>
        <p:spPr>
          <a:xfrm>
            <a:off x="8564562" y="3810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EFE466-14D7-395D-0EDA-840D100F5949}"/>
              </a:ext>
            </a:extLst>
          </p:cNvPr>
          <p:cNvSpPr/>
          <p:nvPr/>
        </p:nvSpPr>
        <p:spPr>
          <a:xfrm>
            <a:off x="8253413" y="10287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F73DC1-77B6-70A6-2B0C-76E8D2EF3553}"/>
              </a:ext>
            </a:extLst>
          </p:cNvPr>
          <p:cNvSpPr/>
          <p:nvPr/>
        </p:nvSpPr>
        <p:spPr>
          <a:xfrm>
            <a:off x="7829504" y="20601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9BF62D42-19EC-88C6-1A1E-28D3AC7B361E}"/>
              </a:ext>
            </a:extLst>
          </p:cNvPr>
          <p:cNvSpPr/>
          <p:nvPr/>
        </p:nvSpPr>
        <p:spPr>
          <a:xfrm>
            <a:off x="2783681" y="5738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CD185DF1-B52E-D386-64EE-E9EFA25C482E}"/>
              </a:ext>
            </a:extLst>
          </p:cNvPr>
          <p:cNvSpPr/>
          <p:nvPr/>
        </p:nvSpPr>
        <p:spPr>
          <a:xfrm>
            <a:off x="4152900" y="2032000"/>
            <a:ext cx="794591" cy="304800"/>
          </a:xfrm>
          <a:custGeom>
            <a:avLst/>
            <a:gdLst>
              <a:gd name="csX0" fmla="*/ 819150 w 819150"/>
              <a:gd name="csY0" fmla="*/ 6350 h 304800"/>
              <a:gd name="csX1" fmla="*/ 0 w 819150"/>
              <a:gd name="csY1" fmla="*/ 0 h 304800"/>
              <a:gd name="csX2" fmla="*/ 6350 w 819150"/>
              <a:gd name="csY2" fmla="*/ 304800 h 304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9150" h="304800">
                <a:moveTo>
                  <a:pt x="819150" y="6350"/>
                </a:moveTo>
                <a:lnTo>
                  <a:pt x="0" y="0"/>
                </a:lnTo>
                <a:lnTo>
                  <a:pt x="6350" y="304800"/>
                </a:lnTo>
              </a:path>
            </a:pathLst>
          </a:cu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83360AE-0CA9-3E02-2D8F-9F10C78C4C55}"/>
              </a:ext>
            </a:extLst>
          </p:cNvPr>
          <p:cNvSpPr/>
          <p:nvPr/>
        </p:nvSpPr>
        <p:spPr>
          <a:xfrm>
            <a:off x="4952207" y="185499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ECB170AB-DC28-B37D-71BD-2F6DC3F76BBE}"/>
              </a:ext>
            </a:extLst>
          </p:cNvPr>
          <p:cNvSpPr/>
          <p:nvPr/>
        </p:nvSpPr>
        <p:spPr>
          <a:xfrm>
            <a:off x="4538663" y="2971800"/>
            <a:ext cx="1671637" cy="180975"/>
          </a:xfrm>
          <a:custGeom>
            <a:avLst/>
            <a:gdLst>
              <a:gd name="csX0" fmla="*/ 0 w 1671637"/>
              <a:gd name="csY0" fmla="*/ 176213 h 180975"/>
              <a:gd name="csX1" fmla="*/ 1666875 w 1671637"/>
              <a:gd name="csY1" fmla="*/ 180975 h 180975"/>
              <a:gd name="csX2" fmla="*/ 1671637 w 1671637"/>
              <a:gd name="csY2" fmla="*/ 0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71637" h="180975">
                <a:moveTo>
                  <a:pt x="0" y="176213"/>
                </a:moveTo>
                <a:lnTo>
                  <a:pt x="1666875" y="180975"/>
                </a:lnTo>
                <a:lnTo>
                  <a:pt x="16716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6570BB-A422-1ACF-AF63-601F963DE4DD}"/>
              </a:ext>
            </a:extLst>
          </p:cNvPr>
          <p:cNvSpPr/>
          <p:nvPr/>
        </p:nvSpPr>
        <p:spPr>
          <a:xfrm>
            <a:off x="5826125" y="258365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6062C1C-C195-AF49-CB28-0713B016241C}"/>
              </a:ext>
            </a:extLst>
          </p:cNvPr>
          <p:cNvSpPr/>
          <p:nvPr/>
        </p:nvSpPr>
        <p:spPr>
          <a:xfrm>
            <a:off x="4780622" y="24923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418655FA-AE0B-32EE-506A-8D097464D856}"/>
              </a:ext>
            </a:extLst>
          </p:cNvPr>
          <p:cNvSpPr/>
          <p:nvPr/>
        </p:nvSpPr>
        <p:spPr>
          <a:xfrm>
            <a:off x="3787775" y="23399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DE185FA-E553-638D-A025-65AD53C6A45B}"/>
              </a:ext>
            </a:extLst>
          </p:cNvPr>
          <p:cNvSpPr/>
          <p:nvPr/>
        </p:nvSpPr>
        <p:spPr>
          <a:xfrm>
            <a:off x="2783681" y="1595438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3D8A24C5-6235-A4BC-6F00-A7BDDEF63EA0}"/>
              </a:ext>
            </a:extLst>
          </p:cNvPr>
          <p:cNvSpPr/>
          <p:nvPr/>
        </p:nvSpPr>
        <p:spPr>
          <a:xfrm>
            <a:off x="2797219" y="1038224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Freeform: Shape 54">
            <a:extLst>
              <a:ext uri="{FF2B5EF4-FFF2-40B4-BE49-F238E27FC236}">
                <a16:creationId xmlns:a16="http://schemas.microsoft.com/office/drawing/2014/main" id="{60448306-F3C3-75EE-BFA3-3BC3E0986D40}"/>
              </a:ext>
            </a:extLst>
          </p:cNvPr>
          <p:cNvSpPr/>
          <p:nvPr/>
        </p:nvSpPr>
        <p:spPr>
          <a:xfrm>
            <a:off x="3538538" y="1219200"/>
            <a:ext cx="1243012" cy="1481138"/>
          </a:xfrm>
          <a:custGeom>
            <a:avLst/>
            <a:gdLst>
              <a:gd name="csX0" fmla="*/ 0 w 1243012"/>
              <a:gd name="csY0" fmla="*/ 0 h 1481138"/>
              <a:gd name="csX1" fmla="*/ 0 w 1243012"/>
              <a:gd name="csY1" fmla="*/ 0 h 1481138"/>
              <a:gd name="csX2" fmla="*/ 185737 w 1243012"/>
              <a:gd name="csY2" fmla="*/ 0 h 1481138"/>
              <a:gd name="csX3" fmla="*/ 185737 w 1243012"/>
              <a:gd name="csY3" fmla="*/ 1000125 h 1481138"/>
              <a:gd name="csX4" fmla="*/ 552450 w 1243012"/>
              <a:gd name="csY4" fmla="*/ 1000125 h 1481138"/>
              <a:gd name="csX5" fmla="*/ 576262 w 1243012"/>
              <a:gd name="csY5" fmla="*/ 947738 h 1481138"/>
              <a:gd name="csX6" fmla="*/ 661987 w 1243012"/>
              <a:gd name="csY6" fmla="*/ 942975 h 1481138"/>
              <a:gd name="csX7" fmla="*/ 676275 w 1243012"/>
              <a:gd name="csY7" fmla="*/ 1004888 h 1481138"/>
              <a:gd name="csX8" fmla="*/ 1119187 w 1243012"/>
              <a:gd name="csY8" fmla="*/ 1014413 h 1481138"/>
              <a:gd name="csX9" fmla="*/ 1119187 w 1243012"/>
              <a:gd name="csY9" fmla="*/ 1481138 h 1481138"/>
              <a:gd name="csX10" fmla="*/ 1243012 w 1243012"/>
              <a:gd name="csY10" fmla="*/ 1476375 h 14811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1243012" h="1481138">
                <a:moveTo>
                  <a:pt x="0" y="0"/>
                </a:moveTo>
                <a:lnTo>
                  <a:pt x="0" y="0"/>
                </a:lnTo>
                <a:lnTo>
                  <a:pt x="185737" y="0"/>
                </a:lnTo>
                <a:lnTo>
                  <a:pt x="185737" y="1000125"/>
                </a:lnTo>
                <a:lnTo>
                  <a:pt x="552450" y="1000125"/>
                </a:lnTo>
                <a:lnTo>
                  <a:pt x="576262" y="947738"/>
                </a:lnTo>
                <a:lnTo>
                  <a:pt x="661987" y="942975"/>
                </a:lnTo>
                <a:lnTo>
                  <a:pt x="676275" y="1004888"/>
                </a:lnTo>
                <a:lnTo>
                  <a:pt x="1119187" y="1014413"/>
                </a:lnTo>
                <a:lnTo>
                  <a:pt x="1119187" y="1481138"/>
                </a:lnTo>
                <a:lnTo>
                  <a:pt x="1243012" y="14763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A0DEB897-DFCB-54AB-428F-6B6F9A78BA6E}"/>
              </a:ext>
            </a:extLst>
          </p:cNvPr>
          <p:cNvSpPr/>
          <p:nvPr/>
        </p:nvSpPr>
        <p:spPr>
          <a:xfrm>
            <a:off x="3157538" y="1414463"/>
            <a:ext cx="0" cy="180975"/>
          </a:xfrm>
          <a:custGeom>
            <a:avLst/>
            <a:gdLst>
              <a:gd name="csX0" fmla="*/ 0 w 0"/>
              <a:gd name="csY0" fmla="*/ 0 h 180975"/>
              <a:gd name="csX1" fmla="*/ 0 w 0"/>
              <a:gd name="csY1" fmla="*/ 180975 h 1809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A97E36-550C-890E-AC7F-4787402920D9}"/>
              </a:ext>
            </a:extLst>
          </p:cNvPr>
          <p:cNvSpPr/>
          <p:nvPr/>
        </p:nvSpPr>
        <p:spPr>
          <a:xfrm>
            <a:off x="3162300" y="1976438"/>
            <a:ext cx="619125" cy="557212"/>
          </a:xfrm>
          <a:custGeom>
            <a:avLst/>
            <a:gdLst>
              <a:gd name="csX0" fmla="*/ 0 w 619125"/>
              <a:gd name="csY0" fmla="*/ 0 h 557212"/>
              <a:gd name="csX1" fmla="*/ 4763 w 619125"/>
              <a:gd name="csY1" fmla="*/ 557212 h 557212"/>
              <a:gd name="csX2" fmla="*/ 619125 w 619125"/>
              <a:gd name="csY2" fmla="*/ 557212 h 5572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19125" h="557212">
                <a:moveTo>
                  <a:pt x="0" y="0"/>
                </a:moveTo>
                <a:cubicBezTo>
                  <a:pt x="1588" y="185737"/>
                  <a:pt x="3175" y="371475"/>
                  <a:pt x="4763" y="557212"/>
                </a:cubicBezTo>
                <a:lnTo>
                  <a:pt x="619125" y="557212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55BBDA2-66C5-FDB1-1695-9824D58667E0}"/>
              </a:ext>
            </a:extLst>
          </p:cNvPr>
          <p:cNvSpPr/>
          <p:nvPr/>
        </p:nvSpPr>
        <p:spPr>
          <a:xfrm>
            <a:off x="3342481" y="365045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14E989E-8F44-C41D-F17F-F1625FC5AD52}"/>
              </a:ext>
            </a:extLst>
          </p:cNvPr>
          <p:cNvSpPr/>
          <p:nvPr/>
        </p:nvSpPr>
        <p:spPr>
          <a:xfrm>
            <a:off x="4278313" y="3648868"/>
            <a:ext cx="749300" cy="44178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D835C03-C507-67B2-63BE-6501EE5BF247}"/>
              </a:ext>
            </a:extLst>
          </p:cNvPr>
          <p:cNvSpPr/>
          <p:nvPr/>
        </p:nvSpPr>
        <p:spPr>
          <a:xfrm>
            <a:off x="2278062" y="2616995"/>
            <a:ext cx="749300" cy="461962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90B33E2-21E2-5BE3-4577-F7936340B72F}"/>
              </a:ext>
            </a:extLst>
          </p:cNvPr>
          <p:cNvSpPr/>
          <p:nvPr/>
        </p:nvSpPr>
        <p:spPr>
          <a:xfrm>
            <a:off x="2267789" y="2057400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Freeform: Shape 61">
            <a:extLst>
              <a:ext uri="{FF2B5EF4-FFF2-40B4-BE49-F238E27FC236}">
                <a16:creationId xmlns:a16="http://schemas.microsoft.com/office/drawing/2014/main" id="{CED00403-A055-1FAD-12A0-A828DA855C29}"/>
              </a:ext>
            </a:extLst>
          </p:cNvPr>
          <p:cNvSpPr/>
          <p:nvPr/>
        </p:nvSpPr>
        <p:spPr>
          <a:xfrm>
            <a:off x="3035300" y="2813050"/>
            <a:ext cx="742950" cy="241300"/>
          </a:xfrm>
          <a:custGeom>
            <a:avLst/>
            <a:gdLst>
              <a:gd name="csX0" fmla="*/ 742950 w 742950"/>
              <a:gd name="csY0" fmla="*/ 241300 h 241300"/>
              <a:gd name="csX1" fmla="*/ 368300 w 742950"/>
              <a:gd name="csY1" fmla="*/ 241300 h 241300"/>
              <a:gd name="csX2" fmla="*/ 374650 w 742950"/>
              <a:gd name="csY2" fmla="*/ 0 h 241300"/>
              <a:gd name="csX3" fmla="*/ 0 w 742950"/>
              <a:gd name="csY3" fmla="*/ 0 h 2413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42950" h="241300">
                <a:moveTo>
                  <a:pt x="742950" y="241300"/>
                </a:moveTo>
                <a:lnTo>
                  <a:pt x="368300" y="241300"/>
                </a:lnTo>
                <a:lnTo>
                  <a:pt x="374650" y="0"/>
                </a:lnTo>
                <a:lnTo>
                  <a:pt x="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5F60BCB7-8A2F-C07D-8AA6-CE903A6FEA0B}"/>
              </a:ext>
            </a:extLst>
          </p:cNvPr>
          <p:cNvSpPr/>
          <p:nvPr/>
        </p:nvSpPr>
        <p:spPr>
          <a:xfrm>
            <a:off x="2660650" y="2438400"/>
            <a:ext cx="0" cy="184150"/>
          </a:xfrm>
          <a:custGeom>
            <a:avLst/>
            <a:gdLst>
              <a:gd name="csX0" fmla="*/ 0 w 0"/>
              <a:gd name="csY0" fmla="*/ 0 h 184150"/>
              <a:gd name="csX1" fmla="*/ 0 w 0"/>
              <a:gd name="csY1" fmla="*/ 184150 h 184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84150">
                <a:moveTo>
                  <a:pt x="0" y="0"/>
                </a:moveTo>
                <a:lnTo>
                  <a:pt x="0" y="184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BD4F2189-DC40-06D6-5E31-F49E9CB92F73}"/>
              </a:ext>
            </a:extLst>
          </p:cNvPr>
          <p:cNvCxnSpPr>
            <a:cxnSpLocks/>
          </p:cNvCxnSpPr>
          <p:nvPr/>
        </p:nvCxnSpPr>
        <p:spPr>
          <a:xfrm>
            <a:off x="3538538" y="1771650"/>
            <a:ext cx="2662237" cy="812005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9B31CA7-8D88-5E23-963B-7DBF9604766A}"/>
              </a:ext>
            </a:extLst>
          </p:cNvPr>
          <p:cNvCxnSpPr>
            <a:cxnSpLocks/>
          </p:cNvCxnSpPr>
          <p:nvPr/>
        </p:nvCxnSpPr>
        <p:spPr>
          <a:xfrm>
            <a:off x="5529922" y="2680494"/>
            <a:ext cx="296203" cy="4761"/>
          </a:xfrm>
          <a:prstGeom prst="line">
            <a:avLst/>
          </a:prstGeom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1144E5FC-3F5F-3CE0-0654-0F246D76E983}"/>
              </a:ext>
            </a:extLst>
          </p:cNvPr>
          <p:cNvSpPr/>
          <p:nvPr/>
        </p:nvSpPr>
        <p:spPr>
          <a:xfrm>
            <a:off x="4533900" y="3267075"/>
            <a:ext cx="1042988" cy="257175"/>
          </a:xfrm>
          <a:custGeom>
            <a:avLst/>
            <a:gdLst>
              <a:gd name="csX0" fmla="*/ 0 w 1042988"/>
              <a:gd name="csY0" fmla="*/ 0 h 257175"/>
              <a:gd name="csX1" fmla="*/ 523875 w 1042988"/>
              <a:gd name="csY1" fmla="*/ 0 h 257175"/>
              <a:gd name="csX2" fmla="*/ 523875 w 1042988"/>
              <a:gd name="csY2" fmla="*/ 257175 h 257175"/>
              <a:gd name="csX3" fmla="*/ 1042988 w 1042988"/>
              <a:gd name="csY3" fmla="*/ 257175 h 257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042988" h="257175">
                <a:moveTo>
                  <a:pt x="0" y="0"/>
                </a:moveTo>
                <a:lnTo>
                  <a:pt x="523875" y="0"/>
                </a:lnTo>
                <a:lnTo>
                  <a:pt x="523875" y="257175"/>
                </a:lnTo>
                <a:lnTo>
                  <a:pt x="1042988" y="257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85B7BFAF-2586-115D-2FFE-BDBA7BF62917}"/>
              </a:ext>
            </a:extLst>
          </p:cNvPr>
          <p:cNvSpPr/>
          <p:nvPr/>
        </p:nvSpPr>
        <p:spPr>
          <a:xfrm>
            <a:off x="6334125" y="3519488"/>
            <a:ext cx="376238" cy="0"/>
          </a:xfrm>
          <a:custGeom>
            <a:avLst/>
            <a:gdLst>
              <a:gd name="csX0" fmla="*/ 0 w 376238"/>
              <a:gd name="csY0" fmla="*/ 0 h 0"/>
              <a:gd name="csX1" fmla="*/ 376238 w 376238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6238">
                <a:moveTo>
                  <a:pt x="0" y="0"/>
                </a:moveTo>
                <a:lnTo>
                  <a:pt x="376238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4E3C952-0D81-E222-A3F7-2BA8F0618133}"/>
              </a:ext>
            </a:extLst>
          </p:cNvPr>
          <p:cNvSpPr/>
          <p:nvPr/>
        </p:nvSpPr>
        <p:spPr>
          <a:xfrm>
            <a:off x="2286000" y="402510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Freeform: Shape 68">
            <a:extLst>
              <a:ext uri="{FF2B5EF4-FFF2-40B4-BE49-F238E27FC236}">
                <a16:creationId xmlns:a16="http://schemas.microsoft.com/office/drawing/2014/main" id="{7805AFB3-80B6-3F96-687E-886050012750}"/>
              </a:ext>
            </a:extLst>
          </p:cNvPr>
          <p:cNvSpPr/>
          <p:nvPr/>
        </p:nvSpPr>
        <p:spPr>
          <a:xfrm>
            <a:off x="2660650" y="3155950"/>
            <a:ext cx="1117600" cy="177800"/>
          </a:xfrm>
          <a:custGeom>
            <a:avLst/>
            <a:gdLst>
              <a:gd name="csX0" fmla="*/ 1117600 w 1117600"/>
              <a:gd name="csY0" fmla="*/ 0 h 177800"/>
              <a:gd name="csX1" fmla="*/ 0 w 1117600"/>
              <a:gd name="csY1" fmla="*/ 0 h 177800"/>
              <a:gd name="csX2" fmla="*/ 0 w 1117600"/>
              <a:gd name="csY2" fmla="*/ 177800 h 177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117600" h="177800">
                <a:moveTo>
                  <a:pt x="1117600" y="0"/>
                </a:moveTo>
                <a:lnTo>
                  <a:pt x="0" y="0"/>
                </a:lnTo>
                <a:lnTo>
                  <a:pt x="0" y="177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Freeform: Shape 69">
            <a:extLst>
              <a:ext uri="{FF2B5EF4-FFF2-40B4-BE49-F238E27FC236}">
                <a16:creationId xmlns:a16="http://schemas.microsoft.com/office/drawing/2014/main" id="{BD50E5DA-4C13-5E01-7823-FB213A37A550}"/>
              </a:ext>
            </a:extLst>
          </p:cNvPr>
          <p:cNvSpPr/>
          <p:nvPr/>
        </p:nvSpPr>
        <p:spPr>
          <a:xfrm>
            <a:off x="2654300" y="3714750"/>
            <a:ext cx="6350" cy="311150"/>
          </a:xfrm>
          <a:custGeom>
            <a:avLst/>
            <a:gdLst>
              <a:gd name="csX0" fmla="*/ 6350 w 6350"/>
              <a:gd name="csY0" fmla="*/ 0 h 311150"/>
              <a:gd name="csX1" fmla="*/ 0 w 6350"/>
              <a:gd name="csY1" fmla="*/ 311150 h 311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50" h="311150">
                <a:moveTo>
                  <a:pt x="6350" y="0"/>
                </a:moveTo>
                <a:lnTo>
                  <a:pt x="0" y="3111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AC6D507-71D6-AAE1-6BD4-B53E3890F488}"/>
              </a:ext>
            </a:extLst>
          </p:cNvPr>
          <p:cNvSpPr/>
          <p:nvPr/>
        </p:nvSpPr>
        <p:spPr>
          <a:xfrm>
            <a:off x="4273550" y="4156966"/>
            <a:ext cx="749300" cy="538859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33510E41-68FE-603A-74AB-31D58E9E862E}"/>
              </a:ext>
            </a:extLst>
          </p:cNvPr>
          <p:cNvSpPr/>
          <p:nvPr/>
        </p:nvSpPr>
        <p:spPr>
          <a:xfrm>
            <a:off x="3342481" y="414178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Freeform: Shape 71">
            <a:extLst>
              <a:ext uri="{FF2B5EF4-FFF2-40B4-BE49-F238E27FC236}">
                <a16:creationId xmlns:a16="http://schemas.microsoft.com/office/drawing/2014/main" id="{AEADA32A-9C74-DF95-C331-BD83C06E3920}"/>
              </a:ext>
            </a:extLst>
          </p:cNvPr>
          <p:cNvSpPr/>
          <p:nvPr/>
        </p:nvSpPr>
        <p:spPr>
          <a:xfrm>
            <a:off x="5033963" y="3624263"/>
            <a:ext cx="547687" cy="647700"/>
          </a:xfrm>
          <a:custGeom>
            <a:avLst/>
            <a:gdLst>
              <a:gd name="csX0" fmla="*/ 547687 w 547687"/>
              <a:gd name="csY0" fmla="*/ 0 h 647700"/>
              <a:gd name="csX1" fmla="*/ 300037 w 547687"/>
              <a:gd name="csY1" fmla="*/ 0 h 647700"/>
              <a:gd name="csX2" fmla="*/ 304800 w 547687"/>
              <a:gd name="csY2" fmla="*/ 642937 h 647700"/>
              <a:gd name="csX3" fmla="*/ 0 w 547687"/>
              <a:gd name="csY3" fmla="*/ 647700 h 6477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47687" h="647700">
                <a:moveTo>
                  <a:pt x="547687" y="0"/>
                </a:moveTo>
                <a:lnTo>
                  <a:pt x="300037" y="0"/>
                </a:lnTo>
                <a:cubicBezTo>
                  <a:pt x="301625" y="214312"/>
                  <a:pt x="303212" y="428625"/>
                  <a:pt x="304800" y="642937"/>
                </a:cubicBezTo>
                <a:lnTo>
                  <a:pt x="0" y="6477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4C7F8364-04C9-7014-8556-101FBA9BF8E7}"/>
              </a:ext>
            </a:extLst>
          </p:cNvPr>
          <p:cNvSpPr/>
          <p:nvPr/>
        </p:nvSpPr>
        <p:spPr>
          <a:xfrm>
            <a:off x="4090988" y="4333875"/>
            <a:ext cx="185737" cy="0"/>
          </a:xfrm>
          <a:custGeom>
            <a:avLst/>
            <a:gdLst>
              <a:gd name="csX0" fmla="*/ 0 w 185737"/>
              <a:gd name="csY0" fmla="*/ 0 h 0"/>
              <a:gd name="csX1" fmla="*/ 185737 w 185737"/>
              <a:gd name="csY1" fmla="*/ 0 h 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85737">
                <a:moveTo>
                  <a:pt x="0" y="0"/>
                </a:moveTo>
                <a:lnTo>
                  <a:pt x="185737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3AD03D3-99EC-63E4-5ACE-C3D5809F52EA}"/>
              </a:ext>
            </a:extLst>
          </p:cNvPr>
          <p:cNvSpPr/>
          <p:nvPr/>
        </p:nvSpPr>
        <p:spPr>
          <a:xfrm>
            <a:off x="5583238" y="3342215"/>
            <a:ext cx="749300" cy="482072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0B7DE73-D0CC-4B86-9112-2E2B8F5B4C0C}"/>
              </a:ext>
            </a:extLst>
          </p:cNvPr>
          <p:cNvSpPr/>
          <p:nvPr/>
        </p:nvSpPr>
        <p:spPr>
          <a:xfrm>
            <a:off x="7200106" y="5653087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Freeform: Shape 72">
            <a:extLst>
              <a:ext uri="{FF2B5EF4-FFF2-40B4-BE49-F238E27FC236}">
                <a16:creationId xmlns:a16="http://schemas.microsoft.com/office/drawing/2014/main" id="{67C15ACB-9813-97B4-AB4C-631FA219804F}"/>
              </a:ext>
            </a:extLst>
          </p:cNvPr>
          <p:cNvSpPr/>
          <p:nvPr/>
        </p:nvSpPr>
        <p:spPr>
          <a:xfrm>
            <a:off x="7077075" y="2447925"/>
            <a:ext cx="44450" cy="895350"/>
          </a:xfrm>
          <a:custGeom>
            <a:avLst/>
            <a:gdLst>
              <a:gd name="csX0" fmla="*/ 0 w 44450"/>
              <a:gd name="csY0" fmla="*/ 0 h 895350"/>
              <a:gd name="csX1" fmla="*/ 0 w 44450"/>
              <a:gd name="csY1" fmla="*/ 542925 h 895350"/>
              <a:gd name="csX2" fmla="*/ 44450 w 44450"/>
              <a:gd name="csY2" fmla="*/ 565150 h 895350"/>
              <a:gd name="csX3" fmla="*/ 44450 w 44450"/>
              <a:gd name="csY3" fmla="*/ 682625 h 895350"/>
              <a:gd name="csX4" fmla="*/ 3175 w 44450"/>
              <a:gd name="csY4" fmla="*/ 695325 h 895350"/>
              <a:gd name="csX5" fmla="*/ 0 w 44450"/>
              <a:gd name="csY5" fmla="*/ 895350 h 895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4450" h="895350">
                <a:moveTo>
                  <a:pt x="0" y="0"/>
                </a:moveTo>
                <a:lnTo>
                  <a:pt x="0" y="542925"/>
                </a:lnTo>
                <a:lnTo>
                  <a:pt x="44450" y="565150"/>
                </a:lnTo>
                <a:lnTo>
                  <a:pt x="44450" y="682625"/>
                </a:lnTo>
                <a:lnTo>
                  <a:pt x="3175" y="695325"/>
                </a:lnTo>
                <a:cubicBezTo>
                  <a:pt x="2117" y="762000"/>
                  <a:pt x="1058" y="828675"/>
                  <a:pt x="0" y="89535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46C3BA0C-0584-C3C3-D235-A22AFEC64A9F}"/>
              </a:ext>
            </a:extLst>
          </p:cNvPr>
          <p:cNvSpPr/>
          <p:nvPr/>
        </p:nvSpPr>
        <p:spPr>
          <a:xfrm>
            <a:off x="7262813" y="2447925"/>
            <a:ext cx="623887" cy="523875"/>
          </a:xfrm>
          <a:custGeom>
            <a:avLst/>
            <a:gdLst>
              <a:gd name="csX0" fmla="*/ 0 w 623887"/>
              <a:gd name="csY0" fmla="*/ 0 h 523875"/>
              <a:gd name="csX1" fmla="*/ 4762 w 623887"/>
              <a:gd name="csY1" fmla="*/ 523875 h 523875"/>
              <a:gd name="csX2" fmla="*/ 623887 w 623887"/>
              <a:gd name="csY2" fmla="*/ 523875 h 52387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623887" h="523875">
                <a:moveTo>
                  <a:pt x="0" y="0"/>
                </a:moveTo>
                <a:cubicBezTo>
                  <a:pt x="1587" y="174625"/>
                  <a:pt x="3175" y="349250"/>
                  <a:pt x="4762" y="523875"/>
                </a:cubicBezTo>
                <a:lnTo>
                  <a:pt x="623887" y="5238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Freeform: Shape 81">
            <a:extLst>
              <a:ext uri="{FF2B5EF4-FFF2-40B4-BE49-F238E27FC236}">
                <a16:creationId xmlns:a16="http://schemas.microsoft.com/office/drawing/2014/main" id="{914F44F6-D41C-BF40-719C-B144D85BE980}"/>
              </a:ext>
            </a:extLst>
          </p:cNvPr>
          <p:cNvSpPr/>
          <p:nvPr/>
        </p:nvSpPr>
        <p:spPr>
          <a:xfrm>
            <a:off x="8639175" y="2962275"/>
            <a:ext cx="304800" cy="4763"/>
          </a:xfrm>
          <a:custGeom>
            <a:avLst/>
            <a:gdLst>
              <a:gd name="csX0" fmla="*/ 0 w 304800"/>
              <a:gd name="csY0" fmla="*/ 0 h 4763"/>
              <a:gd name="csX1" fmla="*/ 304800 w 304800"/>
              <a:gd name="csY1" fmla="*/ 4763 h 476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4800" h="4763">
                <a:moveTo>
                  <a:pt x="0" y="0"/>
                </a:moveTo>
                <a:lnTo>
                  <a:pt x="304800" y="4763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6B8868F1-B2DF-042A-3A38-FBEAFE93A517}"/>
              </a:ext>
            </a:extLst>
          </p:cNvPr>
          <p:cNvSpPr/>
          <p:nvPr/>
        </p:nvSpPr>
        <p:spPr>
          <a:xfrm>
            <a:off x="6699297" y="2069306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29A63DD3-864F-A66F-A1D8-119E1B9200C7}"/>
              </a:ext>
            </a:extLst>
          </p:cNvPr>
          <p:cNvSpPr/>
          <p:nvPr/>
        </p:nvSpPr>
        <p:spPr>
          <a:xfrm>
            <a:off x="7888288" y="278524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16B51BBF-9046-617F-DEDD-8111D2F3E8A1}"/>
              </a:ext>
            </a:extLst>
          </p:cNvPr>
          <p:cNvSpPr/>
          <p:nvPr/>
        </p:nvSpPr>
        <p:spPr>
          <a:xfrm>
            <a:off x="8939212" y="2771357"/>
            <a:ext cx="749300" cy="473493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81E826B2-2539-00A3-44AF-85F57CFF1AC7}"/>
              </a:ext>
            </a:extLst>
          </p:cNvPr>
          <p:cNvSpPr/>
          <p:nvPr/>
        </p:nvSpPr>
        <p:spPr>
          <a:xfrm>
            <a:off x="6702380" y="3342562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821D5E62-7B7C-9D49-05B0-BD58F41E138D}"/>
              </a:ext>
            </a:extLst>
          </p:cNvPr>
          <p:cNvSpPr/>
          <p:nvPr/>
        </p:nvSpPr>
        <p:spPr>
          <a:xfrm>
            <a:off x="8078788" y="4775739"/>
            <a:ext cx="749300" cy="472910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53021706-7093-B0FF-326C-1EE13AC3713D}"/>
              </a:ext>
            </a:extLst>
          </p:cNvPr>
          <p:cNvSpPr/>
          <p:nvPr/>
        </p:nvSpPr>
        <p:spPr>
          <a:xfrm>
            <a:off x="9131210" y="3331369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Freeform: Shape 86">
            <a:extLst>
              <a:ext uri="{FF2B5EF4-FFF2-40B4-BE49-F238E27FC236}">
                <a16:creationId xmlns:a16="http://schemas.microsoft.com/office/drawing/2014/main" id="{070E5482-830B-9F2A-BEF2-45666B82DBDA}"/>
              </a:ext>
            </a:extLst>
          </p:cNvPr>
          <p:cNvSpPr/>
          <p:nvPr/>
        </p:nvSpPr>
        <p:spPr>
          <a:xfrm>
            <a:off x="7451725" y="3486150"/>
            <a:ext cx="438150" cy="44450"/>
          </a:xfrm>
          <a:custGeom>
            <a:avLst/>
            <a:gdLst>
              <a:gd name="csX0" fmla="*/ 0 w 438150"/>
              <a:gd name="csY0" fmla="*/ 41275 h 44450"/>
              <a:gd name="csX1" fmla="*/ 76200 w 438150"/>
              <a:gd name="csY1" fmla="*/ 41275 h 44450"/>
              <a:gd name="csX2" fmla="*/ 92075 w 438150"/>
              <a:gd name="csY2" fmla="*/ 0 h 44450"/>
              <a:gd name="csX3" fmla="*/ 292100 w 438150"/>
              <a:gd name="csY3" fmla="*/ 0 h 44450"/>
              <a:gd name="csX4" fmla="*/ 304800 w 438150"/>
              <a:gd name="csY4" fmla="*/ 44450 h 44450"/>
              <a:gd name="csX5" fmla="*/ 438150 w 438150"/>
              <a:gd name="csY5" fmla="*/ 38100 h 44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38150" h="44450">
                <a:moveTo>
                  <a:pt x="0" y="41275"/>
                </a:moveTo>
                <a:lnTo>
                  <a:pt x="76200" y="41275"/>
                </a:lnTo>
                <a:lnTo>
                  <a:pt x="92075" y="0"/>
                </a:lnTo>
                <a:lnTo>
                  <a:pt x="292100" y="0"/>
                </a:lnTo>
                <a:lnTo>
                  <a:pt x="304800" y="44450"/>
                </a:lnTo>
                <a:lnTo>
                  <a:pt x="438150" y="381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5A4E857B-EE2E-DFB0-5F70-25C916195CE2}"/>
              </a:ext>
            </a:extLst>
          </p:cNvPr>
          <p:cNvSpPr/>
          <p:nvPr/>
        </p:nvSpPr>
        <p:spPr>
          <a:xfrm>
            <a:off x="8632825" y="3517900"/>
            <a:ext cx="504825" cy="3175"/>
          </a:xfrm>
          <a:custGeom>
            <a:avLst/>
            <a:gdLst>
              <a:gd name="csX0" fmla="*/ 0 w 504825"/>
              <a:gd name="csY0" fmla="*/ 0 h 3175"/>
              <a:gd name="csX1" fmla="*/ 504825 w 504825"/>
              <a:gd name="csY1" fmla="*/ 3175 h 317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04825" h="3175">
                <a:moveTo>
                  <a:pt x="0" y="0"/>
                </a:moveTo>
                <a:lnTo>
                  <a:pt x="504825" y="3175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2426D8C2-D80A-4BC6-DD32-A7B431BCEB11}"/>
              </a:ext>
            </a:extLst>
          </p:cNvPr>
          <p:cNvSpPr/>
          <p:nvPr/>
        </p:nvSpPr>
        <p:spPr>
          <a:xfrm>
            <a:off x="3217863" y="458708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Freeform: Shape 88">
            <a:extLst>
              <a:ext uri="{FF2B5EF4-FFF2-40B4-BE49-F238E27FC236}">
                <a16:creationId xmlns:a16="http://schemas.microsoft.com/office/drawing/2014/main" id="{98E1A705-CCD9-063F-ABE4-D054C002FB90}"/>
              </a:ext>
            </a:extLst>
          </p:cNvPr>
          <p:cNvSpPr/>
          <p:nvPr/>
        </p:nvSpPr>
        <p:spPr>
          <a:xfrm>
            <a:off x="3286125" y="3300413"/>
            <a:ext cx="481013" cy="1290637"/>
          </a:xfrm>
          <a:custGeom>
            <a:avLst/>
            <a:gdLst>
              <a:gd name="csX0" fmla="*/ 481013 w 481013"/>
              <a:gd name="csY0" fmla="*/ 0 h 1290637"/>
              <a:gd name="csX1" fmla="*/ 0 w 481013"/>
              <a:gd name="csY1" fmla="*/ 4762 h 1290637"/>
              <a:gd name="csX2" fmla="*/ 0 w 481013"/>
              <a:gd name="csY2" fmla="*/ 1290637 h 12906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481013" h="1290637">
                <a:moveTo>
                  <a:pt x="481013" y="0"/>
                </a:moveTo>
                <a:lnTo>
                  <a:pt x="0" y="4762"/>
                </a:lnTo>
                <a:lnTo>
                  <a:pt x="0" y="1290637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B59E0FA-7218-24FC-2328-4C496FC7B80B}"/>
              </a:ext>
            </a:extLst>
          </p:cNvPr>
          <p:cNvSpPr/>
          <p:nvPr/>
        </p:nvSpPr>
        <p:spPr>
          <a:xfrm>
            <a:off x="2286000" y="5146839"/>
            <a:ext cx="749300" cy="377661"/>
          </a:xfrm>
          <a:prstGeom prst="rect">
            <a:avLst/>
          </a:prstGeom>
          <a:noFill/>
          <a:ln w="28575">
            <a:solidFill>
              <a:srgbClr val="ACD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B5A2EE35-A800-CDD4-9E4F-56610A312495}"/>
              </a:ext>
            </a:extLst>
          </p:cNvPr>
          <p:cNvSpPr/>
          <p:nvPr/>
        </p:nvSpPr>
        <p:spPr>
          <a:xfrm>
            <a:off x="2278062" y="4592241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Freeform: Shape 91">
            <a:extLst>
              <a:ext uri="{FF2B5EF4-FFF2-40B4-BE49-F238E27FC236}">
                <a16:creationId xmlns:a16="http://schemas.microsoft.com/office/drawing/2014/main" id="{1A633EE9-4A2E-D8C3-47A8-0905D73B0016}"/>
              </a:ext>
            </a:extLst>
          </p:cNvPr>
          <p:cNvSpPr/>
          <p:nvPr/>
        </p:nvSpPr>
        <p:spPr>
          <a:xfrm>
            <a:off x="3043238" y="3248025"/>
            <a:ext cx="733425" cy="1524000"/>
          </a:xfrm>
          <a:custGeom>
            <a:avLst/>
            <a:gdLst>
              <a:gd name="csX0" fmla="*/ 733425 w 733425"/>
              <a:gd name="csY0" fmla="*/ 0 h 1524000"/>
              <a:gd name="csX1" fmla="*/ 61912 w 733425"/>
              <a:gd name="csY1" fmla="*/ 0 h 1524000"/>
              <a:gd name="csX2" fmla="*/ 52387 w 733425"/>
              <a:gd name="csY2" fmla="*/ 1524000 h 1524000"/>
              <a:gd name="csX3" fmla="*/ 0 w 733425"/>
              <a:gd name="csY3" fmla="*/ 1524000 h 1524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33425" h="1524000">
                <a:moveTo>
                  <a:pt x="733425" y="0"/>
                </a:moveTo>
                <a:lnTo>
                  <a:pt x="61912" y="0"/>
                </a:lnTo>
                <a:lnTo>
                  <a:pt x="52387" y="1524000"/>
                </a:lnTo>
                <a:lnTo>
                  <a:pt x="0" y="15240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91072C19-068C-0FDF-C277-C72175A6C6C6}"/>
              </a:ext>
            </a:extLst>
          </p:cNvPr>
          <p:cNvSpPr/>
          <p:nvPr/>
        </p:nvSpPr>
        <p:spPr>
          <a:xfrm>
            <a:off x="2657475" y="4957763"/>
            <a:ext cx="0" cy="133350"/>
          </a:xfrm>
          <a:custGeom>
            <a:avLst/>
            <a:gdLst>
              <a:gd name="csX0" fmla="*/ 0 w 0"/>
              <a:gd name="csY0" fmla="*/ 0 h 133350"/>
              <a:gd name="csX1" fmla="*/ 0 w 0"/>
              <a:gd name="csY1" fmla="*/ 133350 h 13335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94">
            <a:extLst>
              <a:ext uri="{FF2B5EF4-FFF2-40B4-BE49-F238E27FC236}">
                <a16:creationId xmlns:a16="http://schemas.microsoft.com/office/drawing/2014/main" id="{3908C392-1F6A-2AC9-B685-757C114D4D70}"/>
              </a:ext>
            </a:extLst>
          </p:cNvPr>
          <p:cNvSpPr/>
          <p:nvPr/>
        </p:nvSpPr>
        <p:spPr>
          <a:xfrm>
            <a:off x="4540250" y="3060700"/>
            <a:ext cx="3041650" cy="2590800"/>
          </a:xfrm>
          <a:custGeom>
            <a:avLst/>
            <a:gdLst>
              <a:gd name="csX0" fmla="*/ 0 w 3041650"/>
              <a:gd name="csY0" fmla="*/ 25400 h 2590800"/>
              <a:gd name="csX1" fmla="*/ 1555750 w 3041650"/>
              <a:gd name="csY1" fmla="*/ 25400 h 2590800"/>
              <a:gd name="csX2" fmla="*/ 1581150 w 3041650"/>
              <a:gd name="csY2" fmla="*/ 0 h 2590800"/>
              <a:gd name="csX3" fmla="*/ 1752600 w 3041650"/>
              <a:gd name="csY3" fmla="*/ 0 h 2590800"/>
              <a:gd name="csX4" fmla="*/ 1797050 w 3041650"/>
              <a:gd name="csY4" fmla="*/ 31750 h 2590800"/>
              <a:gd name="csX5" fmla="*/ 3035300 w 3041650"/>
              <a:gd name="csY5" fmla="*/ 38100 h 2590800"/>
              <a:gd name="csX6" fmla="*/ 3041650 w 3041650"/>
              <a:gd name="csY6" fmla="*/ 2590800 h 2590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3041650" h="2590800">
                <a:moveTo>
                  <a:pt x="0" y="25400"/>
                </a:moveTo>
                <a:lnTo>
                  <a:pt x="1555750" y="25400"/>
                </a:lnTo>
                <a:lnTo>
                  <a:pt x="1581150" y="0"/>
                </a:lnTo>
                <a:lnTo>
                  <a:pt x="1752600" y="0"/>
                </a:lnTo>
                <a:lnTo>
                  <a:pt x="1797050" y="31750"/>
                </a:lnTo>
                <a:lnTo>
                  <a:pt x="3035300" y="38100"/>
                </a:lnTo>
                <a:cubicBezTo>
                  <a:pt x="3037417" y="889000"/>
                  <a:pt x="3039533" y="1739900"/>
                  <a:pt x="3041650" y="2590800"/>
                </a:cubicBez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0A9323ED-461A-40FC-9AF3-3DF388325893}"/>
              </a:ext>
            </a:extLst>
          </p:cNvPr>
          <p:cNvSpPr/>
          <p:nvPr/>
        </p:nvSpPr>
        <p:spPr>
          <a:xfrm>
            <a:off x="4540250" y="3003550"/>
            <a:ext cx="3530600" cy="1962150"/>
          </a:xfrm>
          <a:custGeom>
            <a:avLst/>
            <a:gdLst>
              <a:gd name="csX0" fmla="*/ 0 w 3530600"/>
              <a:gd name="csY0" fmla="*/ 31750 h 1962150"/>
              <a:gd name="csX1" fmla="*/ 1524000 w 3530600"/>
              <a:gd name="csY1" fmla="*/ 31750 h 1962150"/>
              <a:gd name="csX2" fmla="*/ 1562100 w 3530600"/>
              <a:gd name="csY2" fmla="*/ 0 h 1962150"/>
              <a:gd name="csX3" fmla="*/ 1778000 w 3530600"/>
              <a:gd name="csY3" fmla="*/ 6350 h 1962150"/>
              <a:gd name="csX4" fmla="*/ 1809750 w 3530600"/>
              <a:gd name="csY4" fmla="*/ 38100 h 1962150"/>
              <a:gd name="csX5" fmla="*/ 3155950 w 3530600"/>
              <a:gd name="csY5" fmla="*/ 38100 h 1962150"/>
              <a:gd name="csX6" fmla="*/ 3162300 w 3530600"/>
              <a:gd name="csY6" fmla="*/ 1962150 h 1962150"/>
              <a:gd name="csX7" fmla="*/ 3530600 w 3530600"/>
              <a:gd name="csY7" fmla="*/ 1955800 h 19621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530600" h="1962150">
                <a:moveTo>
                  <a:pt x="0" y="31750"/>
                </a:moveTo>
                <a:lnTo>
                  <a:pt x="1524000" y="31750"/>
                </a:lnTo>
                <a:lnTo>
                  <a:pt x="1562100" y="0"/>
                </a:lnTo>
                <a:lnTo>
                  <a:pt x="1778000" y="6350"/>
                </a:lnTo>
                <a:lnTo>
                  <a:pt x="1809750" y="38100"/>
                </a:lnTo>
                <a:lnTo>
                  <a:pt x="3155950" y="38100"/>
                </a:lnTo>
                <a:cubicBezTo>
                  <a:pt x="3158067" y="679450"/>
                  <a:pt x="3160183" y="1320800"/>
                  <a:pt x="3162300" y="1962150"/>
                </a:cubicBezTo>
                <a:lnTo>
                  <a:pt x="3530600" y="195580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A89F5E48-54EE-C00B-4C98-2BF8C7600D9B}"/>
              </a:ext>
            </a:extLst>
          </p:cNvPr>
          <p:cNvSpPr/>
          <p:nvPr/>
        </p:nvSpPr>
        <p:spPr>
          <a:xfrm>
            <a:off x="7956550" y="5251450"/>
            <a:ext cx="501650" cy="596900"/>
          </a:xfrm>
          <a:custGeom>
            <a:avLst/>
            <a:gdLst>
              <a:gd name="csX0" fmla="*/ 0 w 501650"/>
              <a:gd name="csY0" fmla="*/ 596900 h 596900"/>
              <a:gd name="csX1" fmla="*/ 501650 w 501650"/>
              <a:gd name="csY1" fmla="*/ 596900 h 596900"/>
              <a:gd name="csX2" fmla="*/ 501650 w 501650"/>
              <a:gd name="csY2" fmla="*/ 0 h 5969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501650" h="596900">
                <a:moveTo>
                  <a:pt x="0" y="596900"/>
                </a:moveTo>
                <a:lnTo>
                  <a:pt x="501650" y="596900"/>
                </a:lnTo>
                <a:lnTo>
                  <a:pt x="501650" y="0"/>
                </a:lnTo>
              </a:path>
            </a:pathLst>
          </a:cu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B975D93B-1604-433E-DEF1-C0EA29A5C0BA}"/>
              </a:ext>
            </a:extLst>
          </p:cNvPr>
          <p:cNvSpPr/>
          <p:nvPr/>
        </p:nvSpPr>
        <p:spPr>
          <a:xfrm>
            <a:off x="3783806" y="2962275"/>
            <a:ext cx="749300" cy="376237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5BF08AF4-891A-CE4A-4920-FEB16B274EDC}"/>
              </a:ext>
            </a:extLst>
          </p:cNvPr>
          <p:cNvSpPr/>
          <p:nvPr/>
        </p:nvSpPr>
        <p:spPr>
          <a:xfrm>
            <a:off x="7875587" y="3346796"/>
            <a:ext cx="763588" cy="583854"/>
          </a:xfrm>
          <a:prstGeom prst="rect">
            <a:avLst/>
          </a:prstGeom>
          <a:solidFill>
            <a:srgbClr val="ACD433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72452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895E2-AB90-4ACC-8D97-104DCBD95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06283-C8AF-69F3-2DE1-F820801BF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188" y="206142"/>
            <a:ext cx="8296646" cy="1400530"/>
          </a:xfrm>
        </p:spPr>
        <p:txBody>
          <a:bodyPr anchor="ctr"/>
          <a:lstStyle/>
          <a:p>
            <a:r>
              <a:rPr lang="en-US" sz="4800" b="1" dirty="0"/>
              <a:t>Essential EA Meta-Model</a:t>
            </a:r>
            <a:br>
              <a:rPr lang="en-US" sz="4800" b="1" dirty="0"/>
            </a:br>
            <a:r>
              <a:rPr lang="en-US" sz="4800" b="1" dirty="0"/>
              <a:t>- Application Layer </a:t>
            </a:r>
            <a:r>
              <a:rPr lang="en-US" sz="4800" b="1"/>
              <a:t>- 25</a:t>
            </a:r>
            <a:endParaRPr lang="en-US" sz="4800" b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66A622E-E68A-96E2-0EBA-FBD3470F9E75}"/>
              </a:ext>
            </a:extLst>
          </p:cNvPr>
          <p:cNvSpPr txBox="1">
            <a:spLocks/>
          </p:cNvSpPr>
          <p:nvPr/>
        </p:nvSpPr>
        <p:spPr>
          <a:xfrm>
            <a:off x="0" y="3143"/>
            <a:ext cx="1754188" cy="10580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7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>058</a:t>
            </a:r>
            <a:endParaRPr lang="ru-RU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54C2AF-3748-B6AA-B7F4-0BE4B71B2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41" y="1853248"/>
            <a:ext cx="8296646" cy="46697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C78370-D579-A162-988C-5549D865A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000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11A03E-3D2C-607C-E5BB-EE14AACB3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241" y="1094226"/>
            <a:ext cx="362976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BD344F-D6D9-3C39-3B3C-8CF9D07D505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5482" y="1094226"/>
            <a:ext cx="371111" cy="3629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739627-DC47-D2C9-EDF7-874498F2F5C5}"/>
              </a:ext>
            </a:extLst>
          </p:cNvPr>
          <p:cNvSpPr/>
          <p:nvPr/>
        </p:nvSpPr>
        <p:spPr>
          <a:xfrm>
            <a:off x="2535382" y="3544584"/>
            <a:ext cx="2036618" cy="3107273"/>
          </a:xfrm>
          <a:prstGeom prst="roundRect">
            <a:avLst>
              <a:gd name="adj" fmla="val 6916"/>
            </a:avLst>
          </a:prstGeom>
          <a:solidFill>
            <a:srgbClr val="FFCC66">
              <a:alpha val="20000"/>
            </a:srgb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79212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6D363037-1741-4470-A023-883E2FFD584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12" name="Title 11">
            <a:extLst>
              <a:ext uri="{FF2B5EF4-FFF2-40B4-BE49-F238E27FC236}">
                <a16:creationId xmlns:a16="http://schemas.microsoft.com/office/drawing/2014/main" id="{970C361B-D32E-42E0-A41E-86C3D9AC88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>
            <a:normAutofit/>
          </a:bodyPr>
          <a:lstStyle/>
          <a:p>
            <a:r>
              <a:rPr lang="en-US" dirty="0"/>
              <a:t>Thank You!</a:t>
            </a:r>
            <a:endParaRPr lang="ru-RU" dirty="0"/>
          </a:p>
        </p:txBody>
      </p:sp>
      <p:sp>
        <p:nvSpPr>
          <p:cNvPr id="13" name="Subtitle 12">
            <a:extLst>
              <a:ext uri="{FF2B5EF4-FFF2-40B4-BE49-F238E27FC236}">
                <a16:creationId xmlns:a16="http://schemas.microsoft.com/office/drawing/2014/main" id="{336E726C-3DE4-41AA-88A0-C92B0C3416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>
            <a:normAutofit/>
          </a:bodyPr>
          <a:lstStyle/>
          <a:p>
            <a:r>
              <a:rPr lang="en-US" dirty="0"/>
              <a:t>someone@Example.com</a:t>
            </a:r>
            <a:endParaRPr lang="ru-R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11F562-7C5B-B39E-2FF0-681E86D50F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6798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95D8EB-1B57-F949-6324-EA909E77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0CC65742-9381-1EA2-4D6C-193BFD5DDFB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sp>
        <p:nvSpPr>
          <p:cNvPr id="57" name="Rectangle 56">
            <a:extLst>
              <a:ext uri="{FF2B5EF4-FFF2-40B4-BE49-F238E27FC236}">
                <a16:creationId xmlns:a16="http://schemas.microsoft.com/office/drawing/2014/main" id="{CEAF7774-7FB1-B401-8B27-E4F422E97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D794F3-C099-EDA5-1737-838D45303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3301E0F-1B7D-8DE1-553A-C403733C32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0100E6-0A45-DB37-1CF9-DA2B1B822A50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9132DDC-D95C-69A7-1076-ACE57078F6D5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8D27C0-0B91-254A-0C72-003E0DCE2D6A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79D0A1F5-752A-6984-2A37-236267F3554F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8871773-2478-EAE4-9840-1975BC6BB676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80611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6A790-8DF9-90BA-C4DF-D922FE6AF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bstract design">
            <a:extLst>
              <a:ext uri="{FF2B5EF4-FFF2-40B4-BE49-F238E27FC236}">
                <a16:creationId xmlns:a16="http://schemas.microsoft.com/office/drawing/2014/main" id="{24B2132E-3AAA-46D2-5320-603A8B5385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18308" r="6818" b="2872"/>
          <a:stretch/>
        </p:blipFill>
        <p:spPr>
          <a:xfrm flipH="1">
            <a:off x="20" y="10"/>
            <a:ext cx="12191980" cy="685799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4BA21EA-3496-D003-E631-024C9CA74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40834" y="0"/>
            <a:ext cx="682228" cy="68222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E809E77-EF85-BD22-3DBF-EDA1B26265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6820" y="682228"/>
            <a:ext cx="11450654" cy="5938693"/>
          </a:xfrm>
          <a:prstGeom prst="rect">
            <a:avLst/>
          </a:prstGeom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D32289F-C329-3672-7113-B82915A2C88B}"/>
              </a:ext>
            </a:extLst>
          </p:cNvPr>
          <p:cNvSpPr/>
          <p:nvPr/>
        </p:nvSpPr>
        <p:spPr>
          <a:xfrm>
            <a:off x="3195138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85CF95CF-57D6-0858-621E-50519CC39EF2}"/>
              </a:ext>
            </a:extLst>
          </p:cNvPr>
          <p:cNvSpPr/>
          <p:nvPr/>
        </p:nvSpPr>
        <p:spPr>
          <a:xfrm>
            <a:off x="4818455" y="4036846"/>
            <a:ext cx="1520700" cy="932380"/>
          </a:xfrm>
          <a:prstGeom prst="roundRect">
            <a:avLst/>
          </a:prstGeom>
          <a:solidFill>
            <a:srgbClr val="ACD433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F212F4D-EF3E-3038-9947-445BE814523C}"/>
              </a:ext>
            </a:extLst>
          </p:cNvPr>
          <p:cNvSpPr/>
          <p:nvPr/>
        </p:nvSpPr>
        <p:spPr>
          <a:xfrm>
            <a:off x="6441772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147CDFB-0F92-4C04-8784-19394A40FC58}"/>
              </a:ext>
            </a:extLst>
          </p:cNvPr>
          <p:cNvSpPr/>
          <p:nvPr/>
        </p:nvSpPr>
        <p:spPr>
          <a:xfrm>
            <a:off x="8065089" y="4036846"/>
            <a:ext cx="1520700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6CCB1B6-2274-FC1F-02FC-E2056AF89882}"/>
              </a:ext>
            </a:extLst>
          </p:cNvPr>
          <p:cNvSpPr/>
          <p:nvPr/>
        </p:nvSpPr>
        <p:spPr>
          <a:xfrm>
            <a:off x="3195137" y="5064262"/>
            <a:ext cx="6390651" cy="932380"/>
          </a:xfrm>
          <a:prstGeom prst="roundRect">
            <a:avLst/>
          </a:prstGeom>
          <a:solidFill>
            <a:srgbClr val="000000">
              <a:alpha val="50196"/>
            </a:srgbClr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72098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>
  <clbl:label id="{19540963-e559-4020-8a90-fe8a502c2801}" enabled="1" method="Standard" siteId="{f25493ae-1c98-41d7-8a33-0be75f5fe60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21459</TotalTime>
  <Words>895</Words>
  <Application>Microsoft Office PowerPoint</Application>
  <PresentationFormat>Widescreen</PresentationFormat>
  <Paragraphs>198</Paragraphs>
  <Slides>108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2" baseType="lpstr">
      <vt:lpstr>Calibri</vt:lpstr>
      <vt:lpstr>Century Gothic</vt:lpstr>
      <vt:lpstr>Wingdings 3</vt:lpstr>
      <vt:lpstr>Ion</vt:lpstr>
      <vt:lpstr>Master EAS Meta-Model in Ontology &amp; Graph Perspective</vt:lpstr>
      <vt:lpstr>What is Metamodel?</vt:lpstr>
      <vt:lpstr>Understanding EAS Metamodel</vt:lpstr>
      <vt:lpstr>Metamodel in Reference EA Frameworks</vt:lpstr>
      <vt:lpstr>Setup Modeling Environment - Essential Open Source EA Tool</vt:lpstr>
      <vt:lpstr>Setup Modeling Environment - Protégé &amp; Neo4j</vt:lpstr>
      <vt:lpstr>Essential EA Meta-Model - Business Layer - 01 </vt:lpstr>
      <vt:lpstr>Essential EA Meta-Model - Business Conceptual - 02 </vt:lpstr>
      <vt:lpstr>Essential EA Meta-Model - Business Layer - 03 </vt:lpstr>
      <vt:lpstr>Essential EA Meta-Model - Business Layer - 04 </vt:lpstr>
      <vt:lpstr>Essential EA Meta-Model - Business Layer - 05 </vt:lpstr>
      <vt:lpstr>PowerPoint Presentation</vt:lpstr>
      <vt:lpstr>Essential EA Meta-Model - Business Layer - 06 </vt:lpstr>
      <vt:lpstr>PowerPoint Presentation</vt:lpstr>
      <vt:lpstr>Essential EA Meta-Model - Business Layer - 07 </vt:lpstr>
      <vt:lpstr>PowerPoint Presentation</vt:lpstr>
      <vt:lpstr>Essential EA Meta-Model - Business Layer - 08 </vt:lpstr>
      <vt:lpstr>PowerPoint Presentation</vt:lpstr>
      <vt:lpstr>Essential EA Meta-Model - Business Layer - 09 </vt:lpstr>
      <vt:lpstr>PowerPoint Presentation</vt:lpstr>
      <vt:lpstr>Essential EA Meta-Model - Business Layer - 10 </vt:lpstr>
      <vt:lpstr>PowerPoint Presentation</vt:lpstr>
      <vt:lpstr>Essential EA Meta-Model - Business Layer - 11 </vt:lpstr>
      <vt:lpstr>PowerPoint Presentation</vt:lpstr>
      <vt:lpstr>Essential EA Meta-Model - Business Layer - 12 </vt:lpstr>
      <vt:lpstr>PowerPoint Presentation</vt:lpstr>
      <vt:lpstr>Essential EA Meta-Model - Business Layer - 13 </vt:lpstr>
      <vt:lpstr>PowerPoint Presentation</vt:lpstr>
      <vt:lpstr>Essential EA Meta-Model - Business Layer - 14</vt:lpstr>
      <vt:lpstr>PowerPoint Presentation</vt:lpstr>
      <vt:lpstr>Essential EA Meta-Model - Business Layer - 15</vt:lpstr>
      <vt:lpstr>PowerPoint Presentation</vt:lpstr>
      <vt:lpstr>Essential EA Meta-Model - Business Layer - 16</vt:lpstr>
      <vt:lpstr>PowerPoint Presentation</vt:lpstr>
      <vt:lpstr>Essential EA Meta-Model - Business Layer - 17</vt:lpstr>
      <vt:lpstr>PowerPoint Presentation</vt:lpstr>
      <vt:lpstr>Essential EA Meta-Model - Business Layer - 18</vt:lpstr>
      <vt:lpstr>PowerPoint Presentation</vt:lpstr>
      <vt:lpstr>Essential EA Meta-Model - Business Layer - 19</vt:lpstr>
      <vt:lpstr>PowerPoint Presentation</vt:lpstr>
      <vt:lpstr>Essential EA Meta-Model - Business Layer - 20</vt:lpstr>
      <vt:lpstr>PowerPoint Presentation</vt:lpstr>
      <vt:lpstr>Essential EA Meta-Model - Business Layer - 21</vt:lpstr>
      <vt:lpstr>PowerPoint Presentation</vt:lpstr>
      <vt:lpstr>Essential EA Meta-Model - Business Layer - 22</vt:lpstr>
      <vt:lpstr>PowerPoint Presentation</vt:lpstr>
      <vt:lpstr>Essential EA Meta-Model - Business Layer - 23</vt:lpstr>
      <vt:lpstr>PowerPoint Presentation</vt:lpstr>
      <vt:lpstr>Essential EA Meta-Model - Business Layer - 24</vt:lpstr>
      <vt:lpstr>PowerPoint Presentation</vt:lpstr>
      <vt:lpstr>Essential EA Meta-Model - Business Layer - 25</vt:lpstr>
      <vt:lpstr>PowerPoint Presentation</vt:lpstr>
      <vt:lpstr>Essential EA Meta-Model - Business Layer - 26</vt:lpstr>
      <vt:lpstr>PowerPoint Presentation</vt:lpstr>
      <vt:lpstr>Essential EA Meta-Model - Business Layer - Summary</vt:lpstr>
      <vt:lpstr>PowerPoint Presentation</vt:lpstr>
      <vt:lpstr>Essential EA Meta-Model - Application Layer - 01</vt:lpstr>
      <vt:lpstr>PowerPoint Presentation</vt:lpstr>
      <vt:lpstr>Essential EA Meta-Model - Application Layer - 02</vt:lpstr>
      <vt:lpstr>PowerPoint Presentation</vt:lpstr>
      <vt:lpstr>Essential EA Meta-Model - Application Layer - 03</vt:lpstr>
      <vt:lpstr>PowerPoint Presentation</vt:lpstr>
      <vt:lpstr>Essential EA Meta-Model - Application Layer - 04</vt:lpstr>
      <vt:lpstr>PowerPoint Presentation</vt:lpstr>
      <vt:lpstr>Essential EA Meta-Model - Application Layer - 05</vt:lpstr>
      <vt:lpstr>PowerPoint Presentation</vt:lpstr>
      <vt:lpstr>Essential EA Meta-Model - Application Layer - 06</vt:lpstr>
      <vt:lpstr>PowerPoint Presentation</vt:lpstr>
      <vt:lpstr>Essential EA Meta-Model - Application Layer - 07</vt:lpstr>
      <vt:lpstr>PowerPoint Presentation</vt:lpstr>
      <vt:lpstr>Essential EA Meta-Model - Application Layer - 08</vt:lpstr>
      <vt:lpstr>PowerPoint Presentation</vt:lpstr>
      <vt:lpstr>Essential EA Meta-Model - Application Layer - 09</vt:lpstr>
      <vt:lpstr>PowerPoint Presentation</vt:lpstr>
      <vt:lpstr>Essential EA Meta-Model - Application Layer - 10</vt:lpstr>
      <vt:lpstr>PowerPoint Presentation</vt:lpstr>
      <vt:lpstr>Essential EA Meta-Model - Application Layer - 11</vt:lpstr>
      <vt:lpstr>PowerPoint Presentation</vt:lpstr>
      <vt:lpstr>Essential EA Meta-Model - Application Layer - 12</vt:lpstr>
      <vt:lpstr>PowerPoint Presentation</vt:lpstr>
      <vt:lpstr>Essential EA Meta-Model - Application Layer - 13</vt:lpstr>
      <vt:lpstr>PowerPoint Presentation</vt:lpstr>
      <vt:lpstr>Essential EA Meta-Model - Application Layer - 14</vt:lpstr>
      <vt:lpstr>PowerPoint Presentation</vt:lpstr>
      <vt:lpstr>Essential EA Meta-Model - Application Layer - 15</vt:lpstr>
      <vt:lpstr>PowerPoint Presentation</vt:lpstr>
      <vt:lpstr>Essential EA Meta-Model - Application Layer - 16</vt:lpstr>
      <vt:lpstr>PowerPoint Presentation</vt:lpstr>
      <vt:lpstr>Essential EA Meta-Model - Application Layer - 17</vt:lpstr>
      <vt:lpstr>PowerPoint Presentation</vt:lpstr>
      <vt:lpstr>Essential EA Meta-Model - Application Layer - 18</vt:lpstr>
      <vt:lpstr>PowerPoint Presentation</vt:lpstr>
      <vt:lpstr>Essential EA Meta-Model - Application Layer - 19</vt:lpstr>
      <vt:lpstr>PowerPoint Presentation</vt:lpstr>
      <vt:lpstr>Essential EA Meta-Model - Application Layer - 20</vt:lpstr>
      <vt:lpstr>PowerPoint Presentation</vt:lpstr>
      <vt:lpstr>Essential EA Meta-Model - Application Layer - 21</vt:lpstr>
      <vt:lpstr>PowerPoint Presentation</vt:lpstr>
      <vt:lpstr>Essential EA Meta-Model - Application Layer - 22</vt:lpstr>
      <vt:lpstr>PowerPoint Presentation</vt:lpstr>
      <vt:lpstr>Essential EA Meta-Model - Application Layer - 23</vt:lpstr>
      <vt:lpstr>PowerPoint Presentation</vt:lpstr>
      <vt:lpstr>Essential EA Meta-Model - Application Layer - 24</vt:lpstr>
      <vt:lpstr>PowerPoint Presentation</vt:lpstr>
      <vt:lpstr>Essential EA Meta-Model - Application Layer - 25</vt:lpstr>
      <vt:lpstr>Thank You!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92</cp:revision>
  <dcterms:created xsi:type="dcterms:W3CDTF">2026-03-17T00:40:27Z</dcterms:created>
  <dcterms:modified xsi:type="dcterms:W3CDTF">2026-04-11T03:47:54Z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
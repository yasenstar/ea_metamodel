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267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49" d="100"/>
          <a:sy n="49" d="100"/>
        </p:scale>
        <p:origin x="39" y="11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4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B29C1FF-1124-3ADB-04ED-B0F9E3B5BEB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B9ADCB4-FB81-56C8-65EE-D67282827F6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A24398-D52D-57EC-EBB6-2158D05BE368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13075E4-1736-5E8F-5C22-4A2DC7EF4862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5993</TotalTime>
  <Words>331</Words>
  <Application>Microsoft Office PowerPoint</Application>
  <PresentationFormat>Widescreen</PresentationFormat>
  <Paragraphs>64</Paragraphs>
  <Slides>37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46</cp:revision>
  <dcterms:created xsi:type="dcterms:W3CDTF">2026-03-17T00:40:27Z</dcterms:created>
  <dcterms:modified xsi:type="dcterms:W3CDTF">2026-03-26T11:41:32Z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
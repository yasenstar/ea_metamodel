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67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C133"/>
    <a:srgbClr val="ACD4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900" y="30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3/21/2026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3/21/2026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388FF68-E6FE-AFFA-E8A8-224461DAF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2" y="3197407"/>
            <a:ext cx="2398961" cy="21233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8828B8B-88B8-5ACA-864D-1DD8AD2339B0}"/>
              </a:ext>
            </a:extLst>
          </p:cNvPr>
          <p:cNvSpPr/>
          <p:nvPr/>
        </p:nvSpPr>
        <p:spPr>
          <a:xfrm>
            <a:off x="10582275" y="2952750"/>
            <a:ext cx="819150" cy="857250"/>
          </a:xfrm>
          <a:prstGeom prst="rect">
            <a:avLst/>
          </a:prstGeom>
          <a:solidFill>
            <a:srgbClr val="ACD433">
              <a:alpha val="3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2D5555-678C-5743-DCE7-653A7F1D7B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2" y="3197407"/>
            <a:ext cx="2398961" cy="212333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C305A3B-E771-332E-1234-FE8C5CC9953B}"/>
              </a:ext>
            </a:extLst>
          </p:cNvPr>
          <p:cNvSpPr/>
          <p:nvPr/>
        </p:nvSpPr>
        <p:spPr>
          <a:xfrm>
            <a:off x="9231684" y="3429000"/>
            <a:ext cx="819150" cy="1371600"/>
          </a:xfrm>
          <a:prstGeom prst="rect">
            <a:avLst/>
          </a:prstGeom>
          <a:solidFill>
            <a:srgbClr val="ACD433">
              <a:alpha val="30196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1569" y="2393655"/>
            <a:ext cx="1638529" cy="320084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3245</TotalTime>
  <Words>219</Words>
  <Application>Microsoft Office PowerPoint</Application>
  <PresentationFormat>Widescreen</PresentationFormat>
  <Paragraphs>40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Conceptual - 01 </vt:lpstr>
      <vt:lpstr>Essential EA Meta-Model - Business Conceptual - 02 </vt:lpstr>
      <vt:lpstr>Essential EA Meta-Model - Business Conceptual - 03 </vt:lpstr>
      <vt:lpstr>Essential EA Meta-Model - Business Conceptual - 04 </vt:lpstr>
      <vt:lpstr>Essential EA Meta-Model - Business Conceptual - 05 </vt:lpstr>
      <vt:lpstr>PowerPoint Presentation</vt:lpstr>
      <vt:lpstr>Essential EA Meta-Model - Business Conceptual - 05 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19</cp:revision>
  <dcterms:created xsi:type="dcterms:W3CDTF">2026-03-17T00:40:27Z</dcterms:created>
  <dcterms:modified xsi:type="dcterms:W3CDTF">2026-03-22T01:37:24Z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
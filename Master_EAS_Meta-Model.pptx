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66"/>
  </p:notesMasterIdLst>
  <p:handoutMasterIdLst>
    <p:handoutMasterId r:id="rId67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267" r:id="rId64"/>
    <p:sldId id="326" r:id="rId6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</p14:sldIdLst>
        </p14:section>
        <p14:section name="Information_Layer" id="{91D2F92F-6A77-4060-BC4D-057B76B9D342}">
          <p14:sldIdLst/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4/3/2026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4/3/2026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4.jpe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6.jpeg"/><Relationship Id="rId4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10513</TotalTime>
  <Words>480</Words>
  <Application>Microsoft Office PowerPoint</Application>
  <PresentationFormat>Widescreen</PresentationFormat>
  <Paragraphs>105</Paragraphs>
  <Slides>61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5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Thank You!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67</cp:revision>
  <dcterms:created xsi:type="dcterms:W3CDTF">2026-03-17T00:40:27Z</dcterms:created>
  <dcterms:modified xsi:type="dcterms:W3CDTF">2026-04-03T08:45:59Z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
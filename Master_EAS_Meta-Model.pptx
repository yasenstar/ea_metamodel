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70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4" autoAdjust="0"/>
    <p:restoredTop sz="94641" autoAdjust="0"/>
  </p:normalViewPr>
  <p:slideViewPr>
    <p:cSldViewPr snapToGrid="0">
      <p:cViewPr varScale="1">
        <p:scale>
          <a:sx n="93" d="100"/>
          <a:sy n="93" d="100"/>
        </p:scale>
        <p:origin x="900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154" y="307943"/>
            <a:ext cx="8825658" cy="3329581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Master EAS Meta-Model in Ontology &amp; Graph Perspective</a:t>
            </a:r>
            <a:endParaRPr lang="ru-RU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2154" y="3538424"/>
            <a:ext cx="8825658" cy="861420"/>
          </a:xfrm>
        </p:spPr>
        <p:txBody>
          <a:bodyPr anchor="ctr">
            <a:normAutofit/>
          </a:bodyPr>
          <a:lstStyle/>
          <a:p>
            <a:r>
              <a:rPr lang="en-US" dirty="0"/>
              <a:t>Build Up Enterprise Architecture Meta-Model From Scratch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96C580F-38C1-FF79-76EE-387C2193E73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A3EDAE-1B0E-C1CF-8C16-C6F54D1C5488}"/>
              </a:ext>
            </a:extLst>
          </p:cNvPr>
          <p:cNvGrpSpPr/>
          <p:nvPr/>
        </p:nvGrpSpPr>
        <p:grpSpPr>
          <a:xfrm>
            <a:off x="2141549" y="4323296"/>
            <a:ext cx="7766868" cy="2226761"/>
            <a:chOff x="1463863" y="4391350"/>
            <a:chExt cx="7766868" cy="222676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AE0F899-9B30-1477-EF90-A3BFF355E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49627" y="4399844"/>
              <a:ext cx="1900932" cy="221826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F92B555-999F-2F3B-6A00-4426832C8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87188" y="4391350"/>
              <a:ext cx="2339123" cy="220152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18612BDC-FCFA-4143-D6C2-08664DA7F3EF}"/>
                </a:ext>
              </a:extLst>
            </p:cNvPr>
            <p:cNvSpPr/>
            <p:nvPr/>
          </p:nvSpPr>
          <p:spPr>
            <a:xfrm>
              <a:off x="4570725" y="5031380"/>
              <a:ext cx="1207911" cy="767644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96209F-D274-5DEB-45D9-C3402DD8B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63863" y="4957083"/>
              <a:ext cx="360209" cy="40177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6C7995A-87F7-91D6-C1F6-318F2C06C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63863" y="5536012"/>
              <a:ext cx="362976" cy="36297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67B15A3-E502-426B-3004-FC2BA5900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59620" y="4951896"/>
              <a:ext cx="362976" cy="36297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F42F9F-AF6A-3226-86B2-248451228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59620" y="5438299"/>
              <a:ext cx="371111" cy="46068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76B4B21-2091-A494-3901-B7DE776977CD}"/>
              </a:ext>
            </a:extLst>
          </p:cNvPr>
          <p:cNvSpPr txBox="1"/>
          <p:nvPr/>
        </p:nvSpPr>
        <p:spPr>
          <a:xfrm>
            <a:off x="1636272" y="5467958"/>
            <a:ext cx="505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9F436E-B180-CC50-15DC-9E21FD4771FF}"/>
              </a:ext>
            </a:extLst>
          </p:cNvPr>
          <p:cNvSpPr txBox="1"/>
          <p:nvPr/>
        </p:nvSpPr>
        <p:spPr>
          <a:xfrm>
            <a:off x="9980965" y="4872699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5.6+</a:t>
            </a:r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3F22-8ED0-1925-F839-CE0A5608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Understanding EAS Metamodel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CE6604-B384-AE7F-ADEE-C23A021FF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1224062"/>
            <a:ext cx="4748944" cy="5389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F2FE4C-F570-9598-B96E-2D875C9893E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50B529-4B1E-859B-EC08-6C29AD298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A55ED-6D2E-E9BB-56CA-5E548C5A7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D77D53-E5B1-541D-3D31-F5581E14887B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F1033D-83ED-CFEA-65C1-8A5C031ED459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94BB93-8958-DB5F-3B3D-70DA03C9E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8C40A1-8C22-B4D9-2C2B-EEA60611A95E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9EB17C-9B78-B394-2F8D-25DC39ED7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2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someone@Example.com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44</TotalTime>
  <Words>54</Words>
  <Application>Microsoft Office PowerPoint</Application>
  <PresentationFormat>Widescreen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Century Gothic</vt:lpstr>
      <vt:lpstr>Wingdings 3</vt:lpstr>
      <vt:lpstr>Ion</vt:lpstr>
      <vt:lpstr>Master EAS Meta-Model in Ontology &amp; Graph Perspective</vt:lpstr>
      <vt:lpstr>Understanding EAS Metamodel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3</cp:revision>
  <dcterms:created xsi:type="dcterms:W3CDTF">2026-03-17T00:40:27Z</dcterms:created>
  <dcterms:modified xsi:type="dcterms:W3CDTF">2026-03-17T01:25:10Z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
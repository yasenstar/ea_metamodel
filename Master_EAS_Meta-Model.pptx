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40"/>
  </p:notesMasterIdLst>
  <p:handoutMasterIdLst>
    <p:handoutMasterId r:id="rId41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267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>
        <p:scale>
          <a:sx n="125" d="100"/>
          <a:sy n="125" d="100"/>
        </p:scale>
        <p:origin x="90" y="3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3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1BE77-8BEA-47C9-03FD-67299CCC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606F4A-37FB-4E0E-49EF-3D980CF23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1E6343D-1646-4BB1-68CE-F90A7EA420A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5BA46F-85E2-D94F-66CE-DFD7C3887D8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F34160-8C63-45A7-8A00-337E891EAD7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007D1B-3288-CBD6-AA10-E44679496F1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9C761D-F7FC-8775-72BE-92828C3825B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7C6E0B-6CD7-D3BB-6577-69F6948A58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D4DA41-9A4E-B7F2-E52F-D2682571BB2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567DB5-0F62-37F8-220C-F8F8B4568497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9B480B-22B3-50A0-C22C-052E7272CA0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C40226-FE18-2145-FAD2-ACC0561D7AF5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4E351E-9E50-DB76-22C8-CD8F5F27F567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686508-C3EF-70A5-FC96-38130E46250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03C36-1C38-5F33-1C1D-307AF6BB87F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51DBEA-E6FE-3BF4-5364-55F881E86F19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B44448-06DF-1F3E-AF4D-8F207D582B6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969315-431B-89A4-9D3E-DDBE3B4FD35D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481B9C4-6CB5-75DB-FE1C-4130B14127F5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369383-1BF2-9DA9-F0BB-517E27B6E933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E6EDB8-5817-A7C2-F25B-663CCF4FB80E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B968C1-7645-AA12-7E6A-930B7335A5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4C863E-C315-8296-95C3-C5C10D01C1B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E1DD47-2B32-5CA7-8EBA-C2A350A7E0A1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6BC75E-E6C7-8E4C-4D33-372345A4D4A3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3E368A-4F51-6736-8DA5-37E30D11870B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60B51EF-21B6-B9CC-6355-D6D7EFD1CC8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F9B66-7431-1A59-7188-3C0E64107F99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4B1659-8D43-769B-AEF3-F79100B09B1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18C9774-7A50-5CD0-FD00-8FB87D6673B9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BA1E83-AE41-EB9F-70F4-68B4FD7ED095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CF34D68-FC06-2891-B90E-9F1A0D98EA9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158F12-1CF0-8976-7711-37C4074955D7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390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5745</TotalTime>
  <Words>319</Words>
  <Application>Microsoft Office PowerPoint</Application>
  <PresentationFormat>Widescreen</PresentationFormat>
  <Paragraphs>60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43</cp:revision>
  <dcterms:created xsi:type="dcterms:W3CDTF">2026-03-17T00:40:27Z</dcterms:created>
  <dcterms:modified xsi:type="dcterms:W3CDTF">2026-03-26T07:34:01Z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
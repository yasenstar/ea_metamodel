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256" r:id="rId5"/>
    <p:sldId id="270" r:id="rId6"/>
    <p:sldId id="271" r:id="rId7"/>
    <p:sldId id="272" r:id="rId8"/>
    <p:sldId id="26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4641" autoAdjust="0"/>
  </p:normalViewPr>
  <p:slideViewPr>
    <p:cSldViewPr snapToGrid="0">
      <p:cViewPr varScale="1">
        <p:scale>
          <a:sx n="49" d="100"/>
          <a:sy n="49" d="100"/>
        </p:scale>
        <p:origin x="72" y="15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3/17/2026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3/17/2026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Relationship Id="rId9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/>
              <a:t>Building </a:t>
            </a:r>
            <a:r>
              <a:rPr lang="en-US" dirty="0"/>
              <a:t>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5CE6604-B384-AE7F-ADEE-C23A021FF1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50B529-4B1E-859B-EC08-6C29AD298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7FA55ED-6D2E-E9BB-56CA-5E548C5A7C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2D77D53-E5B1-541D-3D31-F5581E14887B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F1033D-83ED-CFEA-65C1-8A5C031ED459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894BB93-8958-DB5F-3B3D-70DA03C9E6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48C40A1-8C22-B4D9-2C2B-EEA60611A95E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99EB17C-9B78-B394-2F8D-25DC39ED7A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1290" y="1986330"/>
            <a:ext cx="10578594" cy="393034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3B264E-E287-5E02-DCD6-CD4971128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352</TotalTime>
  <Words>74</Words>
  <Application>Microsoft Office PowerPoint</Application>
  <PresentationFormat>Widescreen</PresentationFormat>
  <Paragraphs>18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Calibri</vt:lpstr>
      <vt:lpstr>Century Gothic</vt:lpstr>
      <vt:lpstr>Wingdings 3</vt:lpstr>
      <vt:lpstr>Ion</vt:lpstr>
      <vt:lpstr>Master EAS Meta-Model in Ontology &amp; Graph Perspective</vt:lpstr>
      <vt:lpstr>Understanding EAS Metamodel</vt:lpstr>
      <vt:lpstr>Setup Modeling Environment - Essential Open Source EA Tool</vt:lpstr>
      <vt:lpstr>Setup Modeling Environment - Protégé &amp; Neo4j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4</cp:revision>
  <dcterms:created xsi:type="dcterms:W3CDTF">2026-03-17T00:40:27Z</dcterms:created>
  <dcterms:modified xsi:type="dcterms:W3CDTF">2026-03-17T06:33:01Z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
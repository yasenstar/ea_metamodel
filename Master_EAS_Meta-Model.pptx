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94"/>
  </p:notesMasterIdLst>
  <p:handoutMasterIdLst>
    <p:handoutMasterId r:id="rId95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267" r:id="rId91"/>
    <p:sldId id="326" r:id="rId92"/>
    <p:sldId id="336" r:id="rId9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60" y="106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handoutMaster" Target="handoutMasters/handoutMaster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notesMaster" Target="notesMasters/notesMaster1.xml"/><Relationship Id="rId9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67.jpe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.jpeg"/><Relationship Id="rId4" Type="http://schemas.openxmlformats.org/officeDocument/2006/relationships/image" Target="../media/image67.jpe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C35841B-23D7-F3EE-B749-FB346CCB9633}"/>
              </a:ext>
            </a:extLst>
          </p:cNvPr>
          <p:cNvSpPr/>
          <p:nvPr/>
        </p:nvSpPr>
        <p:spPr>
          <a:xfrm>
            <a:off x="5519738" y="2681288"/>
            <a:ext cx="314325" cy="4762"/>
          </a:xfrm>
          <a:custGeom>
            <a:avLst/>
            <a:gdLst>
              <a:gd name="csX0" fmla="*/ 0 w 314325"/>
              <a:gd name="csY0" fmla="*/ 4762 h 4762"/>
              <a:gd name="csX1" fmla="*/ 0 w 314325"/>
              <a:gd name="csY1" fmla="*/ 4762 h 4762"/>
              <a:gd name="csX2" fmla="*/ 314325 w 314325"/>
              <a:gd name="csY2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4762">
                <a:moveTo>
                  <a:pt x="0" y="4762"/>
                </a:moveTo>
                <a:lnTo>
                  <a:pt x="0" y="4762"/>
                </a:lnTo>
                <a:lnTo>
                  <a:pt x="314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86C222F-4B94-5442-DCFB-23F09D8F95D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E12B63F-FD88-0B47-771D-B5F067E40A71}"/>
              </a:ext>
            </a:extLst>
          </p:cNvPr>
          <p:cNvSpPr/>
          <p:nvPr/>
        </p:nvSpPr>
        <p:spPr>
          <a:xfrm>
            <a:off x="5519738" y="2681288"/>
            <a:ext cx="314325" cy="4762"/>
          </a:xfrm>
          <a:custGeom>
            <a:avLst/>
            <a:gdLst>
              <a:gd name="csX0" fmla="*/ 0 w 314325"/>
              <a:gd name="csY0" fmla="*/ 4762 h 4762"/>
              <a:gd name="csX1" fmla="*/ 0 w 314325"/>
              <a:gd name="csY1" fmla="*/ 4762 h 4762"/>
              <a:gd name="csX2" fmla="*/ 314325 w 314325"/>
              <a:gd name="csY2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4762">
                <a:moveTo>
                  <a:pt x="0" y="4762"/>
                </a:moveTo>
                <a:lnTo>
                  <a:pt x="0" y="4762"/>
                </a:lnTo>
                <a:lnTo>
                  <a:pt x="314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751A96B-81F1-1AA4-B891-4ABE6DF6D139}"/>
              </a:ext>
            </a:extLst>
          </p:cNvPr>
          <p:cNvSpPr/>
          <p:nvPr/>
        </p:nvSpPr>
        <p:spPr>
          <a:xfrm>
            <a:off x="5519738" y="2681288"/>
            <a:ext cx="314325" cy="4762"/>
          </a:xfrm>
          <a:custGeom>
            <a:avLst/>
            <a:gdLst>
              <a:gd name="csX0" fmla="*/ 0 w 314325"/>
              <a:gd name="csY0" fmla="*/ 4762 h 4762"/>
              <a:gd name="csX1" fmla="*/ 0 w 314325"/>
              <a:gd name="csY1" fmla="*/ 4762 h 4762"/>
              <a:gd name="csX2" fmla="*/ 314325 w 314325"/>
              <a:gd name="csY2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4762">
                <a:moveTo>
                  <a:pt x="0" y="4762"/>
                </a:moveTo>
                <a:lnTo>
                  <a:pt x="0" y="4762"/>
                </a:lnTo>
                <a:lnTo>
                  <a:pt x="314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17605</TotalTime>
  <Words>723</Words>
  <Application>Microsoft Office PowerPoint</Application>
  <PresentationFormat>Widescreen</PresentationFormat>
  <Paragraphs>160</Paragraphs>
  <Slides>89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3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81</cp:revision>
  <dcterms:created xsi:type="dcterms:W3CDTF">2026-03-17T00:40:27Z</dcterms:created>
  <dcterms:modified xsi:type="dcterms:W3CDTF">2026-04-08T06:58:27Z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
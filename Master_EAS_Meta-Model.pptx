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33"/>
  </p:notesMasterIdLst>
  <p:handoutMasterIdLst>
    <p:handoutMasterId r:id="rId134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395" r:id="rId128"/>
    <p:sldId id="396" r:id="rId129"/>
    <p:sldId id="267" r:id="rId130"/>
    <p:sldId id="326" r:id="rId131"/>
    <p:sldId id="336" r:id="rId1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5642" autoAdjust="0"/>
  </p:normalViewPr>
  <p:slideViewPr>
    <p:cSldViewPr snapToGrid="0">
      <p:cViewPr varScale="1">
        <p:scale>
          <a:sx n="94" d="100"/>
          <a:sy n="94" d="100"/>
        </p:scale>
        <p:origin x="86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tableStyles" Target="tableStyles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handoutMaster" Target="handoutMasters/handoutMaster1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presProps" Target="presProps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D6F4-D762-A241-B293-F774EE8A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AE649-CE78-6E34-C3CF-D6B4A2B7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BEFCB-FA3F-BA9E-9C15-9B22C47A7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1E0B9-53A0-759A-DD3F-DC8F7FB90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949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86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6.jpeg"/><Relationship Id="rId4" Type="http://schemas.openxmlformats.org/officeDocument/2006/relationships/image" Target="../media/image86.jpe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52D269F-00E2-A869-98B5-5FA06AB417CB}"/>
              </a:ext>
            </a:extLst>
          </p:cNvPr>
          <p:cNvSpPr/>
          <p:nvPr/>
        </p:nvSpPr>
        <p:spPr>
          <a:xfrm>
            <a:off x="2283782" y="33450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B0F9D02-495A-A306-7A38-1346BD97DF7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702CF9A-2871-D2BD-E20D-5DCA3B26FBB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E9C0BB0-8B90-E17F-C736-29254141B0B3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487C5A-B249-9005-E788-06388DEA50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911" y="2028118"/>
            <a:ext cx="5370735" cy="39561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A1484-B87F-7E2F-081B-992D46630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5C97A88-0362-3981-6394-28FA7AFDE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5968492-C6F0-A03F-D2BF-DF536482A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6ED5E4-C4BD-CC18-15DB-C706F2616EC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B515C7D-BD95-6096-F023-7AEED453BFA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E608C3-3A4F-B7A1-6D3F-C5C213C16F9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939EAFF-B04B-095C-B21B-976F6373C54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129B090-1729-966F-5BFE-7422F213D93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47BE966-E1B1-4611-47B8-03AB42F0114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F58FFD-840A-06ED-0F5C-7BA0CE55D73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42B77B-A5F9-EA8E-99CA-9CF0697A134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48AB2D-E93C-CF02-94BD-2E1D01C00A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201DEF6-BF3F-4E84-0C5E-066910048DF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DC2496-0383-332D-6836-EDCCE97D163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6624FE1-9656-7AF0-ADE1-6F68D745A90B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AE21E1-5E1B-0DD7-E618-E48F1991FF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F12E15-0D27-DB1B-47C4-8605A1EAB83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9EFC46-1BF7-C953-2E37-EF8F1FA855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0525735-4A0D-4052-AB93-C58B8C96033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905C38-93B8-3A76-575A-E3E54CAE0CB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7DB7F4C-2F47-2975-FC53-8505E5575FF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F9D854B-1419-F252-EFCE-E8A963A898C5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E85C61-AF94-B86E-D457-BA725FFAFD4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D62D3A6-4225-961E-6A88-B828C5698D7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62A236-36C7-7145-87F7-D0D817F9B5D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F9EA1F-AFED-0F27-A28C-6E7C786B019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F22685-81B2-71F4-086C-2D8BB811FE5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DDE7797-A633-14E3-7E31-9E884C1754F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B4D5E5-3EF7-915C-0A2A-6E46B17189B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2D3B5-717B-40DD-B0A5-9BA131E2EB1F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90A9BB-AF0C-7C44-1C6F-3C5DD180479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C0407-B57C-B6A1-77E7-E802F029AB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1A7462-1614-E714-F0F4-8CAEFE18108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EDCACA-E791-34AB-E81D-2B1E1A6210E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8DD393-5C80-AC90-B8AA-0FB992DBD6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F63BE4-E972-B062-587A-B032AE1EFFA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A4AE0-EED0-E925-A892-8A07DAEC653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3C84D9-6FDA-70CF-1951-594E6DE3648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C95248-55B7-3BA1-CE96-217D13B7CFF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AB3D80-B3FB-1314-0587-ACF5D34A26C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577CCE-8A6D-B529-E67A-D58DBFD1CE7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433C-DB1B-1735-346A-72C6EDDFC30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61B9518-020B-0818-7BF1-CE2B0374FF7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2D17B7F-F91E-AC3C-2FC9-0AE3C3CA9229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1B571F-ABE9-7FAB-D520-AFB839F9F4A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A1E7E42-1D9D-DD23-EF5C-08DE3F69406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6F7D2F-DD2C-35AB-2FD9-2E46C33179E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CE76C0-1B88-A211-9608-2B41330BBB74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993ECF-BCC2-C143-CEFC-C9693626395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8A193C-4893-8EA7-2A1B-0D448FBCF15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517B8E2-D696-2C6F-55AC-8E5C60E06E4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B1C306-EB7F-C085-77E2-99B79D46AFF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8B3CEC-92E2-28EF-A7A4-22DC8EF104F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74D31CC-FDF4-70DA-C624-189A6CA784B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C8EA4A7-58E6-5CBB-CB0E-D4E62994125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29C18BB-0EA4-02A7-91F4-51B40C72B03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3B9ACA-40F2-A0FF-CB2D-0F9EA557B79F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A6846DD-5F3B-5A03-5FF0-47A0A0DDC1E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F6BA0-6B99-678B-542A-99CA5E3A9E6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B0BA75-8BD9-0E30-F151-A5C2C7EB1FF0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DC8059C-518A-36B4-11EB-45B9F28FC2D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01675EB-BF45-88C8-731F-70A3B9BDD73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D5A135-1526-091C-3779-2A1E2A64D41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0D22BBA-52CF-5AEF-25B9-089D8921F16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61A6C9B-478B-110A-7235-06A2283DE42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05CB9-A065-4113-4B83-F679E8BA50E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C9521-86A3-A22A-CF40-5ECEC5D9E36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B3198F1-4164-9D69-E332-6295755FBAC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7894345D-BF67-54D5-E082-6EA48B95541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B71111-6B36-AD7D-6244-1D008C53103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B6EA45-E1A3-2504-0BAC-1072A54C89F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C7F74C6-0052-B762-95AE-ADDD10EADC1F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1184E99-6D7E-6701-2588-C8083957AC0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C3A808F-91B2-7901-B74D-95F992065F46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B86D992-96A7-605A-8B00-B9A00FF6512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38C81AD-A1E1-B2BE-0881-1C62F253FCB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51C026-BBF9-363A-6DD1-1F954CA8E21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F194F38-B902-C0A9-C6A3-E009FE2604E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D8A412-887C-7A60-897C-E2501203401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8A9EA74-4100-8AB7-D3C4-25580DE613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F5B1F2-D8C7-7C15-4D2F-EBF2F5F924B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71B8C34-99F1-0269-909E-A7FFF39A43B8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B3BA6A-9276-EC36-A010-A9B79EA3A25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283203B-92B8-5D14-183C-0D067FBCAEC4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804D4B7-FC18-DEBC-A1AD-0D4E4317E6DF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DAC026E-9787-EC25-9E8B-BE45653C6D7D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1A39DA9E-C300-1152-B95C-4A9D31E631A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AFE574C-6EB3-5773-4420-A11E184A1B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C06584DE-D430-3894-8D01-16D1F428790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9B798CA-148E-0DF9-E44F-6D559CBB40A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AE6EFA-D75B-8E69-809A-E438816517E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5B0EF11-1F05-0C0B-0B7B-3EB5736C43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78EBD3-3215-DDA4-90E9-86A7950DC69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ABA16A2-856E-988C-FF2D-FA4B2B1F2BF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5367E3-439B-82C0-881F-0AB655D1AB23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5B5277E-532F-70A4-ADB8-6AAADC3A542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9B6C9CE-3332-10A0-78A7-B5278C119903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269AD2-E402-D093-8BB0-299A4259819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E785725-181B-0429-4D3B-9149193BBAC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9AF6B01-B6BE-242B-E802-561E56884A25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A9EE6DFC-AEC2-EE5B-1633-0A092F5D18CB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456D5ED-886D-B915-8C3B-5C67D9944E1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4D04F57-2531-8A81-E588-592C50BDE6E5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F140B8B-61CD-1545-0879-08994AEB775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B0F3F06-94BA-3947-EBA7-F71E9A0219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E1771AC-75DD-1282-1045-0424F94893B7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2FAB76EB-B6C4-1E9C-E9A0-E531F445C10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7C0446E1-EDC4-6D0B-9E1C-38C439ED3729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9A87B60-6973-E0A0-6238-F34C208C50D5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7F634A6-54CA-D3FD-ED88-BA19846367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EB55231-5B01-AC5E-D482-AC1161CCC4A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A9C3CF-39E9-0B51-ABC9-0FDC0BA4AC6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658BCB3-EEBA-47A9-FA28-562F0D375B85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9872D6E-B972-A4E0-96BC-D96227E978F2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9AE3AF1-4717-6B41-D6A6-E06A2A0951F2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8E382BD-F8BF-B146-3D45-DFB14856F2E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C5E7997-39BA-C2EB-2416-CAF305AE3884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F71D36-5BA9-DE0E-BFCD-6C58DE7641AB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9EC59D9E-DBA9-C492-C406-2EE62EF2B6F5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7FCAED49-2992-B3CF-CDD2-52DE3C283305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14006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0D92-8A3F-C037-A2A1-4AA02AF5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A437-B2F9-F40D-D7A6-C624B3CC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19F531-8165-D0EA-84BB-98E5CD280A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82D1-3B7E-7B68-2FD2-E07051970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BD1857-4933-AE79-0388-283E00581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CA7F15-8AAA-B6A4-DA7D-82C3B6926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61EAC9-E16B-11BA-8F79-100C1A0D3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FA675-15D8-96C1-08DE-ED7F907CA05A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1415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24641</TotalTime>
  <Words>1075</Words>
  <Application>Microsoft Office PowerPoint</Application>
  <PresentationFormat>Widescreen</PresentationFormat>
  <Paragraphs>238</Paragraphs>
  <Slides>128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128</vt:i4>
      </vt:variant>
    </vt:vector>
  </HeadingPairs>
  <TitlesOfParts>
    <vt:vector size="132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PowerPoint Presentation</vt:lpstr>
      <vt:lpstr>Essential EA Meta-Model - Application Layer - 35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113</cp:revision>
  <dcterms:created xsi:type="dcterms:W3CDTF">2026-03-17T00:40:27Z</dcterms:created>
  <dcterms:modified xsi:type="dcterms:W3CDTF">2026-04-19T12:58:19Z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
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168"/>
  </p:notesMasterIdLst>
  <p:handoutMasterIdLst>
    <p:handoutMasterId r:id="rId169"/>
  </p:handoutMasterIdLst>
  <p:sldIdLst>
    <p:sldId id="256" r:id="rId5"/>
    <p:sldId id="270" r:id="rId6"/>
    <p:sldId id="273" r:id="rId7"/>
    <p:sldId id="274" r:id="rId8"/>
    <p:sldId id="271" r:id="rId9"/>
    <p:sldId id="272" r:id="rId10"/>
    <p:sldId id="275" r:id="rId11"/>
    <p:sldId id="276" r:id="rId12"/>
    <p:sldId id="277" r:id="rId13"/>
    <p:sldId id="279" r:id="rId14"/>
    <p:sldId id="281" r:id="rId15"/>
    <p:sldId id="278" r:id="rId16"/>
    <p:sldId id="280" r:id="rId17"/>
    <p:sldId id="283" r:id="rId18"/>
    <p:sldId id="282" r:id="rId19"/>
    <p:sldId id="284" r:id="rId20"/>
    <p:sldId id="285" r:id="rId21"/>
    <p:sldId id="287" r:id="rId22"/>
    <p:sldId id="286" r:id="rId23"/>
    <p:sldId id="288" r:id="rId24"/>
    <p:sldId id="289" r:id="rId25"/>
    <p:sldId id="290" r:id="rId26"/>
    <p:sldId id="291" r:id="rId27"/>
    <p:sldId id="292" r:id="rId28"/>
    <p:sldId id="293" r:id="rId29"/>
    <p:sldId id="296" r:id="rId30"/>
    <p:sldId id="295" r:id="rId31"/>
    <p:sldId id="297" r:id="rId32"/>
    <p:sldId id="298" r:id="rId33"/>
    <p:sldId id="299" r:id="rId34"/>
    <p:sldId id="300" r:id="rId35"/>
    <p:sldId id="301" r:id="rId36"/>
    <p:sldId id="302" r:id="rId37"/>
    <p:sldId id="303" r:id="rId38"/>
    <p:sldId id="304" r:id="rId39"/>
    <p:sldId id="305" r:id="rId40"/>
    <p:sldId id="306" r:id="rId41"/>
    <p:sldId id="307" r:id="rId42"/>
    <p:sldId id="308" r:id="rId43"/>
    <p:sldId id="309" r:id="rId44"/>
    <p:sldId id="310" r:id="rId45"/>
    <p:sldId id="311" r:id="rId46"/>
    <p:sldId id="312" r:id="rId47"/>
    <p:sldId id="313" r:id="rId48"/>
    <p:sldId id="314" r:id="rId49"/>
    <p:sldId id="315" r:id="rId50"/>
    <p:sldId id="316" r:id="rId51"/>
    <p:sldId id="317" r:id="rId52"/>
    <p:sldId id="318" r:id="rId53"/>
    <p:sldId id="319" r:id="rId54"/>
    <p:sldId id="320" r:id="rId55"/>
    <p:sldId id="321" r:id="rId56"/>
    <p:sldId id="322" r:id="rId57"/>
    <p:sldId id="323" r:id="rId58"/>
    <p:sldId id="325" r:id="rId59"/>
    <p:sldId id="327" r:id="rId60"/>
    <p:sldId id="324" r:id="rId61"/>
    <p:sldId id="328" r:id="rId62"/>
    <p:sldId id="329" r:id="rId63"/>
    <p:sldId id="330" r:id="rId64"/>
    <p:sldId id="331" r:id="rId65"/>
    <p:sldId id="332" r:id="rId66"/>
    <p:sldId id="333" r:id="rId67"/>
    <p:sldId id="334" r:id="rId68"/>
    <p:sldId id="335" r:id="rId69"/>
    <p:sldId id="337" r:id="rId70"/>
    <p:sldId id="338" r:id="rId71"/>
    <p:sldId id="339" r:id="rId72"/>
    <p:sldId id="340" r:id="rId73"/>
    <p:sldId id="341" r:id="rId74"/>
    <p:sldId id="342" r:id="rId75"/>
    <p:sldId id="343" r:id="rId76"/>
    <p:sldId id="344" r:id="rId77"/>
    <p:sldId id="345" r:id="rId78"/>
    <p:sldId id="346" r:id="rId79"/>
    <p:sldId id="347" r:id="rId80"/>
    <p:sldId id="348" r:id="rId81"/>
    <p:sldId id="349" r:id="rId82"/>
    <p:sldId id="350" r:id="rId83"/>
    <p:sldId id="351" r:id="rId84"/>
    <p:sldId id="352" r:id="rId85"/>
    <p:sldId id="353" r:id="rId86"/>
    <p:sldId id="354" r:id="rId87"/>
    <p:sldId id="355" r:id="rId88"/>
    <p:sldId id="356" r:id="rId89"/>
    <p:sldId id="357" r:id="rId90"/>
    <p:sldId id="358" r:id="rId91"/>
    <p:sldId id="359" r:id="rId92"/>
    <p:sldId id="360" r:id="rId93"/>
    <p:sldId id="361" r:id="rId94"/>
    <p:sldId id="362" r:id="rId95"/>
    <p:sldId id="363" r:id="rId96"/>
    <p:sldId id="364" r:id="rId97"/>
    <p:sldId id="365" r:id="rId98"/>
    <p:sldId id="366" r:id="rId99"/>
    <p:sldId id="367" r:id="rId100"/>
    <p:sldId id="368" r:id="rId101"/>
    <p:sldId id="369" r:id="rId102"/>
    <p:sldId id="370" r:id="rId103"/>
    <p:sldId id="371" r:id="rId104"/>
    <p:sldId id="372" r:id="rId105"/>
    <p:sldId id="373" r:id="rId106"/>
    <p:sldId id="374" r:id="rId107"/>
    <p:sldId id="375" r:id="rId108"/>
    <p:sldId id="376" r:id="rId109"/>
    <p:sldId id="377" r:id="rId110"/>
    <p:sldId id="378" r:id="rId111"/>
    <p:sldId id="379" r:id="rId112"/>
    <p:sldId id="380" r:id="rId113"/>
    <p:sldId id="381" r:id="rId114"/>
    <p:sldId id="382" r:id="rId115"/>
    <p:sldId id="383" r:id="rId116"/>
    <p:sldId id="384" r:id="rId117"/>
    <p:sldId id="385" r:id="rId118"/>
    <p:sldId id="386" r:id="rId119"/>
    <p:sldId id="387" r:id="rId120"/>
    <p:sldId id="388" r:id="rId121"/>
    <p:sldId id="389" r:id="rId122"/>
    <p:sldId id="390" r:id="rId123"/>
    <p:sldId id="391" r:id="rId124"/>
    <p:sldId id="392" r:id="rId125"/>
    <p:sldId id="393" r:id="rId126"/>
    <p:sldId id="394" r:id="rId127"/>
    <p:sldId id="404" r:id="rId128"/>
    <p:sldId id="405" r:id="rId129"/>
    <p:sldId id="395" r:id="rId130"/>
    <p:sldId id="396" r:id="rId131"/>
    <p:sldId id="397" r:id="rId132"/>
    <p:sldId id="398" r:id="rId133"/>
    <p:sldId id="399" r:id="rId134"/>
    <p:sldId id="400" r:id="rId135"/>
    <p:sldId id="401" r:id="rId136"/>
    <p:sldId id="402" r:id="rId137"/>
    <p:sldId id="406" r:id="rId138"/>
    <p:sldId id="403" r:id="rId139"/>
    <p:sldId id="407" r:id="rId140"/>
    <p:sldId id="408" r:id="rId141"/>
    <p:sldId id="409" r:id="rId142"/>
    <p:sldId id="410" r:id="rId143"/>
    <p:sldId id="411" r:id="rId144"/>
    <p:sldId id="412" r:id="rId145"/>
    <p:sldId id="413" r:id="rId146"/>
    <p:sldId id="414" r:id="rId147"/>
    <p:sldId id="415" r:id="rId148"/>
    <p:sldId id="416" r:id="rId149"/>
    <p:sldId id="417" r:id="rId150"/>
    <p:sldId id="418" r:id="rId151"/>
    <p:sldId id="419" r:id="rId152"/>
    <p:sldId id="420" r:id="rId153"/>
    <p:sldId id="421" r:id="rId154"/>
    <p:sldId id="422" r:id="rId155"/>
    <p:sldId id="423" r:id="rId156"/>
    <p:sldId id="424" r:id="rId157"/>
    <p:sldId id="425" r:id="rId158"/>
    <p:sldId id="426" r:id="rId159"/>
    <p:sldId id="427" r:id="rId160"/>
    <p:sldId id="428" r:id="rId161"/>
    <p:sldId id="429" r:id="rId162"/>
    <p:sldId id="430" r:id="rId163"/>
    <p:sldId id="431" r:id="rId164"/>
    <p:sldId id="267" r:id="rId165"/>
    <p:sldId id="326" r:id="rId166"/>
    <p:sldId id="336" r:id="rId16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D0F14D87-4D93-4A18-98B6-602331846D5F}">
          <p14:sldIdLst>
            <p14:sldId id="256"/>
            <p14:sldId id="270"/>
            <p14:sldId id="273"/>
            <p14:sldId id="274"/>
            <p14:sldId id="271"/>
            <p14:sldId id="272"/>
          </p14:sldIdLst>
        </p14:section>
        <p14:section name="Business_Layer" id="{BE012B2F-C749-46CF-BEEF-A16D22C39499}">
          <p14:sldIdLst>
            <p14:sldId id="275"/>
            <p14:sldId id="276"/>
            <p14:sldId id="277"/>
            <p14:sldId id="279"/>
            <p14:sldId id="281"/>
            <p14:sldId id="278"/>
            <p14:sldId id="280"/>
            <p14:sldId id="283"/>
            <p14:sldId id="282"/>
            <p14:sldId id="284"/>
            <p14:sldId id="285"/>
            <p14:sldId id="287"/>
            <p14:sldId id="286"/>
            <p14:sldId id="288"/>
            <p14:sldId id="289"/>
            <p14:sldId id="290"/>
            <p14:sldId id="291"/>
            <p14:sldId id="292"/>
            <p14:sldId id="293"/>
            <p14:sldId id="296"/>
            <p14:sldId id="295"/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  <p14:sldId id="309"/>
            <p14:sldId id="310"/>
            <p14:sldId id="311"/>
            <p14:sldId id="312"/>
            <p14:sldId id="313"/>
            <p14:sldId id="314"/>
            <p14:sldId id="315"/>
            <p14:sldId id="316"/>
            <p14:sldId id="317"/>
            <p14:sldId id="318"/>
            <p14:sldId id="319"/>
            <p14:sldId id="320"/>
            <p14:sldId id="321"/>
            <p14:sldId id="322"/>
            <p14:sldId id="323"/>
            <p14:sldId id="325"/>
          </p14:sldIdLst>
        </p14:section>
        <p14:section name="Application_Layer" id="{D2AE7FF9-7C61-4308-9CAD-AF4B81EEF655}">
          <p14:sldIdLst>
            <p14:sldId id="327"/>
            <p14:sldId id="324"/>
            <p14:sldId id="328"/>
            <p14:sldId id="329"/>
            <p14:sldId id="330"/>
            <p14:sldId id="331"/>
            <p14:sldId id="332"/>
            <p14:sldId id="333"/>
            <p14:sldId id="334"/>
            <p14:sldId id="335"/>
            <p14:sldId id="337"/>
            <p14:sldId id="338"/>
            <p14:sldId id="339"/>
            <p14:sldId id="340"/>
            <p14:sldId id="341"/>
            <p14:sldId id="342"/>
            <p14:sldId id="343"/>
            <p14:sldId id="344"/>
            <p14:sldId id="345"/>
            <p14:sldId id="346"/>
            <p14:sldId id="347"/>
            <p14:sldId id="348"/>
            <p14:sldId id="349"/>
            <p14:sldId id="350"/>
            <p14:sldId id="351"/>
            <p14:sldId id="352"/>
            <p14:sldId id="353"/>
            <p14:sldId id="354"/>
            <p14:sldId id="355"/>
            <p14:sldId id="356"/>
            <p14:sldId id="357"/>
            <p14:sldId id="358"/>
            <p14:sldId id="359"/>
            <p14:sldId id="360"/>
            <p14:sldId id="361"/>
            <p14:sldId id="362"/>
            <p14:sldId id="363"/>
            <p14:sldId id="364"/>
            <p14:sldId id="365"/>
            <p14:sldId id="366"/>
            <p14:sldId id="367"/>
            <p14:sldId id="368"/>
            <p14:sldId id="369"/>
            <p14:sldId id="370"/>
            <p14:sldId id="371"/>
            <p14:sldId id="372"/>
            <p14:sldId id="373"/>
            <p14:sldId id="374"/>
            <p14:sldId id="375"/>
            <p14:sldId id="376"/>
            <p14:sldId id="377"/>
            <p14:sldId id="378"/>
            <p14:sldId id="379"/>
            <p14:sldId id="380"/>
            <p14:sldId id="381"/>
            <p14:sldId id="382"/>
            <p14:sldId id="383"/>
            <p14:sldId id="384"/>
            <p14:sldId id="385"/>
            <p14:sldId id="386"/>
            <p14:sldId id="387"/>
            <p14:sldId id="388"/>
            <p14:sldId id="389"/>
            <p14:sldId id="390"/>
            <p14:sldId id="391"/>
            <p14:sldId id="392"/>
            <p14:sldId id="393"/>
            <p14:sldId id="394"/>
            <p14:sldId id="404"/>
            <p14:sldId id="405"/>
            <p14:sldId id="395"/>
            <p14:sldId id="396"/>
            <p14:sldId id="397"/>
            <p14:sldId id="398"/>
            <p14:sldId id="399"/>
            <p14:sldId id="400"/>
            <p14:sldId id="401"/>
            <p14:sldId id="402"/>
          </p14:sldIdLst>
        </p14:section>
        <p14:section name="Information_Layer" id="{91D2F92F-6A77-4060-BC4D-057B76B9D342}">
          <p14:sldIdLst>
            <p14:sldId id="406"/>
            <p14:sldId id="403"/>
            <p14:sldId id="407"/>
            <p14:sldId id="408"/>
            <p14:sldId id="409"/>
            <p14:sldId id="410"/>
            <p14:sldId id="411"/>
            <p14:sldId id="412"/>
            <p14:sldId id="413"/>
            <p14:sldId id="414"/>
            <p14:sldId id="415"/>
            <p14:sldId id="416"/>
            <p14:sldId id="417"/>
            <p14:sldId id="418"/>
            <p14:sldId id="419"/>
            <p14:sldId id="420"/>
            <p14:sldId id="421"/>
            <p14:sldId id="422"/>
            <p14:sldId id="423"/>
            <p14:sldId id="424"/>
            <p14:sldId id="425"/>
            <p14:sldId id="426"/>
            <p14:sldId id="427"/>
            <p14:sldId id="428"/>
            <p14:sldId id="429"/>
            <p14:sldId id="430"/>
            <p14:sldId id="431"/>
          </p14:sldIdLst>
        </p14:section>
        <p14:section name="Technology_Layer" id="{EAC4D6A4-96CD-419F-B787-2374DA96253E}">
          <p14:sldIdLst/>
        </p14:section>
        <p14:section name="Summary" id="{692B0B4A-5957-4A45-A2B9-BA502512D0B7}">
          <p14:sldIdLst>
            <p14:sldId id="267"/>
            <p14:sldId id="326"/>
            <p14:sldId id="33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CD433"/>
    <a:srgbClr val="000000"/>
    <a:srgbClr val="E6C133"/>
    <a:srgbClr val="FFCC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24" autoAdjust="0"/>
    <p:restoredTop sz="96247" autoAdjust="0"/>
  </p:normalViewPr>
  <p:slideViewPr>
    <p:cSldViewPr snapToGrid="0">
      <p:cViewPr varScale="1">
        <p:scale>
          <a:sx n="95" d="100"/>
          <a:sy n="95" d="100"/>
        </p:scale>
        <p:origin x="822" y="30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762"/>
    </p:cViewPr>
  </p:sorterViewPr>
  <p:notesViewPr>
    <p:cSldViewPr snapToGrid="0">
      <p:cViewPr varScale="1">
        <p:scale>
          <a:sx n="68" d="100"/>
          <a:sy n="68" d="100"/>
        </p:scale>
        <p:origin x="3288" y="32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3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63" Type="http://schemas.openxmlformats.org/officeDocument/2006/relationships/slide" Target="slides/slide59.xml"/><Relationship Id="rId84" Type="http://schemas.openxmlformats.org/officeDocument/2006/relationships/slide" Target="slides/slide80.xml"/><Relationship Id="rId138" Type="http://schemas.openxmlformats.org/officeDocument/2006/relationships/slide" Target="slides/slide134.xml"/><Relationship Id="rId159" Type="http://schemas.openxmlformats.org/officeDocument/2006/relationships/slide" Target="slides/slide155.xml"/><Relationship Id="rId170" Type="http://schemas.openxmlformats.org/officeDocument/2006/relationships/presProps" Target="presProps.xml"/><Relationship Id="rId107" Type="http://schemas.openxmlformats.org/officeDocument/2006/relationships/slide" Target="slides/slide103.xml"/><Relationship Id="rId11" Type="http://schemas.openxmlformats.org/officeDocument/2006/relationships/slide" Target="slides/slide7.xml"/><Relationship Id="rId32" Type="http://schemas.openxmlformats.org/officeDocument/2006/relationships/slide" Target="slides/slide28.xml"/><Relationship Id="rId53" Type="http://schemas.openxmlformats.org/officeDocument/2006/relationships/slide" Target="slides/slide49.xml"/><Relationship Id="rId74" Type="http://schemas.openxmlformats.org/officeDocument/2006/relationships/slide" Target="slides/slide70.xml"/><Relationship Id="rId128" Type="http://schemas.openxmlformats.org/officeDocument/2006/relationships/slide" Target="slides/slide124.xml"/><Relationship Id="rId149" Type="http://schemas.openxmlformats.org/officeDocument/2006/relationships/slide" Target="slides/slide145.xml"/><Relationship Id="rId5" Type="http://schemas.openxmlformats.org/officeDocument/2006/relationships/slide" Target="slides/slide1.xml"/><Relationship Id="rId95" Type="http://schemas.openxmlformats.org/officeDocument/2006/relationships/slide" Target="slides/slide91.xml"/><Relationship Id="rId160" Type="http://schemas.openxmlformats.org/officeDocument/2006/relationships/slide" Target="slides/slide156.xml"/><Relationship Id="rId22" Type="http://schemas.openxmlformats.org/officeDocument/2006/relationships/slide" Target="slides/slide18.xml"/><Relationship Id="rId43" Type="http://schemas.openxmlformats.org/officeDocument/2006/relationships/slide" Target="slides/slide39.xml"/><Relationship Id="rId64" Type="http://schemas.openxmlformats.org/officeDocument/2006/relationships/slide" Target="slides/slide60.xml"/><Relationship Id="rId118" Type="http://schemas.openxmlformats.org/officeDocument/2006/relationships/slide" Target="slides/slide114.xml"/><Relationship Id="rId139" Type="http://schemas.openxmlformats.org/officeDocument/2006/relationships/slide" Target="slides/slide135.xml"/><Relationship Id="rId85" Type="http://schemas.openxmlformats.org/officeDocument/2006/relationships/slide" Target="slides/slide81.xml"/><Relationship Id="rId150" Type="http://schemas.openxmlformats.org/officeDocument/2006/relationships/slide" Target="slides/slide146.xml"/><Relationship Id="rId171" Type="http://schemas.openxmlformats.org/officeDocument/2006/relationships/viewProps" Target="viewProps.xml"/><Relationship Id="rId12" Type="http://schemas.openxmlformats.org/officeDocument/2006/relationships/slide" Target="slides/slide8.xml"/><Relationship Id="rId33" Type="http://schemas.openxmlformats.org/officeDocument/2006/relationships/slide" Target="slides/slide29.xml"/><Relationship Id="rId108" Type="http://schemas.openxmlformats.org/officeDocument/2006/relationships/slide" Target="slides/slide104.xml"/><Relationship Id="rId129" Type="http://schemas.openxmlformats.org/officeDocument/2006/relationships/slide" Target="slides/slide125.xml"/><Relationship Id="rId54" Type="http://schemas.openxmlformats.org/officeDocument/2006/relationships/slide" Target="slides/slide50.xml"/><Relationship Id="rId75" Type="http://schemas.openxmlformats.org/officeDocument/2006/relationships/slide" Target="slides/slide71.xml"/><Relationship Id="rId96" Type="http://schemas.openxmlformats.org/officeDocument/2006/relationships/slide" Target="slides/slide92.xml"/><Relationship Id="rId140" Type="http://schemas.openxmlformats.org/officeDocument/2006/relationships/slide" Target="slides/slide136.xml"/><Relationship Id="rId161" Type="http://schemas.openxmlformats.org/officeDocument/2006/relationships/slide" Target="slides/slide157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49" Type="http://schemas.openxmlformats.org/officeDocument/2006/relationships/slide" Target="slides/slide45.xml"/><Relationship Id="rId114" Type="http://schemas.openxmlformats.org/officeDocument/2006/relationships/slide" Target="slides/slide110.xml"/><Relationship Id="rId119" Type="http://schemas.openxmlformats.org/officeDocument/2006/relationships/slide" Target="slides/slide115.xml"/><Relationship Id="rId44" Type="http://schemas.openxmlformats.org/officeDocument/2006/relationships/slide" Target="slides/slide40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81" Type="http://schemas.openxmlformats.org/officeDocument/2006/relationships/slide" Target="slides/slide77.xml"/><Relationship Id="rId86" Type="http://schemas.openxmlformats.org/officeDocument/2006/relationships/slide" Target="slides/slide82.xml"/><Relationship Id="rId130" Type="http://schemas.openxmlformats.org/officeDocument/2006/relationships/slide" Target="slides/slide126.xml"/><Relationship Id="rId135" Type="http://schemas.openxmlformats.org/officeDocument/2006/relationships/slide" Target="slides/slide131.xml"/><Relationship Id="rId151" Type="http://schemas.openxmlformats.org/officeDocument/2006/relationships/slide" Target="slides/slide147.xml"/><Relationship Id="rId156" Type="http://schemas.openxmlformats.org/officeDocument/2006/relationships/slide" Target="slides/slide152.xml"/><Relationship Id="rId172" Type="http://schemas.openxmlformats.org/officeDocument/2006/relationships/theme" Target="theme/theme1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109" Type="http://schemas.openxmlformats.org/officeDocument/2006/relationships/slide" Target="slides/slide10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6" Type="http://schemas.openxmlformats.org/officeDocument/2006/relationships/slide" Target="slides/slide72.xml"/><Relationship Id="rId97" Type="http://schemas.openxmlformats.org/officeDocument/2006/relationships/slide" Target="slides/slide93.xml"/><Relationship Id="rId104" Type="http://schemas.openxmlformats.org/officeDocument/2006/relationships/slide" Target="slides/slide100.xml"/><Relationship Id="rId120" Type="http://schemas.openxmlformats.org/officeDocument/2006/relationships/slide" Target="slides/slide116.xml"/><Relationship Id="rId125" Type="http://schemas.openxmlformats.org/officeDocument/2006/relationships/slide" Target="slides/slide121.xml"/><Relationship Id="rId141" Type="http://schemas.openxmlformats.org/officeDocument/2006/relationships/slide" Target="slides/slide137.xml"/><Relationship Id="rId146" Type="http://schemas.openxmlformats.org/officeDocument/2006/relationships/slide" Target="slides/slide142.xml"/><Relationship Id="rId167" Type="http://schemas.openxmlformats.org/officeDocument/2006/relationships/slide" Target="slides/slide163.xml"/><Relationship Id="rId7" Type="http://schemas.openxmlformats.org/officeDocument/2006/relationships/slide" Target="slides/slide3.xml"/><Relationship Id="rId71" Type="http://schemas.openxmlformats.org/officeDocument/2006/relationships/slide" Target="slides/slide67.xml"/><Relationship Id="rId92" Type="http://schemas.openxmlformats.org/officeDocument/2006/relationships/slide" Target="slides/slide88.xml"/><Relationship Id="rId162" Type="http://schemas.openxmlformats.org/officeDocument/2006/relationships/slide" Target="slides/slide158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Relationship Id="rId24" Type="http://schemas.openxmlformats.org/officeDocument/2006/relationships/slide" Target="slides/slide20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66" Type="http://schemas.openxmlformats.org/officeDocument/2006/relationships/slide" Target="slides/slide62.xml"/><Relationship Id="rId87" Type="http://schemas.openxmlformats.org/officeDocument/2006/relationships/slide" Target="slides/slide83.xml"/><Relationship Id="rId110" Type="http://schemas.openxmlformats.org/officeDocument/2006/relationships/slide" Target="slides/slide106.xml"/><Relationship Id="rId115" Type="http://schemas.openxmlformats.org/officeDocument/2006/relationships/slide" Target="slides/slide111.xml"/><Relationship Id="rId131" Type="http://schemas.openxmlformats.org/officeDocument/2006/relationships/slide" Target="slides/slide127.xml"/><Relationship Id="rId136" Type="http://schemas.openxmlformats.org/officeDocument/2006/relationships/slide" Target="slides/slide132.xml"/><Relationship Id="rId157" Type="http://schemas.openxmlformats.org/officeDocument/2006/relationships/slide" Target="slides/slide153.xml"/><Relationship Id="rId61" Type="http://schemas.openxmlformats.org/officeDocument/2006/relationships/slide" Target="slides/slide57.xml"/><Relationship Id="rId82" Type="http://schemas.openxmlformats.org/officeDocument/2006/relationships/slide" Target="slides/slide78.xml"/><Relationship Id="rId152" Type="http://schemas.openxmlformats.org/officeDocument/2006/relationships/slide" Target="slides/slide148.xml"/><Relationship Id="rId173" Type="http://schemas.openxmlformats.org/officeDocument/2006/relationships/tableStyles" Target="tableStyles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56" Type="http://schemas.openxmlformats.org/officeDocument/2006/relationships/slide" Target="slides/slide52.xml"/><Relationship Id="rId77" Type="http://schemas.openxmlformats.org/officeDocument/2006/relationships/slide" Target="slides/slide73.xml"/><Relationship Id="rId100" Type="http://schemas.openxmlformats.org/officeDocument/2006/relationships/slide" Target="slides/slide96.xml"/><Relationship Id="rId105" Type="http://schemas.openxmlformats.org/officeDocument/2006/relationships/slide" Target="slides/slide101.xml"/><Relationship Id="rId126" Type="http://schemas.openxmlformats.org/officeDocument/2006/relationships/slide" Target="slides/slide122.xml"/><Relationship Id="rId147" Type="http://schemas.openxmlformats.org/officeDocument/2006/relationships/slide" Target="slides/slide143.xml"/><Relationship Id="rId168" Type="http://schemas.openxmlformats.org/officeDocument/2006/relationships/notesMaster" Target="notesMasters/notesMaster1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93" Type="http://schemas.openxmlformats.org/officeDocument/2006/relationships/slide" Target="slides/slide89.xml"/><Relationship Id="rId98" Type="http://schemas.openxmlformats.org/officeDocument/2006/relationships/slide" Target="slides/slide94.xml"/><Relationship Id="rId121" Type="http://schemas.openxmlformats.org/officeDocument/2006/relationships/slide" Target="slides/slide117.xml"/><Relationship Id="rId142" Type="http://schemas.openxmlformats.org/officeDocument/2006/relationships/slide" Target="slides/slide138.xml"/><Relationship Id="rId163" Type="http://schemas.openxmlformats.org/officeDocument/2006/relationships/slide" Target="slides/slide159.xml"/><Relationship Id="rId3" Type="http://schemas.openxmlformats.org/officeDocument/2006/relationships/customXml" Target="../customXml/item3.xml"/><Relationship Id="rId25" Type="http://schemas.openxmlformats.org/officeDocument/2006/relationships/slide" Target="slides/slide21.xml"/><Relationship Id="rId46" Type="http://schemas.openxmlformats.org/officeDocument/2006/relationships/slide" Target="slides/slide42.xml"/><Relationship Id="rId67" Type="http://schemas.openxmlformats.org/officeDocument/2006/relationships/slide" Target="slides/slide63.xml"/><Relationship Id="rId116" Type="http://schemas.openxmlformats.org/officeDocument/2006/relationships/slide" Target="slides/slide112.xml"/><Relationship Id="rId137" Type="http://schemas.openxmlformats.org/officeDocument/2006/relationships/slide" Target="slides/slide133.xml"/><Relationship Id="rId158" Type="http://schemas.openxmlformats.org/officeDocument/2006/relationships/slide" Target="slides/slide154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62" Type="http://schemas.openxmlformats.org/officeDocument/2006/relationships/slide" Target="slides/slide58.xml"/><Relationship Id="rId83" Type="http://schemas.openxmlformats.org/officeDocument/2006/relationships/slide" Target="slides/slide79.xml"/><Relationship Id="rId88" Type="http://schemas.openxmlformats.org/officeDocument/2006/relationships/slide" Target="slides/slide84.xml"/><Relationship Id="rId111" Type="http://schemas.openxmlformats.org/officeDocument/2006/relationships/slide" Target="slides/slide107.xml"/><Relationship Id="rId132" Type="http://schemas.openxmlformats.org/officeDocument/2006/relationships/slide" Target="slides/slide128.xml"/><Relationship Id="rId153" Type="http://schemas.openxmlformats.org/officeDocument/2006/relationships/slide" Target="slides/slide149.xml"/><Relationship Id="rId15" Type="http://schemas.openxmlformats.org/officeDocument/2006/relationships/slide" Target="slides/slide11.xml"/><Relationship Id="rId36" Type="http://schemas.openxmlformats.org/officeDocument/2006/relationships/slide" Target="slides/slide32.xml"/><Relationship Id="rId57" Type="http://schemas.openxmlformats.org/officeDocument/2006/relationships/slide" Target="slides/slide53.xml"/><Relationship Id="rId106" Type="http://schemas.openxmlformats.org/officeDocument/2006/relationships/slide" Target="slides/slide102.xml"/><Relationship Id="rId127" Type="http://schemas.openxmlformats.org/officeDocument/2006/relationships/slide" Target="slides/slide12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52" Type="http://schemas.openxmlformats.org/officeDocument/2006/relationships/slide" Target="slides/slide48.xml"/><Relationship Id="rId73" Type="http://schemas.openxmlformats.org/officeDocument/2006/relationships/slide" Target="slides/slide69.xml"/><Relationship Id="rId78" Type="http://schemas.openxmlformats.org/officeDocument/2006/relationships/slide" Target="slides/slide74.xml"/><Relationship Id="rId94" Type="http://schemas.openxmlformats.org/officeDocument/2006/relationships/slide" Target="slides/slide90.xml"/><Relationship Id="rId99" Type="http://schemas.openxmlformats.org/officeDocument/2006/relationships/slide" Target="slides/slide95.xml"/><Relationship Id="rId101" Type="http://schemas.openxmlformats.org/officeDocument/2006/relationships/slide" Target="slides/slide97.xml"/><Relationship Id="rId122" Type="http://schemas.openxmlformats.org/officeDocument/2006/relationships/slide" Target="slides/slide118.xml"/><Relationship Id="rId143" Type="http://schemas.openxmlformats.org/officeDocument/2006/relationships/slide" Target="slides/slide139.xml"/><Relationship Id="rId148" Type="http://schemas.openxmlformats.org/officeDocument/2006/relationships/slide" Target="slides/slide144.xml"/><Relationship Id="rId164" Type="http://schemas.openxmlformats.org/officeDocument/2006/relationships/slide" Target="slides/slide160.xml"/><Relationship Id="rId169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47" Type="http://schemas.openxmlformats.org/officeDocument/2006/relationships/slide" Target="slides/slide43.xml"/><Relationship Id="rId68" Type="http://schemas.openxmlformats.org/officeDocument/2006/relationships/slide" Target="slides/slide64.xml"/><Relationship Id="rId89" Type="http://schemas.openxmlformats.org/officeDocument/2006/relationships/slide" Target="slides/slide85.xml"/><Relationship Id="rId112" Type="http://schemas.openxmlformats.org/officeDocument/2006/relationships/slide" Target="slides/slide108.xml"/><Relationship Id="rId133" Type="http://schemas.openxmlformats.org/officeDocument/2006/relationships/slide" Target="slides/slide129.xml"/><Relationship Id="rId154" Type="http://schemas.openxmlformats.org/officeDocument/2006/relationships/slide" Target="slides/slide150.xml"/><Relationship Id="rId16" Type="http://schemas.openxmlformats.org/officeDocument/2006/relationships/slide" Target="slides/slide12.xml"/><Relationship Id="rId37" Type="http://schemas.openxmlformats.org/officeDocument/2006/relationships/slide" Target="slides/slide33.xml"/><Relationship Id="rId58" Type="http://schemas.openxmlformats.org/officeDocument/2006/relationships/slide" Target="slides/slide54.xml"/><Relationship Id="rId79" Type="http://schemas.openxmlformats.org/officeDocument/2006/relationships/slide" Target="slides/slide75.xml"/><Relationship Id="rId102" Type="http://schemas.openxmlformats.org/officeDocument/2006/relationships/slide" Target="slides/slide98.xml"/><Relationship Id="rId123" Type="http://schemas.openxmlformats.org/officeDocument/2006/relationships/slide" Target="slides/slide119.xml"/><Relationship Id="rId144" Type="http://schemas.openxmlformats.org/officeDocument/2006/relationships/slide" Target="slides/slide140.xml"/><Relationship Id="rId90" Type="http://schemas.openxmlformats.org/officeDocument/2006/relationships/slide" Target="slides/slide86.xml"/><Relationship Id="rId165" Type="http://schemas.openxmlformats.org/officeDocument/2006/relationships/slide" Target="slides/slide161.xml"/><Relationship Id="rId27" Type="http://schemas.openxmlformats.org/officeDocument/2006/relationships/slide" Target="slides/slide23.xml"/><Relationship Id="rId48" Type="http://schemas.openxmlformats.org/officeDocument/2006/relationships/slide" Target="slides/slide44.xml"/><Relationship Id="rId69" Type="http://schemas.openxmlformats.org/officeDocument/2006/relationships/slide" Target="slides/slide65.xml"/><Relationship Id="rId113" Type="http://schemas.openxmlformats.org/officeDocument/2006/relationships/slide" Target="slides/slide109.xml"/><Relationship Id="rId134" Type="http://schemas.openxmlformats.org/officeDocument/2006/relationships/slide" Target="slides/slide130.xml"/><Relationship Id="rId80" Type="http://schemas.openxmlformats.org/officeDocument/2006/relationships/slide" Target="slides/slide76.xml"/><Relationship Id="rId155" Type="http://schemas.openxmlformats.org/officeDocument/2006/relationships/slide" Target="slides/slide151.xml"/><Relationship Id="rId17" Type="http://schemas.openxmlformats.org/officeDocument/2006/relationships/slide" Target="slides/slide13.xml"/><Relationship Id="rId38" Type="http://schemas.openxmlformats.org/officeDocument/2006/relationships/slide" Target="slides/slide34.xml"/><Relationship Id="rId59" Type="http://schemas.openxmlformats.org/officeDocument/2006/relationships/slide" Target="slides/slide55.xml"/><Relationship Id="rId103" Type="http://schemas.openxmlformats.org/officeDocument/2006/relationships/slide" Target="slides/slide99.xml"/><Relationship Id="rId124" Type="http://schemas.openxmlformats.org/officeDocument/2006/relationships/slide" Target="slides/slide120.xml"/><Relationship Id="rId70" Type="http://schemas.openxmlformats.org/officeDocument/2006/relationships/slide" Target="slides/slide66.xml"/><Relationship Id="rId91" Type="http://schemas.openxmlformats.org/officeDocument/2006/relationships/slide" Target="slides/slide87.xml"/><Relationship Id="rId145" Type="http://schemas.openxmlformats.org/officeDocument/2006/relationships/slide" Target="slides/slide141.xml"/><Relationship Id="rId166" Type="http://schemas.openxmlformats.org/officeDocument/2006/relationships/slide" Target="slides/slide16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703FB87-790C-4850-A90C-12C5FF4B94D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8127921-F9C4-44F3-AC5F-130B6A406C0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E59275-AFE1-4999-B78A-D0D76B9F2B0B}" type="datetimeFigureOut">
              <a:rPr lang="en-US" smtClean="0"/>
              <a:t>5/1/2026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65E047-F1CB-4066-A459-9EDC95F2E61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A77EF5-5277-4BAF-8BB4-2E02103988E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668C69-0C3E-40A2-B4A0-B2C8B71D8E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15862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EADD7A-FE61-48EE-BE0E-8546E5401374}" type="datetimeFigureOut">
              <a:rPr lang="en-US" smtClean="0"/>
              <a:t>5/1/2026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000EEB-8338-48D7-8EE8-EE0082EF76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77701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53382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25763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3CBCD2-D96E-90E4-51ED-C39265F813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1EB506-FD21-590E-9CD4-D402501453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528FED-7CE9-FEDC-70D0-E49E4D0B3B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C02F2D-BF68-E415-67E8-F28B954F92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381292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8FA65A-B270-1EC5-2C4F-343992F3F6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BAFE69-4712-E688-7113-ADDF2A8955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299631-1055-1CB1-66FC-E599E81871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1D8D67-4C37-B79B-ACDD-0B406B13F5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209630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B3F56D-56CE-3194-2248-D2D527AF3D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F8E569-925F-30E9-F551-5B0AA0E941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D9F6FC-76F3-FB90-320B-07AC8C7827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B448B8-D210-A87C-1F17-2BCEBBA4E5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210639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40D7CC-9933-E9DB-74CC-0B7B76DBE4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5C4D34-F38B-D0D1-D58D-C2BDB1FEF6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D3944C-F320-9B87-020C-4379F74F8B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1079AB-0882-1097-3B68-FD9DDC54D1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29253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611F3D-33B0-31ED-F473-94565EF70A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263E83-54AC-C1A7-11CE-BD07A29CD5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B38904-F67C-D833-5450-9F0A380438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86E942-6E20-3F98-E188-E232863C3A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904888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A51D2A-5A87-473A-1285-809BDB2175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3190AC-BF14-73E3-E71C-B87920142F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BAA8E9-F22C-9B37-47F9-A9A4D2188E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4D57CB-8DBB-D377-3CE0-B8FAC84D7D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882194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9EF0D8-7172-C773-D2C9-429F2B0E64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6F2AB1-56DA-D70D-30CB-824B6F856A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11555B-5EEB-18A3-55AB-20DCAFBB63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13433C-B337-2FCD-32EF-7EED36952D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77531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EA5E67-534F-7FFC-CA4E-C072BEA9D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C27238-42E3-B1C2-ED4A-867AB668AD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78C627-ED4D-545C-C8D5-7F7143ADEA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A07987-9DC2-DE73-C23D-72DF72F1C3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141682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2C3869-DA80-2E4B-4437-46897A94E0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43C133-B9E8-1FED-FEDB-F303DBE458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AD4A76-52D1-3CE0-F3BE-121AF46EFF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635789-78BA-2F0C-8040-E52F584E33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7934730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B2E72F-6716-8EBD-7111-3F3BAFF908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46346F-E8FC-A715-1E9C-59D23A3F3A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B71C24-CD9B-4FD7-27A7-915944C0A2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910F29-6B7B-6CCD-63EA-AD463FACB6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70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424817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97401E-DEFF-7DFC-DC68-7A25DE23C3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790498-37C6-E26E-BA82-05B494465B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C9DB2B-2EAE-26B5-D065-108688898E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E286BC-DDEE-C286-5DFB-EF26ABBA3A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72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133938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E96CF6-5EA6-9F87-41F2-9660F3A48F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F1ED88-E71F-F3D4-C1E1-2CB705ADE3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F01353-0370-4168-7552-CADE62CD97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86E9E5-2FA2-6E3D-DB68-842A5C03BF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74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760005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BB0178-34B6-2D7F-CA1B-F24C01DFF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952BA0-D4DF-022C-0936-7A1A67B789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1A32E8-A52E-A6A3-BEF1-21AC788772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26763C-5158-9F1B-9051-D37FE2F7E6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76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039102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A120CB-8860-1FE4-3AD7-D826482208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9378B8-2368-A08C-E8E8-707F1F4FF4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51C1EF-0C39-9618-DC26-EEEBC50209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8781FE-2926-93EF-B128-A1498820B5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78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872494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C9B495-E116-6018-2B5C-695F55F198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59D2BA-DFD5-56D4-E612-AA87588F21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1C756F-1DF7-4E2A-DDCB-EFD985BE3F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777CBC-A8E1-9AD6-4DDA-1452FFDB4D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80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706885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9DA39E-E346-8E73-46A5-AAFBFB1389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1F766B-627B-7C02-5475-E98F22FED2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4EB6BA-DD2B-1745-2F25-4F79F0DE8A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B6CDE6-5BED-C7B8-9084-2F8991560C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82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074226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679B0C-A85A-345E-CF5C-202543244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6BA1DB-32C6-36F1-091B-21731853F1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087D4D-62A4-F1FD-EA4B-9017525196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F3BD2A-1992-739C-5388-5ED6B34750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84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889564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7F657C-0627-4A0B-5956-6E42404786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9ECC92-E425-3C3D-C097-C6FC28BFE0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6C8855-71F9-E55A-E551-C9314DE34D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4CC2DF-7B68-3700-42BD-93032C8594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86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681243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04466E-8102-CC24-AD9B-0242202AB1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D6720D-C69B-370C-05C5-689AE191A5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913FD1-70C1-6AFB-402C-1933D18D34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E9A852-7CFA-B174-507A-BF34033C55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88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715295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D4241-D22B-7692-F534-DFDD1A190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2F394F-2F12-C501-12C2-5E3BC58E01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D9C6B5-04C3-7AF3-4CA1-9E8084EFEF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97F58C-17C0-9E34-258A-8E83984B82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90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310173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2007EC-A5C6-53AE-F9DF-FE9E415D0D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290BC93-3EE0-C45C-EB5F-CD44B64879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B17365-70AE-DDC1-F50B-FBC1E94704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3BA51E-5AD6-700C-AD6D-CB3B43630B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92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665178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1165E1-60B9-04F3-2B33-F319DA3A28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EEC9D8-9279-2C68-0E41-D2E8EB1483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B0714E-4AFC-A08F-8245-992BFDBD1D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FE672C-927C-2938-0902-A9E756DACF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94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902328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F6E8F9-A751-89E5-E5B0-A44150C646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1912CC-4267-AC79-7196-B732769F65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C7A1CD-F645-EDE6-2215-44B3EBA058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5E0FF6-6AA5-12F3-E0D0-E57C95D113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96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284178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39A595-C27E-1D09-37A3-D99392454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143D38-E38C-6D04-01DB-FB7BA3E075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FEF5CB-A798-B806-F798-A102C4A5A2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E9EC8F-9131-5D47-63EC-726B9E7957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98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130137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654143-2C96-72F5-6498-EFA0C714D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A51663-3494-AFB1-1F05-008B30CD6D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3768DC-D788-4007-9812-CD5E7996C6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58A453-BC1E-5005-4391-A7371539DB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100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432034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2E862B-DFB2-6CC0-BC7A-C20C0983FA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59335E-E704-1631-A602-95AD95E743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85ED27-98E7-FE88-A240-D2C29F1F16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037F4B-2341-FF0B-F4C7-954930B458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102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789811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9446E2-CCCD-964A-0526-3DF56DD5B2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1F46E6-C42C-7A4C-5ECE-B38C66D6F9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F48D11-1B9A-2D3A-CDE1-0711113E6F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4CD12F-C56E-B157-E671-0A8591D10A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104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96197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72A706-7ADF-FC19-F86B-55D2C70207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3C8DF4-7BE7-C114-3353-016A672F26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C793BF-793B-9A9B-5F0D-301239C566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DAF510-A361-1AA6-FF29-AA45669A2E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106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176867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A2DF17-8A11-9FBF-F84D-A595C51E38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ACC03C-38B8-6A3A-5498-287C8417C6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68B777-54F3-6F64-36DC-93680A4B8D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72A0D4-53AA-ED90-4D34-C009E4C110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108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844196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A69A8A-1D3B-A0A4-C11C-936AB123B4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7E834A-6594-A3CF-9EC3-6CA8BEA274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E0CCD9-06D8-0146-3740-A36DA4B975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F2160B-C0E5-5022-D128-ACB61BA219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819931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FC6D79-C745-0D5F-8B1F-23BD1F2E7E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B7F5CD-734F-9909-0154-DFD64095E2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A70DE7A-1C8F-4106-3306-2C5AE0A9C7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24EFE4-2B9F-1F8B-0F87-C56DB5382E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690458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DF4BA1-0039-19E2-7BA6-62C4DA9039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974E0B-3DA9-A1C8-5657-B02E1081A3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20831C-056E-C8B3-4B7E-5FBD84393C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7CC50C-11D2-D9E6-7E03-58D7617143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0989660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22AD8F-37D8-15D0-F695-525A05EB4D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E4C6D3-9058-0CB0-B475-613880F2DE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60CBB7-9040-83FA-816A-DA4DB12980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FCE8C2-4E50-5F1D-29B0-A4420F47D2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0471449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C3D165-2EB7-5F8B-125B-ABA7E4D004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62CC61-656B-48F7-E0DE-4845C2E0ED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8F4B7C-5F7F-B3D9-E2D9-04847A6AF0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9EDCB5-3F08-5C07-0334-577DA9CC30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633365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57E97-708F-4676-E373-C4F741B647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41C90B-EFD5-7FD8-2BB1-4917D67FE6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49CE91-2C07-D123-EA75-788E9F342A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64A9BA-DBA4-5B31-34ED-58F2A42115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870558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83CF82-8F5E-BF9D-314A-2078D28BFD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FF9A90-526F-FDE0-E9AC-B5BD1920FD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5C7225-B98A-0754-60B0-247A52DCA5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75BD26-7707-AF14-7D03-AF9EFB8926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2088169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B8FCDA-7E36-AD26-342F-C135C00735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B8B0EC-BD4E-51C2-6C02-7E04960EA0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B46D26-024E-EA5A-99D4-ABB48DB909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08B4DD-1C8F-769B-7154-3758DD54B0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124474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41D6F4-D762-A241-B293-F774EE8AA2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3AE649-CE78-6E34-C3CF-D6B4A2B72D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0BEFCB-FA3F-BA9E-9C15-9B22C47A72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61E0B9-53A0-759A-DD3F-DC8F7FB90A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5894980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C472B7-4BA2-4EA0-13CA-E7E8E60D15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F70BBF-D7BD-41C7-1721-E614164073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AB4070-B03D-E896-689D-31BE826CD4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9E5813-E4EC-2233-246C-47FB94E4AD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128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0098215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861006-286E-54BD-1CC1-EE2A6071B0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3B718D-B78D-ED26-838D-D7F50FA304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5AE890-0A48-A575-7A1B-42CEAD2A1B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11DCFA-6026-3FBB-9C36-47DB7706B7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130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486754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AF8173-336F-1757-9CE4-CBE7BFA773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2BAF008-1D99-E683-25DC-FF3E9475E1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2F0C99-97C0-8C74-13C3-C656D07483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251306-BD42-E717-1C28-C4763A917F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132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6596765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05D35F-9154-D402-B7E1-E9A0EDE452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AB53B8-AE88-F5D6-4A8B-D1D6243EC3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C14C49-53DE-ED20-F4A4-459233630C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71B885-4273-2FCE-E903-E255B359EE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135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4663014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166A9C-1267-2A2D-B251-2E4419BE76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00F0D6-896A-CB4E-18B6-F710DFB47A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07D052-4E81-55A9-E289-CA88D15C9B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CA88D2-7F8B-1A86-6F6C-0165BE4D2E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137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9235457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80156A-52E7-6B6A-E782-55DCF3A6A7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8965F5-1125-0EBE-5215-61573E25A0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2F8A8C-7C97-4F3A-0A37-5759249E14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3C03AF-0813-7135-7017-BA20B713A0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139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8225969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49C958-E7CA-2C6E-9F98-AD62C0D95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8A56F0-B280-F617-E9D2-6B38194AAC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66E0DD-EA98-CF7E-5714-371A355E0F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44EEA3-4329-1E77-52EE-4C2DD92875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141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6113668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302875-B7BD-0C45-0ADC-59F0F8A687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107E2E-266D-6B11-CE14-C1A6014FD5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CD6E312-001F-5BFF-3E22-CFF6442979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800922-2603-EF61-8286-E4C50BFFFF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143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674665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451DB0-9723-D521-AAA6-7DE3F246BF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9CACB2-B6CB-A0FD-5531-09FD18EB0F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AF32D1E-91D5-628E-A698-B19A76E96F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87608E-BC0B-BA2D-FAC2-079C07EB62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145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882229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15024B-5F2F-7654-53FD-B35AD9E16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2AD442-D85A-0E6C-8339-5725CF27DA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BABE07-A6BB-95E7-F2BA-853EDD38A7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F6A37E-3FAD-43C2-4201-EB4422696B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147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9854489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76B62C-C9F9-6024-D8A6-530509D418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FB78F6-BBAE-3216-205E-AF34FB1B82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83B67F-0A9A-5EDD-CA6D-EACDC7A6D8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86C9B4-288F-369F-4338-BC668B8101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149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0491549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DA3107-9317-CAE5-4B91-868AE3946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08053A-08DB-A3F4-06E1-7C4C141444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A07945-8EBD-B1D0-5410-DC1F0DC9A0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D8998E-4776-97A8-0A51-380250EA37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151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3227189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CDB1AB-7B91-2C74-2477-136BEF19B5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DDC19E9-7C54-249C-59FD-97D9492371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01EE42-360A-194F-D85A-59CD1B8E57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1E6F49-2351-2DF9-1A2B-936E9A8208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153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0237830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777C64-9D7B-37D3-727F-E1B5978E5E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982895-36DD-E74B-9DFA-1C71A234D4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137A09-7F93-F0B2-33AE-288EAEBA59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49A8F5-4719-A9B7-2AC9-DB870541AE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155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1382276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8998E8-4B7A-A6BC-5854-62C8ABF904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7984A3-B532-B98D-A632-1449451D8A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4FFC8E-E2EA-611A-AE82-1794206A82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70D614-97D2-840E-0C92-FCD41007AD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157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417584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D71DBA-207D-AE11-6D91-F1FA35B17A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D37895-6C76-3710-3C1C-134F516506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A46683-E226-2DCA-CF3E-62287E2AB8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248E80-EE69-DB23-BEA4-6B15E24610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159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240599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161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296660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66BF48-7469-E5EA-CA71-9E666F9233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53D099-CF4D-0247-0B2D-F356677358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FD8E6A-B500-1413-C29C-C87E1D1B85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2AE7B7-493F-9326-9A4D-097F4DEBEC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162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6847184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AA35F2-36C3-2A04-4AA8-7174A57923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4011C4-0C27-7F65-5802-804F220941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E0346D-86D7-7B47-410E-8531865B3A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828137-A005-F7DE-3805-FC9107AEB7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163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18111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5/1/2026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89952ED-BE7B-104F-320E-6EEF21592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39" y="385296"/>
            <a:ext cx="838199" cy="767687"/>
          </a:xfrm>
        </p:spPr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D7EA4B0-AF51-48C0-759F-856ED00F6A4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39" y="385296"/>
            <a:ext cx="838199" cy="767687"/>
          </a:xfrm>
        </p:spPr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1CCDF70-DC45-44E1-D644-134EE418061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9B35F26-01CA-66E4-2632-E34E79D9B46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5/1/2026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42F0297-D013-6C14-E9A5-B10F9BA1988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5/1/2026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FF0769-0A6B-2BE0-2B44-37EC146583F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5/1/2026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CD96C0B-0C44-D93F-ADC5-24D2EA155A7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5/1/2026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1721AEE-200B-53C1-EA9B-335DCDDA2E1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CD963E2-6AF5-388B-BB85-29C1467F6B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7BBD940-3F8A-E15B-201A-693884A2474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F1E0F3E-FA9E-302F-3521-A9482EEC6B2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27964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BEA7A36-DB49-F034-0D2B-B99B57E4C8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9F20AA9-43F0-09A4-23E6-E8DC988ED71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5/1/2026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D343B25-C4FD-0656-3F40-DA010D99E42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5/1/2026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6F9F672-9EAB-0049-C35D-2069EEEDDA4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637B27C-DA22-75FF-154B-52F1F848F8A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1D404BD-5B8C-E289-6E49-7BD1564A597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509A250-FF31-4206-8172-F9D3106AACB1}" type="datetimeFigureOut">
              <a:rPr lang="en-US" dirty="0"/>
              <a:t>5/1/2026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1.jpe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6.jpeg"/><Relationship Id="rId4" Type="http://schemas.openxmlformats.org/officeDocument/2006/relationships/image" Target="../media/image7.jpeg"/><Relationship Id="rId9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23.png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23.png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4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7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9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1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2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3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4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5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6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7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8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0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1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3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5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6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7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9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0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1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2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3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4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5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6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7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8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9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9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0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2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4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5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6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7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8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9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0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1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2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3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4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5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jpeg"/><Relationship Id="rId4" Type="http://schemas.openxmlformats.org/officeDocument/2006/relationships/image" Target="../media/image106.jpeg"/></Relationships>
</file>

<file path=ppt/slides/_rels/slide1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7.png"/><Relationship Id="rId5" Type="http://schemas.openxmlformats.org/officeDocument/2006/relationships/image" Target="../media/image6.jpeg"/><Relationship Id="rId4" Type="http://schemas.openxmlformats.org/officeDocument/2006/relationships/image" Target="../media/image106.jpeg"/></Relationships>
</file>

<file path=ppt/slides/_rels/slide1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6.jpe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7.png"/><Relationship Id="rId4" Type="http://schemas.openxmlformats.org/officeDocument/2006/relationships/image" Target="../media/image6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4511EBC-2F3C-446D-867B-7DC328517A4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D30D32A-359B-41BB-9746-2CF3A21EEF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66237" y="327399"/>
            <a:ext cx="9054612" cy="3329581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Master EAS Meta-Model in Ontology &amp; Graph Perspective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CA222A-88BC-48F4-9AE8-2115B7D1E6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12154" y="3538424"/>
            <a:ext cx="8825658" cy="861420"/>
          </a:xfrm>
        </p:spPr>
        <p:txBody>
          <a:bodyPr anchor="ctr">
            <a:normAutofit/>
          </a:bodyPr>
          <a:lstStyle/>
          <a:p>
            <a:r>
              <a:rPr lang="en-US" dirty="0"/>
              <a:t>Building Up Enterprise Architecture Meta-Model From Scratch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18E9D62-7BA3-4D5E-8915-0D0E8661E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96C580F-38C1-FF79-76EE-387C2193E73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D50695D8-97CE-5B8C-815E-9CD5D506DD72}"/>
              </a:ext>
            </a:extLst>
          </p:cNvPr>
          <p:cNvGrpSpPr/>
          <p:nvPr/>
        </p:nvGrpSpPr>
        <p:grpSpPr>
          <a:xfrm>
            <a:off x="1636272" y="4323296"/>
            <a:ext cx="9030493" cy="2226761"/>
            <a:chOff x="1636272" y="4323296"/>
            <a:chExt cx="9030493" cy="2226761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B7A3EDAE-1B0E-C1CF-8C16-C6F54D1C5488}"/>
                </a:ext>
              </a:extLst>
            </p:cNvPr>
            <p:cNvGrpSpPr/>
            <p:nvPr/>
          </p:nvGrpSpPr>
          <p:grpSpPr>
            <a:xfrm>
              <a:off x="2141549" y="4323296"/>
              <a:ext cx="7766868" cy="2226761"/>
              <a:chOff x="1463863" y="4391350"/>
              <a:chExt cx="7766868" cy="2226761"/>
            </a:xfrm>
          </p:grpSpPr>
          <p:pic>
            <p:nvPicPr>
              <p:cNvPr id="6" name="Picture 5">
                <a:extLst>
                  <a:ext uri="{FF2B5EF4-FFF2-40B4-BE49-F238E27FC236}">
                    <a16:creationId xmlns:a16="http://schemas.microsoft.com/office/drawing/2014/main" id="{7AE0F899-9B30-1477-EF90-A3BFF355E9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949627" y="4399844"/>
                <a:ext cx="1900932" cy="2218267"/>
              </a:xfrm>
              <a:prstGeom prst="roundRect">
                <a:avLst>
                  <a:gd name="adj" fmla="val 8594"/>
                </a:avLst>
              </a:prstGeom>
              <a:solidFill>
                <a:srgbClr val="FFFFFF">
                  <a:shade val="85000"/>
                </a:srgbClr>
              </a:solidFill>
              <a:ln>
                <a:noFill/>
              </a:ln>
              <a:effectLst>
                <a:reflection blurRad="12700" stA="38000" endPos="28000" dist="5000" dir="5400000" sy="-100000" algn="bl" rotWithShape="0"/>
              </a:effectLst>
            </p:spPr>
          </p:pic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DF92B555-999F-2F3B-6A00-4426832C8B9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387188" y="4391350"/>
                <a:ext cx="2339123" cy="2201527"/>
              </a:xfrm>
              <a:prstGeom prst="roundRect">
                <a:avLst>
                  <a:gd name="adj" fmla="val 8594"/>
                </a:avLst>
              </a:prstGeom>
              <a:solidFill>
                <a:srgbClr val="FFFFFF">
                  <a:shade val="85000"/>
                </a:srgbClr>
              </a:solidFill>
              <a:ln>
                <a:noFill/>
              </a:ln>
              <a:effectLst>
                <a:reflection blurRad="12700" stA="38000" endPos="28000" dist="5000" dir="5400000" sy="-100000" algn="bl" rotWithShape="0"/>
              </a:effectLst>
            </p:spPr>
          </p:pic>
          <p:sp>
            <p:nvSpPr>
              <p:cNvPr id="8" name="Arrow: Right 7">
                <a:extLst>
                  <a:ext uri="{FF2B5EF4-FFF2-40B4-BE49-F238E27FC236}">
                    <a16:creationId xmlns:a16="http://schemas.microsoft.com/office/drawing/2014/main" id="{18612BDC-FCFA-4143-D6C2-08664DA7F3EF}"/>
                  </a:ext>
                </a:extLst>
              </p:cNvPr>
              <p:cNvSpPr/>
              <p:nvPr/>
            </p:nvSpPr>
            <p:spPr>
              <a:xfrm>
                <a:off x="4570725" y="5031380"/>
                <a:ext cx="1207911" cy="767644"/>
              </a:xfrm>
              <a:prstGeom prst="rightArrow">
                <a:avLst/>
              </a:prstGeom>
            </p:spPr>
            <p:style>
              <a:lnRef idx="0">
                <a:schemeClr val="accent1"/>
              </a:lnRef>
              <a:fillRef idx="3">
                <a:schemeClr val="accent1"/>
              </a:fillRef>
              <a:effectRef idx="3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C796209F-D274-5DEB-45D9-C3402DD8B46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463863" y="4957083"/>
                <a:ext cx="360209" cy="401771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pic>
            <p:nvPicPr>
              <p:cNvPr id="12" name="Picture 11">
                <a:extLst>
                  <a:ext uri="{FF2B5EF4-FFF2-40B4-BE49-F238E27FC236}">
                    <a16:creationId xmlns:a16="http://schemas.microsoft.com/office/drawing/2014/main" id="{D6C7995A-87F7-91D6-C1F6-318F2C06C7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463863" y="5536012"/>
                <a:ext cx="362976" cy="362976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967B15A3-E502-426B-3004-FC2BA59000B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8859620" y="4951896"/>
                <a:ext cx="362976" cy="362976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6FF42F9F-AF6A-3226-86B2-248451228BC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8859620" y="5438299"/>
                <a:ext cx="371111" cy="460689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76B4B21-2091-A494-3901-B7DE776977CD}"/>
                </a:ext>
              </a:extLst>
            </p:cNvPr>
            <p:cNvSpPr txBox="1"/>
            <p:nvPr/>
          </p:nvSpPr>
          <p:spPr>
            <a:xfrm>
              <a:off x="1636272" y="5467958"/>
              <a:ext cx="50526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3.5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F79F436E-B180-CC50-15DC-9E21FD4771FF}"/>
                </a:ext>
              </a:extLst>
            </p:cNvPr>
            <p:cNvSpPr txBox="1"/>
            <p:nvPr/>
          </p:nvSpPr>
          <p:spPr>
            <a:xfrm>
              <a:off x="9980965" y="4872699"/>
              <a:ext cx="6858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5.6+</a:t>
              </a:r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ED6E28A9-476E-DD13-7581-373C3DC93FE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433311" y="2916"/>
            <a:ext cx="676656" cy="676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0009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F3F22-8ED0-1925-F839-CE0A56088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What is Metamodel?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8F2FE4C-F570-9598-B96E-2D875C9893E2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26C5F8E6-1898-6EF3-FA8C-DD760C08E3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26896" y="1692503"/>
            <a:ext cx="7221654" cy="432891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76502029-A09B-6808-2CC6-02B3F9FA62E4}"/>
              </a:ext>
            </a:extLst>
          </p:cNvPr>
          <p:cNvSpPr txBox="1"/>
          <p:nvPr/>
        </p:nvSpPr>
        <p:spPr>
          <a:xfrm>
            <a:off x="7743217" y="1696302"/>
            <a:ext cx="4221475" cy="39087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 metamodel is a model of a model</a:t>
            </a:r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, and metamodeling is the process of generating such metamodels.</a:t>
            </a:r>
          </a:p>
          <a:p>
            <a:endParaRPr lang="en-US" sz="2000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  <a:p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Metamodeling or meta-modeling is the analysis, construction, and development of the frames, rules, constraints, models, and theories applicable and useful for modeling a predefined class of problems.</a:t>
            </a:r>
          </a:p>
        </p:txBody>
      </p:sp>
    </p:spTree>
    <p:extLst>
      <p:ext uri="{BB962C8B-B14F-4D97-AF65-F5344CB8AC3E}">
        <p14:creationId xmlns:p14="http://schemas.microsoft.com/office/powerpoint/2010/main" val="1955623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AE5B6-80DF-D70A-F20B-FEA4ECBA78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9C0FF8-4E49-6AF6-6543-8EC91803EF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Understanding EAS Metamodel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ADEB0D3F-A404-6BB2-1E1D-5CC2474878E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56647" y="1224062"/>
            <a:ext cx="4748944" cy="53896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76D7B0F9-1CC8-9F3C-0657-1F59FC2CBC65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342C48B-BA5B-E812-69AC-BF70DDE307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336" y="3429000"/>
            <a:ext cx="1772040" cy="39870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D408417-9471-F069-8916-5C469353ED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9779" y="1673987"/>
            <a:ext cx="1805255" cy="135394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06ABE23-80C9-5A69-3112-B7949CCA9FC3}"/>
              </a:ext>
            </a:extLst>
          </p:cNvPr>
          <p:cNvSpPr txBox="1"/>
          <p:nvPr/>
        </p:nvSpPr>
        <p:spPr>
          <a:xfrm>
            <a:off x="6503132" y="1298289"/>
            <a:ext cx="52469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MODAF: British Ministry of Defense Architecture Framework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495C7E-5242-C6A4-F1AF-6FDE81C768BB}"/>
              </a:ext>
            </a:extLst>
          </p:cNvPr>
          <p:cNvSpPr txBox="1"/>
          <p:nvPr/>
        </p:nvSpPr>
        <p:spPr>
          <a:xfrm>
            <a:off x="6503132" y="2998269"/>
            <a:ext cx="43749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FEAF: Federal Enterprise Architecture Framework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1A6F2B2-B902-0850-51B9-E170D2F5AC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9778" y="3329406"/>
            <a:ext cx="1805255" cy="145732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D01B92F-574A-7012-85A2-7F69847B32BF}"/>
              </a:ext>
            </a:extLst>
          </p:cNvPr>
          <p:cNvSpPr txBox="1"/>
          <p:nvPr/>
        </p:nvSpPr>
        <p:spPr>
          <a:xfrm>
            <a:off x="6503132" y="4787312"/>
            <a:ext cx="44646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TOGAF: The Open Group Architecture Framework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B859B87-CA7F-1075-138D-47F35FAF96F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9778" y="5119027"/>
            <a:ext cx="1805255" cy="142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95964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548F35-04E4-5807-5C2A-620BEA0DAE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AA4448-02F1-CDC2-FAF7-969D8DE4B9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Metamodel in Reference EA Frameworks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AD9AC4B2-6317-9F6B-9FC4-C1FFE15BE3B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56647" y="2302822"/>
            <a:ext cx="3798427" cy="431091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D9EDD144-F22C-74B4-5002-E4C6BD3EE51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7560E9C-5AF5-B579-B7B6-716B3573C1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336" y="3429000"/>
            <a:ext cx="1772040" cy="39870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41150DD-58EF-EB9E-4760-2BA4716363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9779" y="1673987"/>
            <a:ext cx="1805255" cy="135394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3CC8133-DA27-4A38-9141-8E76F1778C14}"/>
              </a:ext>
            </a:extLst>
          </p:cNvPr>
          <p:cNvSpPr txBox="1"/>
          <p:nvPr/>
        </p:nvSpPr>
        <p:spPr>
          <a:xfrm>
            <a:off x="6503132" y="1298289"/>
            <a:ext cx="52469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MODAF: British Ministry of Defense Architecture Framework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8EC4CBA-F1DD-285B-1721-6F45133ACA52}"/>
              </a:ext>
            </a:extLst>
          </p:cNvPr>
          <p:cNvSpPr txBox="1"/>
          <p:nvPr/>
        </p:nvSpPr>
        <p:spPr>
          <a:xfrm>
            <a:off x="6503132" y="2998269"/>
            <a:ext cx="43749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FEAF: Federal Enterprise Architecture Framework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BABF5E1-3BD9-29A5-56A1-16CF02F704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9778" y="3329406"/>
            <a:ext cx="1805255" cy="145732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A4AFB4A-3D9B-A840-0048-1C71FEB3B770}"/>
              </a:ext>
            </a:extLst>
          </p:cNvPr>
          <p:cNvSpPr txBox="1"/>
          <p:nvPr/>
        </p:nvSpPr>
        <p:spPr>
          <a:xfrm>
            <a:off x="6503132" y="4787312"/>
            <a:ext cx="44646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TOGAF: The Open Group Architecture Framework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1B2A9F0-138A-DB81-909E-30C63931F6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9778" y="5119027"/>
            <a:ext cx="1805255" cy="142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95624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B89ECA-496A-A03E-437E-F11325327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46176F-4D1D-C373-40D4-D16CAC76BF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Setup Modeling Environment</a:t>
            </a:r>
            <a:br>
              <a:rPr lang="en-US" b="1" dirty="0"/>
            </a:br>
            <a:r>
              <a:rPr lang="en-US" b="1" dirty="0"/>
              <a:t>- </a:t>
            </a:r>
            <a:r>
              <a:rPr lang="en-US" altLang="zh-CN" b="1" dirty="0"/>
              <a:t>Essential Open Source EA Tool</a:t>
            </a:r>
            <a:endParaRPr lang="en-US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75085BF-0762-04EF-08E2-21385F1A52C9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C5AEE0F6-50BA-94EA-A24A-CD6240422C8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63880" y="1995785"/>
            <a:ext cx="10277261" cy="381838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5F4B03C-08D5-67E5-1529-5C1342611C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00" y="5814174"/>
            <a:ext cx="872107" cy="97273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346757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8C238-12BA-88F3-D9C1-1C208A941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B3B5CE-5419-35B0-16E8-8614514756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Setup Modeling Environment</a:t>
            </a:r>
            <a:br>
              <a:rPr lang="en-US" b="1" dirty="0"/>
            </a:br>
            <a:r>
              <a:rPr lang="en-US" b="1" dirty="0"/>
              <a:t>- </a:t>
            </a:r>
            <a:r>
              <a:rPr lang="en-US" altLang="zh-CN" b="1" dirty="0"/>
              <a:t>Protégé &amp; Neo4j</a:t>
            </a:r>
            <a:endParaRPr lang="en-US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EEB3645-A16E-C6E6-5926-96E8BF14E00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913EAF2-EEC3-E490-C676-6BBD446B83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475" y="2022210"/>
            <a:ext cx="5416020" cy="335843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C1ABD6E-E7D8-6644-DD8B-EE481D752B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6475" y="2025026"/>
            <a:ext cx="5709961" cy="335561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959201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B848FE-1D84-B5AB-9432-B35C9850E0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A4A4F0-6F9B-8A16-B1C4-03D99B0835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- 01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100DAF3-36E5-3DA4-0012-D67C18968779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007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8F42FD-5A89-140B-6C50-A2C200F8DA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000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9DA41FD-0157-49C4-D9F4-1DD0289BBB08}"/>
              </a:ext>
            </a:extLst>
          </p:cNvPr>
          <p:cNvSpPr/>
          <p:nvPr/>
        </p:nvSpPr>
        <p:spPr>
          <a:xfrm>
            <a:off x="516595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D7E3673-4348-0701-8D66-FB5EB7BAA5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CBDB4F7-AD96-E5FF-FB74-1EF32F3CFF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618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E45F975-2715-FFCB-B237-6BB44514FC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82025" y="3799818"/>
            <a:ext cx="3524250" cy="77665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9365300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394AB3-81D7-77CA-B199-4BCA514F5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952FC1-9AB6-8A92-0B2F-87613FD1E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Conceptual - 02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2035176-1130-3F0C-E45A-EEBAFA2FF24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008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C5DC183-913D-E016-906D-E7E7978E5F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657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CABA8A8-4318-7C44-38E2-85E5EA4F8BFD}"/>
              </a:ext>
            </a:extLst>
          </p:cNvPr>
          <p:cNvSpPr/>
          <p:nvPr/>
        </p:nvSpPr>
        <p:spPr>
          <a:xfrm>
            <a:off x="539252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B53E160-0729-9BA3-0260-559EB5A688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657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D0E0EDA-EC05-A838-D14B-E51AC5DABB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0003" y="3642906"/>
            <a:ext cx="4236271" cy="93356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5436068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15740-8931-9432-5022-9B33126AF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6D5AE0-97B2-F5A1-20E0-90D7AF83AA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49463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- 03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1259266-9EFF-EE1C-8089-9467C74B9C7A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009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4B322A-9342-D809-4B0E-2F3FDB884E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030BCA1-1E2D-0A36-1368-DC023E3A69D5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E5C6D78-0D28-D6A3-881E-1F1ECDDE8E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68B8198-717B-7CEF-FCEB-94DC41F51C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B5E8671-9294-A003-D073-84418785CF4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B7B584FF-98AC-3D51-02D1-574C0597C17D}"/>
              </a:ext>
            </a:extLst>
          </p:cNvPr>
          <p:cNvGrpSpPr/>
          <p:nvPr/>
        </p:nvGrpSpPr>
        <p:grpSpPr>
          <a:xfrm>
            <a:off x="8893082" y="2952750"/>
            <a:ext cx="2508343" cy="2367994"/>
            <a:chOff x="8893082" y="2952750"/>
            <a:chExt cx="2508343" cy="2367994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3388FF68-E6FE-AFFA-E8A8-224461DAFAE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893082" y="3197407"/>
              <a:ext cx="2398961" cy="2123337"/>
            </a:xfrm>
            <a:prstGeom prst="roundRect">
              <a:avLst>
                <a:gd name="adj" fmla="val 8594"/>
              </a:avLst>
            </a:prstGeom>
            <a:solidFill>
              <a:srgbClr val="FFFFFF">
                <a:shade val="85000"/>
              </a:srgbClr>
            </a:solidFill>
            <a:ln>
              <a:noFill/>
            </a:ln>
            <a:effectLst>
              <a:reflection blurRad="12700" stA="38000" endPos="28000" dist="5000" dir="5400000" sy="-100000" algn="bl" rotWithShape="0"/>
            </a:effectLst>
          </p:spPr>
        </p:pic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8828B8B-88B8-5ACA-864D-1DD8AD2339B0}"/>
                </a:ext>
              </a:extLst>
            </p:cNvPr>
            <p:cNvSpPr/>
            <p:nvPr/>
          </p:nvSpPr>
          <p:spPr>
            <a:xfrm>
              <a:off x="10582275" y="2952750"/>
              <a:ext cx="819150" cy="857250"/>
            </a:xfrm>
            <a:prstGeom prst="rect">
              <a:avLst/>
            </a:prstGeom>
            <a:solidFill>
              <a:srgbClr val="ACD433">
                <a:alpha val="30196"/>
              </a:srgbClr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2365983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F9F61F-31DA-6EA2-B2F5-8C417DD29C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C9CD06-A8B8-8800-3E33-FD63119E7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- 04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7CBDB5A-7994-C17D-5CB0-CB1A44CD59D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010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6CB3424-D112-59FC-EFAE-07E8B75E63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0981AE7-1C7C-E5F2-E9C8-6147D868CBF1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20FE24D-0609-3170-FC8A-A508CA131146}"/>
              </a:ext>
            </a:extLst>
          </p:cNvPr>
          <p:cNvGrpSpPr/>
          <p:nvPr/>
        </p:nvGrpSpPr>
        <p:grpSpPr>
          <a:xfrm>
            <a:off x="8893082" y="3197407"/>
            <a:ext cx="2398961" cy="2123337"/>
            <a:chOff x="8893082" y="3197407"/>
            <a:chExt cx="2398961" cy="2123337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122D5555-678C-5743-DCE7-653A7F1D7B7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893082" y="3197407"/>
              <a:ext cx="2398961" cy="2123337"/>
            </a:xfrm>
            <a:prstGeom prst="roundRect">
              <a:avLst>
                <a:gd name="adj" fmla="val 8594"/>
              </a:avLst>
            </a:prstGeom>
            <a:solidFill>
              <a:srgbClr val="FFFFFF">
                <a:shade val="85000"/>
              </a:srgbClr>
            </a:solidFill>
            <a:ln>
              <a:noFill/>
            </a:ln>
            <a:effectLst>
              <a:reflection blurRad="12700" stA="38000" endPos="28000" dist="5000" dir="5400000" sy="-100000" algn="bl" rotWithShape="0"/>
            </a:effectLst>
          </p:spPr>
        </p:pic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C305A3B-E771-332E-1234-FE8C5CC9953B}"/>
                </a:ext>
              </a:extLst>
            </p:cNvPr>
            <p:cNvSpPr/>
            <p:nvPr/>
          </p:nvSpPr>
          <p:spPr>
            <a:xfrm>
              <a:off x="9231684" y="3429000"/>
              <a:ext cx="819150" cy="1371600"/>
            </a:xfrm>
            <a:prstGeom prst="rect">
              <a:avLst/>
            </a:prstGeom>
            <a:solidFill>
              <a:srgbClr val="ACD433">
                <a:alpha val="30196"/>
              </a:srgbClr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37F9A7B1-0A44-AC5D-5EB9-C2D0584E18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5C1A182-85B2-BDED-6384-C08CC1A22C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46BA763-D900-AECC-8457-550C8795304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343586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6125F0-8EC1-6A13-F64A-5AEB3C2DF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F02A93-5504-6049-D215-E386C384D7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- 05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0403F24-74EA-DF46-BA09-988604F2595D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E02C35D-DF93-A92B-2D08-0D1AB6EFC5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FE23A13-EAE9-5415-6626-3F97BC70A03B}"/>
              </a:ext>
            </a:extLst>
          </p:cNvPr>
          <p:cNvSpPr/>
          <p:nvPr/>
        </p:nvSpPr>
        <p:spPr>
          <a:xfrm>
            <a:off x="596435" y="2188396"/>
            <a:ext cx="3924193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839B2F5-D4BA-164E-C8DD-1FDA7FA0DB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3081" y="1457202"/>
            <a:ext cx="2400433" cy="468921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B9E9156-231F-2A61-C1A5-D9693BD9E930}"/>
              </a:ext>
            </a:extLst>
          </p:cNvPr>
          <p:cNvSpPr/>
          <p:nvPr/>
        </p:nvSpPr>
        <p:spPr>
          <a:xfrm>
            <a:off x="9965933" y="4438436"/>
            <a:ext cx="164386" cy="595901"/>
          </a:xfrm>
          <a:prstGeom prst="roundRect">
            <a:avLst/>
          </a:prstGeom>
          <a:solidFill>
            <a:srgbClr val="E6C133">
              <a:alpha val="30196"/>
            </a:srgb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5A47497-EE95-A854-082B-5ED091E34A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45935FF-6419-72BA-DFDD-6F796D76B21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4AF068F-C46C-2F10-3B3C-DF2825DB9FD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732554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FB59808-A26A-6C11-5620-DDFA99D3D1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D87E7E31-E680-0DF6-548F-D05029F9D691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F26F058-AFC9-DC43-BDA3-904A13D99E17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41E7655-6941-F23C-1924-E03767E9FF1F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3C54FEF-8C9A-BBFC-0D84-002D10047F7A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1244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CB59C3-A4DE-6412-5EB2-960BAAD0F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6A558C-3E7A-0B2D-8E7C-143C80CA6D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- 06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E814BE4-3108-4FF6-EEB5-36E033EBAF1F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9C58872-12BF-6192-FB02-5943ACCEFA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CD72E08-612F-05BB-E7EC-D37D30D9AFE9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6C999C2-029D-326E-E86C-2BCFB5F77C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BB82AA0-3739-E689-54E7-31B2DA6EB5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7A3B4F7-3749-5953-406A-B427A1BEF6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BE18703-65FF-42DB-0364-3B0BB299D9B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44835" y="2774022"/>
            <a:ext cx="4214205" cy="237049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41706920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2C408E-654F-E922-78EE-EB778BE6A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DAC963D-8D22-5ABF-7C3A-BBC645E6E5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0E69C169-EBC8-1297-9E82-7EA2D8D52B6D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2BD0E5F-D5BA-C63C-C6C3-E8F716731F66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73751F-E8F8-1BC0-0125-37FD4451EB20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081FDC1-4CEB-F53B-EEC6-ED3D138226FE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E307F77-3178-C40A-2B7D-BC784CA0930E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8AA0BC-72F0-708E-A79E-79161FC2A159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40069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5AEF3F-5FA3-C22D-93F6-7EC2A74C8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76D802-2FA7-87A7-F780-5D1DB3416C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- 07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6504B53-13D5-4FCD-0274-0C1531BF03A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E614281-3ADF-472D-2931-489A347838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87C01DC-4B1F-E5E6-7F0A-1890A1D4A655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C56ADE7-8458-E11A-BC64-E7137E648D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F3B1AAC-90F0-3B95-B20E-9ADAF58891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3004357-1761-1A4F-8DD2-584F94679D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6D59839-0A82-F3F9-5F5A-B4B3170CF0C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20683" y="2964557"/>
            <a:ext cx="4544076" cy="190558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6252692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61E52D-1F4F-37FD-1A10-F861C13C54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F93A7D5-95FD-4BBD-199D-FE3727FB9F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62D5D00-3B75-7685-E3EE-46133C0150C2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EE5344-B642-2EB0-9C8B-5F6F2D746E8C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2368065-3FDD-A3B5-C9DE-0E9AA1F4DDAA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9B957A5-E7E6-B333-3B23-F21788BF0DC9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78A5120-4933-6C99-06C1-EC6F01996EAE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B079828-8EB6-36A7-FC9B-3B3ECE872C2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8918369-011C-95DA-5B4B-7458163B83A1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B468BC5-3FAA-311F-BB88-25F91429B294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12A32D1-5AAE-F4A1-4339-F328B076E577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72887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DCA127-570B-7BA0-1142-69C45478C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2C1959-6755-3E62-8836-4039E43F07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- 08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78E7F61-C83B-C0BA-325F-28D94952882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70935C3-923A-FA2F-787B-EB5185C6B1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1FE3CF1-2A59-267E-4F53-5D6E1E4C5C9A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0FD72E4-3457-13FE-5449-5BB102D7FD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F4E7F12-C48D-E3BE-E5AF-5B9E100F2B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AAB41F1-C5C4-77DD-577F-8368FB729DF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3325B68-12FD-DF2E-7782-FFC49E92BC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34980" y="2909135"/>
            <a:ext cx="4120179" cy="217657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943127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C9946F-D0E4-0012-EC13-F163C0EA9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B5515BB-71A7-EE8F-5625-58C06C88C5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2DA229C2-E16D-2F65-73E4-51DC69EB3D56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09B70BF-BA09-E69C-73A3-903C5C7BCF6E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B25C13-7E86-C236-5AAC-366CAA2BD50C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DEC2ACD-B82A-C42F-AB10-4F4944B58CB2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8236571-B2CD-41EA-21DC-A9463E8FD294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86D6F6C-C89F-A0DC-CF3D-FCC13BB76F9C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2C55E19-83EE-AABA-0868-D3193DFB3B96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1B47393-366A-EAF4-1256-B1F26EFCFE79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9BA5C61-7665-01A0-A858-7818669FC0B0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2AFFBAB-6B52-6F38-4D28-DB79EF7E0A86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CBB0361-764B-DFBD-B313-A1E2342F1DE0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B10422F-EE46-F48B-FCA8-0C8186ED23CD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E99F6D8-F86F-3A81-1AF6-6DD67E3C6F9C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61130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396D9C-05A9-A9CA-0D45-6929BA37F1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6E242-9349-AD5E-88C3-9D65A1980B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- 09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4114FC6-A4C2-0C5C-B3BF-F6A703398EA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DCBD2B5-D8D7-A727-D12E-8F3074FB3C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02248E4-9922-DE55-57D3-E64B98B14891}"/>
              </a:ext>
            </a:extLst>
          </p:cNvPr>
          <p:cNvSpPr/>
          <p:nvPr/>
        </p:nvSpPr>
        <p:spPr>
          <a:xfrm>
            <a:off x="596436" y="2188396"/>
            <a:ext cx="3975564" cy="158985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7D162A1-4BAC-D39C-34E1-254CC366FE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4E9C6E5-AB88-CF8F-5ECB-475303B793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A8FDD88-4432-AC48-777E-3CFD082B8F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7CC047E-FC1A-5F7D-47FB-A412C305591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70445" y="2688117"/>
            <a:ext cx="4084714" cy="218026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5157955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728F48-1C0E-221A-F0D1-4BD337C7F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F3B4464-C47D-3072-E742-057698863C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13C79F7-8319-C40E-9C56-0F3C820BC5C0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66629F1-6A63-864D-4209-626E528D56A2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ADD3CFC-2C64-48F0-ABD2-983C849420EC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7327F41-04A3-9C8C-7F37-C10C03A0A6E1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CE271A7-87B1-8A12-A237-9167AAAE8AC8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C08268B-ECC0-A4A9-5EAA-72AE0DD32001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8C59CEF-3147-9742-B251-A9AFA9CDB26C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FD32CA4-10C9-09C5-30FC-FC3770E9F050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A2C931-D144-2AFB-D3D8-8CA966618C61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05946B3-3BE4-23FB-E348-F0EEB3F6947B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CF0E65-068A-674F-096D-CF87EC246C1C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B92A37C-53AE-938D-201B-CD7FEAE74869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E3CE59B-5947-B186-86C4-2CD3B525AF99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95B081E-4763-98C8-324F-E030C1875920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6379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CC054F-9A96-2FFD-11A7-277C59F24F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FA8AFD-C5F3-5BFF-7D4F-FA2D2DE08F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- 10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98D5E3A-D93F-CB53-47E8-0F229E9FE496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905571A-32EA-7A11-9C67-83A03E9793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7B3C632-1540-FA39-E1D6-7730B9120BB0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B84AA08-8B0B-09E4-3A7C-88AF0D9C5F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B30C57D-4D30-71B2-4D54-9BAD21FAFD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E2B3C7E-EE5F-A19E-7142-505CE40485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17ACAD9-2965-581E-5CB0-EDD06434993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97989" y="2089556"/>
            <a:ext cx="3046248" cy="380781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49639100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F03E6D-F90F-463C-7114-2BDE175B16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874F856-3F27-06DC-08F7-B4E9526113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07112E2E-15CD-8309-E120-8CC3F3587FD2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D249C8A-7ACD-0B8D-1473-C707EB5133AB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079521F-172E-2360-4969-6D61B2BC10E0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5AF1A1C-0BAA-1890-DECA-5AF31191D8B4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0F3B6A3-7279-CDAC-2B38-A91991923151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F34AE03-89AD-C2DC-1E2D-1F647EDFBF3C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D0BC1FD-B22D-72EE-E568-F4182B66A89C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8C720FF-4460-437F-4DDE-A6C07EE7CEDB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FE1049D-6480-B0A9-8BC7-26D3DD37C4CA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1439A75-3191-A9BD-E891-8975C12CD433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3C9306C-0518-C7AC-8A2B-490647910575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F6A244-0290-9330-E70C-069A87071BB0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E750005-EAD0-CA7B-2A77-4608E0362E25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76D2C9A-E95F-8A2B-252E-407E27E654CE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46D46EE-5BFC-14D0-F88F-72A3133ADF8A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844810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F5F501-2698-E802-E21E-DF1FC7A60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35F562-0912-4AA2-2AC7-95B9EC3382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- 11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7D3F0AF-28B6-0D01-E6CE-CD4369C20C35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017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2365840-0192-6E37-6541-91B24686A3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E6057D6-3363-33B8-69F3-4C006147ED33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28C2ED1-AC4F-B996-5691-C807CF2490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F406E1A-8CA6-EACD-72C9-5E7ECE07C1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4121E25-449A-511E-419D-9C638D38D2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57B7C76-8639-D3F3-AC67-8D61A7A740B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8147" y="2426324"/>
            <a:ext cx="3983743" cy="282377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9620098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2217D4-7F64-8843-4A1F-EF8FC1C80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6E40DE9-C6D2-913A-9544-30DF362E84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2D3CF5C3-1795-0B4F-F4F6-E47277B88FDF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AD159BD-8325-00F3-59D9-726F1117C6D1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6A5B280-BDF9-0777-FC48-4A2DC0C06446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1F085A8-2352-F6C4-C538-A938F854AB5C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9E764C2-6991-C064-A7C6-D7DA417968F8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A43FB8-A810-48F0-62BC-BC83A382C724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83BC76-02F3-8CBD-DDF3-B882FAEDEBD3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A52C0F6-D24A-7B20-F415-BDA191F5B92C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20ECFE5-D4A2-85A6-DCE5-3C024A83470E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C97F4F0-3BCB-56AA-4B3D-2E217E23A75F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969EB8C-2938-39B6-07FC-6E35B0F7FE70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0D58E72-C677-FCB0-A4C7-66E90CA3E479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523F2BC-889D-AD36-0DD9-3D16CC65B1E5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A742B4F-0B5B-1DC1-989F-3B2DD73DA77D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FD93B5A-D985-BB45-36B9-2EB650288B14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AFDFAD6-D17C-8786-E900-412110064450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903272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78ACB-524B-8769-B412-554D794B5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2D6575-5DF8-ADEA-4C89-05A143B60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- 12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2D60EDC-1642-A5AC-82E0-D0C3D092616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018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8261B83-4D8A-5E40-DAC2-A595BF61D4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FF74DCB-C246-D691-5B34-D1BE2F16B716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0EBC631-E414-8B13-EA2E-6686017FC7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037ACB9-7096-E5FD-C852-F4D1B4E97E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56A1453-2F6B-3488-214A-FC7C8CA515B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B4E1C16-77DB-69E6-ACD7-07A9292E646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75712" y="2727711"/>
            <a:ext cx="6299620" cy="252238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0311588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1844C9-9E44-873A-1C80-A9A351E4E8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FB92253-0825-A588-A01C-CAE03D7C19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A09A0BC6-93AE-40C8-3D99-AC2473032516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E5E42CB-BF59-07EE-D4BB-142077E5A1E5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B333C65-E3DE-E56F-A7F7-42FFFF38C18E}"/>
              </a:ext>
            </a:extLst>
          </p:cNvPr>
          <p:cNvSpPr/>
          <p:nvPr/>
        </p:nvSpPr>
        <p:spPr>
          <a:xfrm>
            <a:off x="6757680" y="424700"/>
            <a:ext cx="393133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BDFFB7-C174-0525-1CA5-CCB6BAE3981C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6D47912-69DF-310E-9B7E-656DCAA699F4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AB6C2E-DD56-959F-A906-51BFC9A75FA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0898669-217F-2624-9321-F2F4F3F0229D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F2273AB-1B3A-9D6B-F6BE-D935BC258C13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F70DE1C-A052-2B51-4ACB-983CEA5B3825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923ACCF-9906-AE89-302A-238013ADB653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762E78A-2B07-C967-43F8-C3056D8FFA10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B591F4F-5D24-5FEA-EC62-064ED74CAB5E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1BA00D9-2338-64F5-C2E9-35D3B47D6587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984B92E-80AE-B581-5C76-F3CDDBB2759B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5C033FF-3EC0-7BD0-C1DB-9855DAC4B4F3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4F3FFD0-E207-D801-708A-372266F74E0E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441CC32-0076-B628-DE45-F2BCEAE5A61F}"/>
              </a:ext>
            </a:extLst>
          </p:cNvPr>
          <p:cNvSpPr/>
          <p:nvPr/>
        </p:nvSpPr>
        <p:spPr>
          <a:xfrm>
            <a:off x="6191487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CF40E1A-3EC6-9FFC-C3D3-4097EF911904}"/>
              </a:ext>
            </a:extLst>
          </p:cNvPr>
          <p:cNvSpPr/>
          <p:nvPr/>
        </p:nvSpPr>
        <p:spPr>
          <a:xfrm>
            <a:off x="7343745" y="424700"/>
            <a:ext cx="393133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47893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68D2B6-104F-9F03-8F0C-0441F7CF3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0CA520-91FC-43A1-A32E-D707F58996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- 13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F6CF377-58EC-BEE3-7998-5AD10276EC3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019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A8BFF5-A13B-4165-15DE-B3444A9F90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6A1EEAE-9569-11C3-48A3-60567C376C44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9AAAD0D-28DA-C72F-8262-A99AC1239F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76F3C9E-6F41-C876-1468-6620D04D05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D17A6BB-D55C-2FC0-398F-80BB99B3F3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65D8BD3-9723-03CD-C60F-22DCD401EE3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35056" y="2852393"/>
            <a:ext cx="4944538" cy="272183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6007980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D1FF0A-E3E9-8C90-14DB-8A3FFE90A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861628B-858F-3163-AF3A-7539FB7CB8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370E9F95-BBDF-4704-C5FE-60BD68105789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469F207-AF3E-01D7-0F3B-783A56D25765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0428FEE-CACE-7BC7-6F48-5B6F346819B3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492C9F1-8721-3AEA-F41C-9012273ECC57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CDB6A84-A2A3-7C69-A652-08112635245C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3554300-C3CF-C564-DC84-72DD85448196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3A66A0B-8583-4A42-8705-29DF22275973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617FF6A-5A8A-C9C3-D967-13AE71599701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F6556AF-77B1-1187-354C-711DFD6D60BC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C4F67B1-7F22-E6F2-B668-29DAE727F62E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5AC98B8-AE19-C03A-4FEA-F5CC7428D4BC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C6E7C49-0457-FD75-EAE8-4969A6BA38C6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49CA70C-5B83-2165-020D-FE73F598623D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C8213F2-4A4B-3450-7119-301850865F9B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D2C8D49-FA18-D5E3-882D-27D6A8B74110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A9FBA99-7477-8B12-0D6C-F69FD8B9BD5B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54DD104-80A7-00DD-E373-991A61436E72}"/>
              </a:ext>
            </a:extLst>
          </p:cNvPr>
          <p:cNvSpPr/>
          <p:nvPr/>
        </p:nvSpPr>
        <p:spPr>
          <a:xfrm>
            <a:off x="6191487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E961A05-A6F4-62BD-E8B9-2403594438E8}"/>
              </a:ext>
            </a:extLst>
          </p:cNvPr>
          <p:cNvSpPr/>
          <p:nvPr/>
        </p:nvSpPr>
        <p:spPr>
          <a:xfrm rot="7689780">
            <a:off x="5689987" y="725525"/>
            <a:ext cx="76042" cy="1357830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4C5BD18-06FD-DED1-0A46-68583BF6995C}"/>
              </a:ext>
            </a:extLst>
          </p:cNvPr>
          <p:cNvSpPr/>
          <p:nvPr/>
        </p:nvSpPr>
        <p:spPr>
          <a:xfrm>
            <a:off x="6503542" y="1862159"/>
            <a:ext cx="647271" cy="13173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DD81B06-7398-8CDE-41A5-E888C9346985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668382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D6A2CE-7445-09A7-5525-3C0879F85C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4DD61-6125-FD95-6876-CCFF9FD358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- 14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557BBD4-48E5-1F07-842F-F545960A20D8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020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2EF3FAA-7F7D-E1AA-92CA-3D8ABC0CB5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1CFA9CB-7117-A0AC-50B3-3280A6FF036F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C1B5F49-F4F8-4DBA-496A-A45A40887C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3E4F3DA-7EB5-BF47-E419-7254733176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69CE6C0-0359-14DC-3D6C-D2A6584829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D1EDB8D-8BCF-4675-0A0D-20838A34BDC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0" y="2188396"/>
            <a:ext cx="5868219" cy="386769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42911643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AFD1D2-8D28-61F1-2F4D-83B5F772C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29AF3C7-5828-A8FC-E06F-1E723C22E3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F09C5850-9969-F6ED-82E4-23052DBEA7F3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C3B53E3-2EB8-0983-40DA-F8FF6BB76E19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B916A0C-0D77-281D-2AEF-DBA8979744FE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528EFF6-A937-BCB9-71EE-99DCDB534D53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1BCEC33-F1ED-58A9-23ED-170B5971174E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815666F-8D97-EE98-A435-A894759C2B4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54B06DC-4ECF-D3D5-2A56-E193CF5F14D2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FAA6CB-A9A0-4470-D6AD-F6DA0333C374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CD64265-4583-455F-6A0E-169A27B70578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DF8290F-CA94-09E5-EDF6-AB04D4E3BDFE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993AA27-DD56-058D-A6EF-59FF8E437886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86A0D6B-AB2D-F939-483F-CCB8431C8AC1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08C10CC-6EE0-1608-E955-6C04FAC30E43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ABB2294-70C6-537E-4920-5AA4F69656DF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17600D5-3CD8-2F55-5271-F9E1D212C74B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3992BE2-01FD-73C1-081B-CB4F4FFF5CB6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F044647-3E98-14A3-DE5B-39B668E04F1D}"/>
              </a:ext>
            </a:extLst>
          </p:cNvPr>
          <p:cNvSpPr/>
          <p:nvPr/>
        </p:nvSpPr>
        <p:spPr>
          <a:xfrm>
            <a:off x="6191487" y="946721"/>
            <a:ext cx="312055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0063CF2-7312-E753-9709-82C3AD0F2DF0}"/>
              </a:ext>
            </a:extLst>
          </p:cNvPr>
          <p:cNvSpPr/>
          <p:nvPr/>
        </p:nvSpPr>
        <p:spPr>
          <a:xfrm rot="7689780">
            <a:off x="5689987" y="725525"/>
            <a:ext cx="76042" cy="1357830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8D790A9-E2A0-1463-5845-74A09B126A48}"/>
              </a:ext>
            </a:extLst>
          </p:cNvPr>
          <p:cNvSpPr/>
          <p:nvPr/>
        </p:nvSpPr>
        <p:spPr>
          <a:xfrm>
            <a:off x="6503542" y="1862159"/>
            <a:ext cx="647271" cy="13173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7232442-1FB5-AEC8-E309-1598BB5F455A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33A4770-0D0D-732D-C5DB-0B94BADB37D4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EE8B063-25E3-6D7F-BA69-AA19CC0DE074}"/>
              </a:ext>
            </a:extLst>
          </p:cNvPr>
          <p:cNvSpPr/>
          <p:nvPr/>
        </p:nvSpPr>
        <p:spPr>
          <a:xfrm>
            <a:off x="5200132" y="2341929"/>
            <a:ext cx="546618" cy="1155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6EF6A28-8B48-ADF7-4A69-B91E66662D70}"/>
              </a:ext>
            </a:extLst>
          </p:cNvPr>
          <p:cNvSpPr/>
          <p:nvPr/>
        </p:nvSpPr>
        <p:spPr>
          <a:xfrm rot="8938082">
            <a:off x="5502940" y="1047172"/>
            <a:ext cx="76042" cy="1357830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752664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7BF546-C819-31CB-F662-7F1137705E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EFDD15-7D36-2904-006C-A640B4D62D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- 15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C6230C9-55C6-E71E-32AD-CC518DD01111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C0F06A2-1423-EC3C-D0A2-F0BEDB64D6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FC2DB63-C4E6-25BB-5D7E-255254CD6AFF}"/>
              </a:ext>
            </a:extLst>
          </p:cNvPr>
          <p:cNvSpPr/>
          <p:nvPr/>
        </p:nvSpPr>
        <p:spPr>
          <a:xfrm>
            <a:off x="596436" y="2188396"/>
            <a:ext cx="2054832" cy="2735942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03BBB43-95BB-E59E-4E05-D1A8E57C23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363BDA3-5254-5A98-52E1-271F26EA78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400411C-E68B-134D-10CC-C433ECBFB54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CC08381-F8C1-7794-257B-3ACECDD590E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56173" y="1623065"/>
            <a:ext cx="4648849" cy="478221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40639574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12E4BA-CCB1-C99F-31E4-74ECD5FD20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2450F3E-8000-E75A-91FB-8F32495016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9EECE290-55C5-40BC-A59C-EE0A01ADBBBF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19853E5-D9D3-F4CD-AF1A-2D83B2A84606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F04A881-8DB6-8FDD-D8DB-F542DC077117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2639855-8541-D312-FFDB-AFA0D980394E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32EE214-8D9F-00CF-8926-04DE1B8A697B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8F25F32-AA5D-2E91-80B6-F69F6E088A2C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F375881-E1F9-E7CD-B274-016727D87CD6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22273BE-C1ED-EF5C-37DE-7AACF5213FF5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550CE9D-AA99-C501-6697-B96F7913DC71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0DB64D3-E557-A17A-2B66-6C91B8F22CCC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7E5F8E2-04C5-93F9-2D3A-2DDAB823EBBD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0159988-3F96-D0DA-38E7-72467C0EB5B1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9070E29-145E-34E1-A825-940F08454EA2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0BC2BDE-1C1D-868B-8C90-E761B0C79004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39B32D0-82EC-E4A3-CBAA-8C36B86F0C52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12A6016-811E-A807-0676-8CD726EC6C0B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CA64304-B2C3-6FCD-4668-ACB4680EED7F}"/>
              </a:ext>
            </a:extLst>
          </p:cNvPr>
          <p:cNvSpPr/>
          <p:nvPr/>
        </p:nvSpPr>
        <p:spPr>
          <a:xfrm>
            <a:off x="6191487" y="946721"/>
            <a:ext cx="312055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9FA2329-1A8E-891D-4DD4-908879CADBCB}"/>
              </a:ext>
            </a:extLst>
          </p:cNvPr>
          <p:cNvSpPr/>
          <p:nvPr/>
        </p:nvSpPr>
        <p:spPr>
          <a:xfrm rot="7689780">
            <a:off x="5689987" y="725525"/>
            <a:ext cx="76042" cy="1357830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20A786F-F73E-CD57-E048-DFDF070827FF}"/>
              </a:ext>
            </a:extLst>
          </p:cNvPr>
          <p:cNvSpPr/>
          <p:nvPr/>
        </p:nvSpPr>
        <p:spPr>
          <a:xfrm>
            <a:off x="6503542" y="1862159"/>
            <a:ext cx="647271" cy="13173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49424F9-ED50-B28D-8FC8-A58966162251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B559C73-859C-C2FC-3BBA-7B6479181214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54B43AA-B2E5-E380-897F-8AC602FEB09E}"/>
              </a:ext>
            </a:extLst>
          </p:cNvPr>
          <p:cNvSpPr/>
          <p:nvPr/>
        </p:nvSpPr>
        <p:spPr>
          <a:xfrm>
            <a:off x="5200132" y="2341929"/>
            <a:ext cx="546618" cy="1155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562138F-B471-5FC6-8D4A-98AE292B212F}"/>
              </a:ext>
            </a:extLst>
          </p:cNvPr>
          <p:cNvSpPr/>
          <p:nvPr/>
        </p:nvSpPr>
        <p:spPr>
          <a:xfrm rot="8938082">
            <a:off x="5502940" y="1047172"/>
            <a:ext cx="76042" cy="1357830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4BF704D-8F26-0746-B19B-7350F6D936D2}"/>
              </a:ext>
            </a:extLst>
          </p:cNvPr>
          <p:cNvSpPr/>
          <p:nvPr/>
        </p:nvSpPr>
        <p:spPr>
          <a:xfrm rot="10800000">
            <a:off x="5873291" y="1176175"/>
            <a:ext cx="90481" cy="1117544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8C7A53B-99DF-945B-755D-30A06077D5CA}"/>
              </a:ext>
            </a:extLst>
          </p:cNvPr>
          <p:cNvSpPr/>
          <p:nvPr/>
        </p:nvSpPr>
        <p:spPr>
          <a:xfrm rot="12691686" flipH="1">
            <a:off x="5408785" y="1079456"/>
            <a:ext cx="55472" cy="1281028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7D0F940-B5DC-F5E4-083E-172056BD78D7}"/>
              </a:ext>
            </a:extLst>
          </p:cNvPr>
          <p:cNvSpPr/>
          <p:nvPr/>
        </p:nvSpPr>
        <p:spPr>
          <a:xfrm>
            <a:off x="4901946" y="2574289"/>
            <a:ext cx="104394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B2832E2-4A17-8061-8901-CF1A6780348C}"/>
              </a:ext>
            </a:extLst>
          </p:cNvPr>
          <p:cNvSpPr/>
          <p:nvPr/>
        </p:nvSpPr>
        <p:spPr>
          <a:xfrm>
            <a:off x="6150719" y="2574289"/>
            <a:ext cx="81536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126CAB6-E5AE-370C-6252-FD297C3AB9DA}"/>
              </a:ext>
            </a:extLst>
          </p:cNvPr>
          <p:cNvSpPr/>
          <p:nvPr/>
        </p:nvSpPr>
        <p:spPr>
          <a:xfrm>
            <a:off x="4985891" y="2649403"/>
            <a:ext cx="21649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5DE09C5-AF7F-59D9-AA41-8066C7F77FA6}"/>
              </a:ext>
            </a:extLst>
          </p:cNvPr>
          <p:cNvSpPr/>
          <p:nvPr/>
        </p:nvSpPr>
        <p:spPr>
          <a:xfrm>
            <a:off x="6191486" y="2789463"/>
            <a:ext cx="796053" cy="83277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EA2FCF1-03BC-B370-412D-79A02F9A6AED}"/>
              </a:ext>
            </a:extLst>
          </p:cNvPr>
          <p:cNvSpPr/>
          <p:nvPr/>
        </p:nvSpPr>
        <p:spPr>
          <a:xfrm>
            <a:off x="6946770" y="2858780"/>
            <a:ext cx="81536" cy="6527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980CEED-1C41-EF9A-A620-C53178B61913}"/>
              </a:ext>
            </a:extLst>
          </p:cNvPr>
          <p:cNvSpPr/>
          <p:nvPr/>
        </p:nvSpPr>
        <p:spPr>
          <a:xfrm>
            <a:off x="7069277" y="2752609"/>
            <a:ext cx="81536" cy="75892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E7ED695-DEB1-3B02-0B82-D4971DE31931}"/>
              </a:ext>
            </a:extLst>
          </p:cNvPr>
          <p:cNvSpPr/>
          <p:nvPr/>
        </p:nvSpPr>
        <p:spPr>
          <a:xfrm rot="9307021">
            <a:off x="6527495" y="1029611"/>
            <a:ext cx="45719" cy="2689598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03742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3807F4-5268-AC9D-3045-0972FE0D74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96789-E673-FD50-3677-170ADDA6CA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- 16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A9AFD81-0501-AE7F-F633-3E2EA7CADE02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23C1866-64AD-D032-ACF5-AD5431623B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23F3FD8-1211-7079-13DB-FD5838045E99}"/>
              </a:ext>
            </a:extLst>
          </p:cNvPr>
          <p:cNvSpPr/>
          <p:nvPr/>
        </p:nvSpPr>
        <p:spPr>
          <a:xfrm>
            <a:off x="596436" y="2188396"/>
            <a:ext cx="2054832" cy="267128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3852B40-289A-7EFF-0CEE-80A4E24034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B2AE1B6-3CA4-02A7-8317-540E8F93AE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2279822-2466-5670-FA1C-2552EBCC19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18DFCE6-6340-49CA-92B7-4BA2E517DCD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0369" y="2517461"/>
            <a:ext cx="5184602" cy="305681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03332169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86F7CA-C8CC-D9D5-CE74-5FEB89814F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40593F9-6B8E-9D52-580D-1A59003961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E6857D92-187B-31EC-E6ED-0994B08F91DB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25DE7C5-F2B7-0456-2DF7-1513D678ED9A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228EBDB-C75E-8E69-037B-2F6BEB932E98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D574E9E-F5B4-E05E-1009-376803BC2664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AF1ACD2-221F-0289-4BC2-725DEEB42794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CEE4AA9-7366-1282-EA02-E3D17C0C52A1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247EAA7-A9EA-84FB-AF6E-8AFCC47E644D}"/>
              </a:ext>
            </a:extLst>
          </p:cNvPr>
          <p:cNvSpPr/>
          <p:nvPr/>
        </p:nvSpPr>
        <p:spPr>
          <a:xfrm rot="8938082">
            <a:off x="5502940" y="1047172"/>
            <a:ext cx="76042" cy="1357830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92D2A54-F269-7573-CDEE-B94C0F9B5494}"/>
              </a:ext>
            </a:extLst>
          </p:cNvPr>
          <p:cNvSpPr/>
          <p:nvPr/>
        </p:nvSpPr>
        <p:spPr>
          <a:xfrm rot="10800000">
            <a:off x="5873291" y="1176175"/>
            <a:ext cx="90481" cy="1117544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05D4C1B-596F-9174-ACA4-467F2736FE4D}"/>
              </a:ext>
            </a:extLst>
          </p:cNvPr>
          <p:cNvSpPr/>
          <p:nvPr/>
        </p:nvSpPr>
        <p:spPr>
          <a:xfrm rot="12691686" flipH="1">
            <a:off x="5408785" y="1079456"/>
            <a:ext cx="55472" cy="1281028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B3A00AF-C6DD-F505-31CD-17E6C847C008}"/>
              </a:ext>
            </a:extLst>
          </p:cNvPr>
          <p:cNvSpPr/>
          <p:nvPr/>
        </p:nvSpPr>
        <p:spPr>
          <a:xfrm rot="9307021">
            <a:off x="6527495" y="1029611"/>
            <a:ext cx="45719" cy="2689598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05B02E6-CB31-CC93-8B12-61CBCC34CC1E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F23580A-49CD-300B-246B-E7A618A76139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E1219D9-39D8-2570-DC2A-0312DE3CE60A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3752DDD-5831-73D0-5796-8C86FA84B651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4F795464-1595-2E0D-0837-21FE781A4BE2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53F8C04-FEC4-CF44-4930-81F8A56A3C79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C3B17625-9BB8-B830-18E7-2C1957CE0128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4705E87A-9F91-4912-CCFC-415431A11782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A9DDC344-79F7-263B-7B9D-2F4534780F2C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35D7CECE-66E1-6B94-1FDA-926C3D23609A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2A394329-D3FD-329C-51C7-132800837F47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147C7B45-F605-0963-A5CB-099AB0B86C65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31011ECF-4292-E943-8926-E6234EA6FA47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C8A3BD9C-168D-BC3F-0AD9-EC95FE993A85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081E4820-0CBC-6BF0-694B-30603702532A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32A0F0EE-191D-5199-3571-0BA3E5EC5F7B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6CB97D67-84FA-071F-A18B-58E8A0CCE182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A9F13761-A4A7-9A53-DCC7-4C5C1D3C448B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568ECF0D-9DBA-B3C9-7A3F-4253ED0547A6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72D67EDB-461B-60E6-B361-CD5816F9A5D1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AAF35B68-C81C-2380-D153-4D62E646870D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3C5A3C8F-6C1D-A29A-0168-31B94146FEE3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439BA9BE-C36C-54A2-5A89-FA93C156A82E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1C9E6B3A-8CA7-926D-403D-2E1B5FFE1D49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0250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897ECE-FA3A-41FE-754D-BCA9BB2393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6E7A87-9289-EC2A-02C9-97DA687D1E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- 17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DDBDF6C-C964-1BC5-EE85-14EE2806E8C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01EEA8F-A5B3-C76B-7DEF-B536502510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79563B2-F981-DD92-4DE7-B64522230230}"/>
              </a:ext>
            </a:extLst>
          </p:cNvPr>
          <p:cNvSpPr/>
          <p:nvPr/>
        </p:nvSpPr>
        <p:spPr>
          <a:xfrm>
            <a:off x="596436" y="2188396"/>
            <a:ext cx="2054832" cy="267128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46B4F72-91A6-20EE-AE4B-4D35DC9C9D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774F60F-2144-8F0A-9F1B-C42A4765AD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AFFD93E-ACE4-740C-A05D-C11A4B9BA84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898BB5B-1016-862E-9F55-7F20ABEFE39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68476" y="1853248"/>
            <a:ext cx="6510221" cy="434547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03942048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417BCF-5909-B942-100F-E65BCB68D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27B8EF9-6F5A-F6A4-B564-A6B3075024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8AD7B39-1BBC-32BF-6282-A185E398EA7A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145BB57-67F6-63F8-863E-D1336749B22D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9B3D784-936E-F040-E993-539CB824FE9D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5AABCEF-7171-15E5-61D9-0A731BA1A4F3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297789E-78D2-4EB4-E6BB-12C4E6EDD0D2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2EC0391-0D5E-6492-01F6-775742084690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98BA96D-F5F7-A370-CBFA-97B723169683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BDC6863-9329-26C9-278F-41AB9A216099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5AF2E9D-353B-8059-5A54-5710F33D4265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47C26A7-8717-11C7-D2C9-6F2DF0C7DF8C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90F505AD-9E66-1114-FDC9-F2CC5658780E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DA986DB-7E26-CB61-679D-DA0618115D1F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1CC046E-A252-D033-B152-30A657B7A843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2A6F5033-29E3-5BF7-632A-F37A48F6E3CF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F807AAC3-67A6-C0DF-6708-4D900E681C7E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789E763C-E208-9C9D-E650-90AA83D4064C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C4500383-FD19-8A08-9A11-0072F832E748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05E374B1-B80E-DDA3-660A-C50F3C812109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B77BCD45-B4CA-2414-C780-BAE085485898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D36A860F-0A7D-0DFF-4ECC-781EE476F507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778F4E96-E4FE-B983-A346-6DA51CBA428D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AE1B7EF0-B810-2A1A-A0CD-EF6ABAD692CD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44201DD5-55C0-4A91-CD80-09B549F509D4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B24555C6-841A-499B-0579-17A45F77361B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A9479932-953F-5115-05BD-DE3049740D13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B8621B1A-1BC4-42FE-5E11-A0E3339B79BB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F752B758-E80E-5B6A-5664-B38334D07467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238F7785-6787-090E-4E66-573506126CAF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C72049AA-9293-90BD-C2EE-BA4941B93169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2BACC523-31D2-AF04-AB03-9754F674A040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34F66EB-7E02-CB96-8803-AEA365D06354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ABFF1D59-2671-AAE9-ECB8-2C3F02397FA8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49753E05-DB1B-AAC7-0A68-960E96B1935C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B135A2E3-F732-9F2A-5927-604AB8C8BD60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9DC30F13-6D08-583B-0180-F35190353A15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C3AA6E2-70C8-4FD2-C583-54CA951B3AD6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36A5669E-96C0-C847-DC02-5CE0B4AC6255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17224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FA62F3-E995-E6DE-AE8C-9D046A3F26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B6B2B6-8779-E0D3-77E3-FA429EB6F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- 18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86A0FD5-D650-90EE-F714-5073B67C2D7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BB7D64-982F-CD1E-46C7-A58A922F17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53BD349-2724-3D4E-CD82-42092361C7FB}"/>
              </a:ext>
            </a:extLst>
          </p:cNvPr>
          <p:cNvSpPr/>
          <p:nvPr/>
        </p:nvSpPr>
        <p:spPr>
          <a:xfrm>
            <a:off x="596436" y="2188396"/>
            <a:ext cx="2054832" cy="267128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B603F07-F203-CBF4-726B-93F9EAAEEB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2B62772-748F-2A54-7C3C-82524FC203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6D968E0-A26B-188B-AD2D-57E1887B6B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AC378E4-4C89-0493-C7C0-EA18BA555E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79945" y="1931542"/>
            <a:ext cx="5794652" cy="423897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66035205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66522C-FCE3-0D90-5E62-CFC6801D98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07E1451-A284-7E04-6C75-2FA1EDFC97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49C8A31F-955A-4EE8-B76B-624F7058EA67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864B650-144F-F92D-1DCD-273B0086CDB5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C0212FB-2148-C4C3-3AC4-C1A23D7A44FA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6224CC9-AFCB-40CA-6CDF-C33A298C3EA5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F118475-7FD8-48FD-10EC-C897DCAE6CA2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FF2A97E-BCEA-E51B-C1D2-CD727947289F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C054426-6379-7FB0-E776-D13F2C33B8BF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3BCA771-AC11-4A04-016E-9B0980913F92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BDE9CBB-FE4D-EC4F-24D8-FE281AFD95D4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6347601-2392-41EA-DEE1-807F6C8C6316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4841F6B-F4D6-CBB1-E7F1-8B395AA52992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11EA41A-815E-5AB4-17D0-C496A1345FF7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E8F6A3B0-D83C-717E-5CBB-04C69A8BB1CF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3ACFEEB3-F473-2FD9-93B7-DD8EA3E978CD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40B1906A-6E0A-7236-4E1D-25510AC6402E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49F94FBF-18A1-D76E-EFE7-01F95D18DD32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476D0ACE-7AED-BB31-5F86-846EE77E462E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144F22A5-62E5-8AFE-63CA-2F2CCF0EEF44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B45B771D-9A3D-0021-0330-7F6D7BD45DA1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BC332D02-C3EA-BE30-4307-E79CD5167AD4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B8E55D3B-2E26-01CF-BBED-63903698452A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361CA5B2-F51F-715A-EB45-7351747A200D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FF37583C-153D-203A-CBBD-B240B05569F7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49CE076D-07CB-36BC-5850-23498B4943A7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39C838F6-8F8C-BD7A-3785-45FF04C9CF37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E9700E52-C62E-7970-3977-3BB280FF1336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08378F7F-7646-EEA4-26C5-D789942AFDC9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6F859965-56A5-14C9-A7F1-7916621F6C10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692A1F0A-278F-7C1E-64DA-30BD804AE3DA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B8212ADB-6ED5-E0C9-6758-E459A58EED89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15CCC24-8D70-BD6C-7E5C-51AF10D58116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5265EF82-892F-55B3-D976-298029086237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4043E53C-8320-AFF5-531B-029F544C8FEE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2B450A7-3A0E-59F2-3DB1-9F34A18011B1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59C602B2-0D71-AD34-346E-0F11EE3F01F4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707690B-F929-024B-BE2A-BABF55F6F6F3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D811C5C-8E3A-C09F-A5F7-968F53742862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94AE9E5-07C1-73D5-7F4D-33370B4DF9F8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93CA1F19-8F06-987C-FBAE-ACDB72D382EC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CD2DAB03-653E-0B62-34AF-3D64E4093FF3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828607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71C09-BB3D-2036-8F1E-C7D015563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FE5F5E-F83F-80FA-202C-74D9622BCC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- 19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F09283-022D-B87B-A804-F17CF8AF90A5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860768F-50C7-CDAB-2151-F98AFF07B4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363AF58-5418-446F-474C-344AA971EACE}"/>
              </a:ext>
            </a:extLst>
          </p:cNvPr>
          <p:cNvSpPr/>
          <p:nvPr/>
        </p:nvSpPr>
        <p:spPr>
          <a:xfrm>
            <a:off x="596436" y="3513762"/>
            <a:ext cx="2033748" cy="134591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3A6C4E6-741A-756F-A356-2C2771630F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39EBA4A-6121-C5D1-B6A2-0158BEC83B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E8C93DD-530D-5A7E-3903-A9C635B12F0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FE6658F-C57C-83FD-35B8-AF3EF8D17CE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26462" y="3253778"/>
            <a:ext cx="6961548" cy="211960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43168408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1995F0-C5FC-B08C-7B4C-57407698F2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6DBF0EC-DCE4-BE21-A9E1-F2D7D7ADF8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C55E4CF5-F904-1F8F-D86D-85DA5774E969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07720CB-DEAA-BE99-E5F1-12FD17C7300C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EFEB83E-15C0-283F-D63E-43563B1555C5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3D3BF14-CC01-4664-B0B8-16CC08145AF6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1C817A6-6E60-6E95-8822-5221DD10503D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EE6219E-908C-6A7F-3959-46492B3B3EF1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EBE4F9A-5B1C-C38E-93C8-75F45C7FC5A2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7EC3BA8D-1DC4-8AD3-603D-1D143E81962A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30004A8-B646-61AC-C217-A9A5F6A543DA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25A58633-1939-419E-D55C-6F0DBE42F041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A80DCB5-9157-1D45-B6F8-53F9C428D9BC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F9ACCD6A-0EA2-6D99-C41D-5E10F3C394FE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BEDEE43A-9CEE-971A-5415-07AE465A641F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D0A088EA-12D8-4463-A99F-1FE13B1199FE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8C39D36A-4A5D-202E-DD2A-B870C1BB6B6E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CE6380EE-88CD-B382-1450-714EB2D2C72B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F9210D08-4481-5B63-6D4B-6F7A95E020F8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7FBE6B56-D023-F5E8-F1AD-4EE419DCBF57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3C832DA1-A1D9-BE1E-4B26-E1D5833DFD26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151F7984-6ECA-EED7-FB05-0471CA712BE2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BF472FAD-8FFA-4852-F4AF-7084E6503B2A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C2CF8910-22DA-9478-92C7-F885B95CD897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718EE46C-5051-279D-932F-1792832BF7A0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594104B2-F440-56FF-7E7A-1F261C708435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EEAF3805-7528-4404-7A36-C1135CC6D41F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E41D24D3-A1AF-980B-69E7-1EFF52868806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8C643FE2-476F-148C-6392-F1467C64CB92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81E20B50-8193-5DF7-3904-675B1F75ABB0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7CC9065B-44E9-8069-789E-F15AFCCBFA79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642308F6-960D-6412-8FD4-E7596174CF8E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336E6CE-D36B-192F-9E2A-EBE0292B51BF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9D988C10-ADE0-236A-3731-B9169ED1BE69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82B398D6-8A46-0C74-C947-83276010901A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F00B211B-D0DE-7074-921E-8FA903AD314C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3271D490-50AE-2987-AB94-4BD8E4120F6C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B8508A59-8AD5-9953-0AB3-B9F820328EA2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946F8DC0-43D8-5770-212E-904B4CC65F06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EED2848-DB3F-E266-45E0-BA78A32C47FE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725D4481-0B94-1F60-DEE0-C6B3F7FF4EBF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470FFA48-756C-8483-3AD0-07E735BAC2F1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CD622EA5-C962-95A7-4D18-9CCB13A6ACE6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082A2D90-8AF2-3F66-1A9B-1DBF8C51C83E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B854E31F-B284-6CFE-966F-AE1C0F7B1A21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337972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8AA3D3-ACB2-0AF1-27EE-C1522E6239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688A5D-D0BA-F6AE-C028-E04D496409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- 20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A7F8950-E521-F267-F89F-048FC3913F37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5410B64-1BA9-0648-6DAB-B65E6E95C6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52B3E22-218A-30F8-9B7B-5B2246E92E01}"/>
              </a:ext>
            </a:extLst>
          </p:cNvPr>
          <p:cNvSpPr/>
          <p:nvPr/>
        </p:nvSpPr>
        <p:spPr>
          <a:xfrm>
            <a:off x="596436" y="2249293"/>
            <a:ext cx="2033748" cy="2600109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45BB086-CA43-55C9-7DBE-A6FCC03C17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C196BAC-1B4E-B6A3-2373-24CE0BB745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C45E735-F511-BDEB-6207-F2679FC5EF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5B08E4B-11FF-E36C-7FCF-0BB29249E29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80343" y="904126"/>
            <a:ext cx="4730954" cy="54917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76541558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CF22B4-1A6A-46F8-FC43-2987172A5D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201A7E6-BD62-A312-CE9B-15C6CD345F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8B3DD77-B0F0-CF5B-5BB6-C43435182A94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452F0E2-BB7C-0B0F-C5FA-FE74AA6BAD7C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56B6A8A-19E1-F2FF-E027-59352CC91948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C7BFA4-9488-FEB4-0A83-ADC45797D97F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2239820-C8EB-25FD-823E-C7FD05FFB137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36D056C-FB7E-7473-CDA4-68D1D5C8CAF2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292B0FF-6CEA-9E5C-7343-93D56A06C706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03E0934-7824-64B7-AE4F-F3F37D111342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34B2BA4-2385-EADA-2E79-FE1FC77257CB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6C106C0-E66B-E36A-DC3D-5DEDE336539D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E2216E36-7083-1D7A-9F66-7A5035186813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8531A43-C5E5-1697-F482-FC190C759BCE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F7FD4980-3266-44E3-2183-2BAEE4A2CEAC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CDBF736C-9236-5D80-D237-BA9F88728932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CD39DA3F-3B3E-DF88-C1AA-61B824060173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EB2A5180-E351-BDC7-9D78-A119DD7D58A0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17369FEE-AA6A-EDC4-E1AB-42C6227FCE03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4269CC7F-8F18-BFEF-70F7-0E0E1A76F260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26B839A6-427C-AA0F-6DD7-7A3105DB41FA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9F597EB5-CAEA-D4A5-B042-DFB114184818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ED968289-9CAA-FE31-8856-8BD7E638CE1E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E1E50490-E82D-9031-CA95-D7755044AF92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992CAA49-A15E-9216-545B-43161E72BE16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B9B0F0EA-0BF4-9D58-D3FD-62D848295860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21670D05-272B-2354-4730-CEDC6CB9A02D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E546C66D-DF82-D7E1-749A-A0D5E0157C70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B9690BC7-C991-66B0-80FA-367D9D58CA7F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ED9F6058-1BBF-0574-239E-09EF60389B00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10518BFD-E70E-2E67-2F50-AC3F7447DA12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548674E5-F9A8-4170-9CE7-D9D2C6E3E2E8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523B543-62B7-1ED7-7FC7-C5B65483AB0E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54152BFB-D349-97E9-E750-F213147CA611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C0665E0A-4E76-AA18-691C-E5AF3ED4B327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46F4B32D-63DD-79C2-EB11-1C6B5134AC22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0FF2A21D-2A4C-C56C-478F-136A6DA4F1C0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2A2DADB3-570D-A90F-D20D-65C5A60C5483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67BA8C59-F106-C12B-A657-1D7108138B1E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9CF54E8-113A-1B8F-88EC-4094C300F5F1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32F0C493-D928-AA9F-A13B-129A80FE9957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78ECC932-F132-34BA-C6CD-ECD99AF720CB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731033C7-30F9-CC8A-AA6D-607352280624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621AC8A-E58F-6B6B-502B-7B9ADEA629AB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3F2935DE-BDCE-DA4E-C545-91984074D198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8006CEA2-5104-40F4-BA9D-C176CFF58445}"/>
              </a:ext>
            </a:extLst>
          </p:cNvPr>
          <p:cNvSpPr/>
          <p:nvPr/>
        </p:nvSpPr>
        <p:spPr>
          <a:xfrm rot="631608" flipH="1">
            <a:off x="4335450" y="1100603"/>
            <a:ext cx="304961" cy="3159505"/>
          </a:xfrm>
          <a:custGeom>
            <a:avLst/>
            <a:gdLst>
              <a:gd name="csX0" fmla="*/ 19050 w 19050"/>
              <a:gd name="csY0" fmla="*/ 2276475 h 2276475"/>
              <a:gd name="csX1" fmla="*/ 0 w 19050"/>
              <a:gd name="csY1" fmla="*/ 0 h 2276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9050" h="2276475">
                <a:moveTo>
                  <a:pt x="19050" y="227647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1892701-3A22-40D7-502A-7BF6B7CF2A07}"/>
              </a:ext>
            </a:extLst>
          </p:cNvPr>
          <p:cNvSpPr/>
          <p:nvPr/>
        </p:nvSpPr>
        <p:spPr>
          <a:xfrm>
            <a:off x="3667124" y="4014092"/>
            <a:ext cx="300037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006324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62A57B-0E20-5737-9435-7CE2475F7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356F97-2EE7-C23B-8662-0E4E9DDF38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- 21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2176413-A55E-AEA5-6BC0-E1A5E667915F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027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98FC06E-9204-FCA6-09A4-C39C344716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36090951-728B-4AB1-4D32-C31147ECFAFB}"/>
              </a:ext>
            </a:extLst>
          </p:cNvPr>
          <p:cNvSpPr/>
          <p:nvPr/>
        </p:nvSpPr>
        <p:spPr>
          <a:xfrm>
            <a:off x="596436" y="3534310"/>
            <a:ext cx="2033748" cy="274266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C6D718F-362D-5756-E6A0-89DE7A7AF0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2E8A879-2C15-3C3F-6209-7068D0A7D3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91DC338-5CD2-E07B-2901-E8411071EF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9243BC4-69A3-EE14-4195-C33925B480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39573" y="1094226"/>
            <a:ext cx="4915586" cy="550621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24251C0-856E-8696-FE2C-4B7E9DC802A0}"/>
              </a:ext>
            </a:extLst>
          </p:cNvPr>
          <p:cNvCxnSpPr/>
          <p:nvPr/>
        </p:nvCxnSpPr>
        <p:spPr>
          <a:xfrm flipH="1">
            <a:off x="9100249" y="3176337"/>
            <a:ext cx="1203158" cy="2581320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4492783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121D9F-275A-FEF6-FD99-2029888D0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C600E97-8D4F-FA73-9B93-4D8BB4ADF3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E792B02-F0EA-0A4B-AB3E-FDE087D3ACF7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42576E6-91A7-7E4F-5160-E4F4CF044413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81ADBFB-953C-EC79-6601-32515E38D41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05A11F9-13F6-9F09-8711-A2464AFCC76B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B318EE2-8D98-D164-A332-21D5A5649D8A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723DA7D-F23A-2BCC-F0A9-8E490FE093F6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D5C8035-8C6F-9BED-FB02-9334112511E2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04ECBD7E-0CDB-A6D7-9451-68656BE65D1D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EFD298A-DC24-94F2-0454-9A08D2887BEC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D2513D2-0F5C-F81A-BF31-710A9CF72D1A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B06E5707-C50D-38FC-78E4-8ECE669DC0C3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B5B6F945-EE6F-6705-5664-DA51C7061754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7A38D211-95C9-FC61-5C78-F53D105EF78F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98F3E48A-2722-BA86-9611-FFA11717D543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DFE557FF-76AC-A889-CBC5-2896D9A6B24A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42AC591C-DC34-F440-52B2-DF4F969766A9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42FB1858-25DC-5F91-729A-05CF3E028179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60253AAF-68BE-AA98-F355-45FB243D8A84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3E5DF044-51F9-D76C-8DFB-06ACAF8869A9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308C5643-CA4C-A089-C73B-505754B61036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857CEAE1-D934-C58C-4B81-CDA7F954AD21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BED2A2F6-A3F5-9C9D-9DCB-77ED0EE1018A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69D2AA50-2C7D-F215-1CD2-0A8C9CA40677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CFA7F6A0-00E1-8D59-C76A-CD89AA39F01D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53356E20-CCA5-5EE0-2341-83C156A0B7D9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F99969C9-E4A9-438B-9511-A3DCBEBAB3D2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74CEA05C-B1CC-8746-ACA8-4A87564A0B1A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66A824B9-3305-F717-E460-E26228AD343A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B8398FA5-0A71-99E4-FFA9-4B259FCC33B7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4DC2762F-D248-6762-E902-D5CE07573FC5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97DF462-F54A-4F71-DB92-C948495085DF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5A473EE8-E6BE-AE32-032B-8B97A02F3885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FCFB8CA4-ECA9-3721-ECA1-B3D6BC233FF7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CA1530D2-DE11-B08F-24F6-28D028CD790D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8B0EAD3A-A2B5-1060-8EA2-27BECB02CECC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1AFA2DE-B403-D75D-EA02-B8215394D174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6ACFC45A-FA8A-8DA6-56D2-5BDD5E33D12E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D745F1F-0126-1CC7-2104-A997041C1CD8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501AC840-A9DD-9DBD-AF96-F23733AEBA08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EEF01747-0AE5-2DD5-CD23-C1D6E7E01813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858A667E-A2A8-12AF-4E0F-EB6EEAD41127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34B66ED-5A41-D2E0-6B1F-6D99B4E53054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7B86A58C-0E1A-C1A1-08E9-A034D0B9CAE8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56A4B5F9-7918-6864-CCE3-2EDBDED7529F}"/>
              </a:ext>
            </a:extLst>
          </p:cNvPr>
          <p:cNvSpPr/>
          <p:nvPr/>
        </p:nvSpPr>
        <p:spPr>
          <a:xfrm rot="631608" flipH="1">
            <a:off x="4335450" y="1100603"/>
            <a:ext cx="304961" cy="3159505"/>
          </a:xfrm>
          <a:custGeom>
            <a:avLst/>
            <a:gdLst>
              <a:gd name="csX0" fmla="*/ 19050 w 19050"/>
              <a:gd name="csY0" fmla="*/ 2276475 h 2276475"/>
              <a:gd name="csX1" fmla="*/ 0 w 19050"/>
              <a:gd name="csY1" fmla="*/ 0 h 2276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9050" h="2276475">
                <a:moveTo>
                  <a:pt x="19050" y="227647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236B8611-157C-5E0C-5E5C-DECA4E446C52}"/>
              </a:ext>
            </a:extLst>
          </p:cNvPr>
          <p:cNvSpPr/>
          <p:nvPr/>
        </p:nvSpPr>
        <p:spPr>
          <a:xfrm>
            <a:off x="3638550" y="3690937"/>
            <a:ext cx="981075" cy="2166873"/>
          </a:xfrm>
          <a:custGeom>
            <a:avLst/>
            <a:gdLst>
              <a:gd name="csX0" fmla="*/ 981075 w 1038225"/>
              <a:gd name="csY0" fmla="*/ 0 h 1428750"/>
              <a:gd name="csX1" fmla="*/ 752475 w 1038225"/>
              <a:gd name="csY1" fmla="*/ 0 h 1428750"/>
              <a:gd name="csX2" fmla="*/ 752475 w 1038225"/>
              <a:gd name="csY2" fmla="*/ 138112 h 1428750"/>
              <a:gd name="csX3" fmla="*/ 0 w 1038225"/>
              <a:gd name="csY3" fmla="*/ 138112 h 1428750"/>
              <a:gd name="csX4" fmla="*/ 0 w 1038225"/>
              <a:gd name="csY4" fmla="*/ 1423987 h 1428750"/>
              <a:gd name="csX5" fmla="*/ 1038225 w 103822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52475 w 981075"/>
              <a:gd name="csY2" fmla="*/ 13811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10274 w 981075"/>
              <a:gd name="csY3" fmla="*/ 83917 h 1428750"/>
              <a:gd name="csX4" fmla="*/ 0 w 981075"/>
              <a:gd name="csY4" fmla="*/ 1423987 h 1428750"/>
              <a:gd name="csX5" fmla="*/ 627259 w 981075"/>
              <a:gd name="csY5" fmla="*/ 1428750 h 14287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981075" h="1428750">
                <a:moveTo>
                  <a:pt x="981075" y="0"/>
                </a:moveTo>
                <a:lnTo>
                  <a:pt x="752475" y="0"/>
                </a:lnTo>
                <a:lnTo>
                  <a:pt x="762749" y="90692"/>
                </a:lnTo>
                <a:lnTo>
                  <a:pt x="10274" y="83917"/>
                </a:lnTo>
                <a:cubicBezTo>
                  <a:pt x="6849" y="530607"/>
                  <a:pt x="3425" y="977297"/>
                  <a:pt x="0" y="1423987"/>
                </a:cubicBezTo>
                <a:lnTo>
                  <a:pt x="627259" y="14287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C0CAC27-8A27-69B3-1E54-FD076927D47D}"/>
              </a:ext>
            </a:extLst>
          </p:cNvPr>
          <p:cNvSpPr/>
          <p:nvPr/>
        </p:nvSpPr>
        <p:spPr>
          <a:xfrm>
            <a:off x="3667124" y="4014092"/>
            <a:ext cx="300037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557FF0C5-9D33-5B0C-1812-7C63A4E15CC4}"/>
              </a:ext>
            </a:extLst>
          </p:cNvPr>
          <p:cNvSpPr/>
          <p:nvPr/>
        </p:nvSpPr>
        <p:spPr>
          <a:xfrm>
            <a:off x="2933700" y="2849880"/>
            <a:ext cx="1737360" cy="2354580"/>
          </a:xfrm>
          <a:custGeom>
            <a:avLst/>
            <a:gdLst>
              <a:gd name="csX0" fmla="*/ 381000 w 1737360"/>
              <a:gd name="csY0" fmla="*/ 0 h 2354580"/>
              <a:gd name="csX1" fmla="*/ 7620 w 1737360"/>
              <a:gd name="csY1" fmla="*/ 0 h 2354580"/>
              <a:gd name="csX2" fmla="*/ 0 w 1737360"/>
              <a:gd name="csY2" fmla="*/ 2354580 h 2354580"/>
              <a:gd name="csX3" fmla="*/ 1737360 w 1737360"/>
              <a:gd name="csY3" fmla="*/ 2346960 h 23545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737360" h="2354580">
                <a:moveTo>
                  <a:pt x="381000" y="0"/>
                </a:moveTo>
                <a:lnTo>
                  <a:pt x="7620" y="0"/>
                </a:lnTo>
                <a:lnTo>
                  <a:pt x="0" y="2354580"/>
                </a:lnTo>
                <a:lnTo>
                  <a:pt x="1737360" y="23469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433875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B0D1E9-8854-2DD2-5CB3-727047C2EF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5D4C96-10BB-ACB1-704A-B2C90348D2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- 22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4FA1FC18-03A0-BE34-165D-0ED6A607BF3A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028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C9582D7-20A3-A5E0-C093-D0CB5CB324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4E2974F-B6A3-A99C-1447-257CBA7DF708}"/>
              </a:ext>
            </a:extLst>
          </p:cNvPr>
          <p:cNvSpPr/>
          <p:nvPr/>
        </p:nvSpPr>
        <p:spPr>
          <a:xfrm>
            <a:off x="596436" y="3534310"/>
            <a:ext cx="2033748" cy="274266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552C3A3-94A8-A1FB-6B6F-0FEE7EE3B3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A36A2F4-5EF7-06C8-4DB0-2AEF2674EF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60FA46D-4A24-7BBC-393D-FE80D8C2B7D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DF40510-86FA-41CB-7B05-C52768EE5A8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89364" y="2645340"/>
            <a:ext cx="5207436" cy="274266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43453592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6BA3ED-6BF4-B794-8962-B14F14611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A6EC8E9-1035-963F-5899-97278B5BED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3B5EE3F0-65A0-830C-2798-4E82878047EF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108517B-1D11-8FCC-B4F8-F4224E6DFE58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76628D0-BD3F-E9E9-C96F-56CBA0507D0E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677C0D7-CC63-1680-C5B1-DC2F3BC9DBD7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52E42ED-A928-F29E-4C13-5FC89DDDFA28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356900F-C887-76CD-32EB-B893C576C357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D545341-B6BB-F2EE-6833-7721573CBC01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10BFD981-917C-3C5C-58B3-058279E49793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C22F6FD-A5D4-2D44-9D5C-2DD68FAF3940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4C961858-9A6A-0A0F-4A65-BAB8B56FE665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3241AC9E-391B-FB3A-946A-E23C241D12F4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C4E0784E-BBF3-3742-FF8E-A275ED6BB7CB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39FA3420-D5A0-36F7-215B-B20F77E74417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E1570629-92F2-64A3-9F6C-BF6350B7FA16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41E91C27-72E4-101C-FB9E-02A4923B87F9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0B214701-F9C0-0209-A62A-9C9DD13E0D2F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622D6032-0CD8-8FC3-D9B8-B5D26EC20623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1F28AC13-EC4F-4661-23B9-5E632F6531A8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8B9B6C98-BA00-D0C1-4743-F3D5D43E948B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6E0CEC33-1676-2640-A15F-C7FF84FB6747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D10F85F4-47C0-3AC3-6163-4D783C0899EA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0735FC39-853D-B775-D301-53477B83442D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7DA2BD7D-5D16-B00A-5FF6-C88CD7C3701A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9D0AA46E-7E56-0C95-DC83-8947E2ED5CEA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D14CA6B0-6D61-C9AD-AB11-522139F6A318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242DDDDE-BC5E-D512-7A47-501E413379BB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03338E23-A127-28D3-7AF2-949EA3DAC078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501E7781-07FA-9E64-426C-CDC825E3AC43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9E34AC49-3E53-D9EA-B535-978CB0733867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D1468E5F-9466-7DE3-38F5-E7C3D1C879A6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754E023-0A17-F5EC-BB55-738F3A948343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A7B30539-18BC-A42C-4088-90F912F29696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C8B50C34-8DDC-C269-1652-7C71F884A4D2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1D7726DC-5FF6-8B40-D486-70FE003E6B44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0432147-6327-C6C3-5453-61D3D08C59AA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2948F083-1A1A-9692-203C-71FEFFA500A1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4FB9E214-9816-0DF5-0585-78F69135D1A6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9F02E39-B884-C372-F6B7-1B0D97839EBA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5FADB22-B032-B158-2425-906500F82287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ADD4CA50-DAD1-8D0E-919C-3D5967B19E4B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98934B5C-CD04-F3CC-CECB-88B7E5087F97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82C35467-D7E1-E59F-B181-3EB1E36030A8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AB3E562C-55CF-5DC3-0E11-B8238FDB5A23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AFC37F6A-3205-C27B-7BB7-9A203C832399}"/>
              </a:ext>
            </a:extLst>
          </p:cNvPr>
          <p:cNvSpPr/>
          <p:nvPr/>
        </p:nvSpPr>
        <p:spPr>
          <a:xfrm rot="631608" flipH="1">
            <a:off x="4335450" y="1100603"/>
            <a:ext cx="304961" cy="3159505"/>
          </a:xfrm>
          <a:custGeom>
            <a:avLst/>
            <a:gdLst>
              <a:gd name="csX0" fmla="*/ 19050 w 19050"/>
              <a:gd name="csY0" fmla="*/ 2276475 h 2276475"/>
              <a:gd name="csX1" fmla="*/ 0 w 19050"/>
              <a:gd name="csY1" fmla="*/ 0 h 2276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9050" h="2276475">
                <a:moveTo>
                  <a:pt x="19050" y="227647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F30C533F-93BF-F6FF-EB30-4A3FFC56E2FF}"/>
              </a:ext>
            </a:extLst>
          </p:cNvPr>
          <p:cNvSpPr/>
          <p:nvPr/>
        </p:nvSpPr>
        <p:spPr>
          <a:xfrm>
            <a:off x="3638550" y="3690937"/>
            <a:ext cx="981075" cy="2166873"/>
          </a:xfrm>
          <a:custGeom>
            <a:avLst/>
            <a:gdLst>
              <a:gd name="csX0" fmla="*/ 981075 w 1038225"/>
              <a:gd name="csY0" fmla="*/ 0 h 1428750"/>
              <a:gd name="csX1" fmla="*/ 752475 w 1038225"/>
              <a:gd name="csY1" fmla="*/ 0 h 1428750"/>
              <a:gd name="csX2" fmla="*/ 752475 w 1038225"/>
              <a:gd name="csY2" fmla="*/ 138112 h 1428750"/>
              <a:gd name="csX3" fmla="*/ 0 w 1038225"/>
              <a:gd name="csY3" fmla="*/ 138112 h 1428750"/>
              <a:gd name="csX4" fmla="*/ 0 w 1038225"/>
              <a:gd name="csY4" fmla="*/ 1423987 h 1428750"/>
              <a:gd name="csX5" fmla="*/ 1038225 w 103822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52475 w 981075"/>
              <a:gd name="csY2" fmla="*/ 13811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10274 w 981075"/>
              <a:gd name="csY3" fmla="*/ 83917 h 1428750"/>
              <a:gd name="csX4" fmla="*/ 0 w 981075"/>
              <a:gd name="csY4" fmla="*/ 1423987 h 1428750"/>
              <a:gd name="csX5" fmla="*/ 627259 w 981075"/>
              <a:gd name="csY5" fmla="*/ 1428750 h 14287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981075" h="1428750">
                <a:moveTo>
                  <a:pt x="981075" y="0"/>
                </a:moveTo>
                <a:lnTo>
                  <a:pt x="752475" y="0"/>
                </a:lnTo>
                <a:lnTo>
                  <a:pt x="762749" y="90692"/>
                </a:lnTo>
                <a:lnTo>
                  <a:pt x="10274" y="83917"/>
                </a:lnTo>
                <a:cubicBezTo>
                  <a:pt x="6849" y="530607"/>
                  <a:pt x="3425" y="977297"/>
                  <a:pt x="0" y="1423987"/>
                </a:cubicBezTo>
                <a:lnTo>
                  <a:pt x="627259" y="14287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9E7A980-5DFA-CF0E-69ED-0BA0D74F5FFA}"/>
              </a:ext>
            </a:extLst>
          </p:cNvPr>
          <p:cNvSpPr/>
          <p:nvPr/>
        </p:nvSpPr>
        <p:spPr>
          <a:xfrm>
            <a:off x="3667124" y="4014092"/>
            <a:ext cx="300037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1CC7327E-CA67-D655-EDAC-D23798BC84C5}"/>
              </a:ext>
            </a:extLst>
          </p:cNvPr>
          <p:cNvSpPr/>
          <p:nvPr/>
        </p:nvSpPr>
        <p:spPr>
          <a:xfrm>
            <a:off x="2933700" y="2849880"/>
            <a:ext cx="1737360" cy="2354580"/>
          </a:xfrm>
          <a:custGeom>
            <a:avLst/>
            <a:gdLst>
              <a:gd name="csX0" fmla="*/ 381000 w 1737360"/>
              <a:gd name="csY0" fmla="*/ 0 h 2354580"/>
              <a:gd name="csX1" fmla="*/ 7620 w 1737360"/>
              <a:gd name="csY1" fmla="*/ 0 h 2354580"/>
              <a:gd name="csX2" fmla="*/ 0 w 1737360"/>
              <a:gd name="csY2" fmla="*/ 2354580 h 2354580"/>
              <a:gd name="csX3" fmla="*/ 1737360 w 1737360"/>
              <a:gd name="csY3" fmla="*/ 2346960 h 23545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737360" h="2354580">
                <a:moveTo>
                  <a:pt x="381000" y="0"/>
                </a:moveTo>
                <a:lnTo>
                  <a:pt x="7620" y="0"/>
                </a:lnTo>
                <a:lnTo>
                  <a:pt x="0" y="2354580"/>
                </a:lnTo>
                <a:lnTo>
                  <a:pt x="1737360" y="23469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59B5C1E2-8501-606D-95D2-5D292E52D38F}"/>
              </a:ext>
            </a:extLst>
          </p:cNvPr>
          <p:cNvSpPr/>
          <p:nvPr/>
        </p:nvSpPr>
        <p:spPr>
          <a:xfrm>
            <a:off x="7329488" y="3600450"/>
            <a:ext cx="633412" cy="4763"/>
          </a:xfrm>
          <a:custGeom>
            <a:avLst/>
            <a:gdLst>
              <a:gd name="csX0" fmla="*/ 0 w 633412"/>
              <a:gd name="csY0" fmla="*/ 0 h 4763"/>
              <a:gd name="csX1" fmla="*/ 633412 w 633412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3412" h="4763">
                <a:moveTo>
                  <a:pt x="0" y="0"/>
                </a:moveTo>
                <a:lnTo>
                  <a:pt x="633412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374448A5-D1E9-F290-AA93-730A1E172C42}"/>
              </a:ext>
            </a:extLst>
          </p:cNvPr>
          <p:cNvSpPr/>
          <p:nvPr/>
        </p:nvSpPr>
        <p:spPr>
          <a:xfrm>
            <a:off x="8286750" y="3795713"/>
            <a:ext cx="9525" cy="1223962"/>
          </a:xfrm>
          <a:custGeom>
            <a:avLst/>
            <a:gdLst>
              <a:gd name="csX0" fmla="*/ 0 w 9525"/>
              <a:gd name="csY0" fmla="*/ 0 h 1223962"/>
              <a:gd name="csX1" fmla="*/ 9525 w 9525"/>
              <a:gd name="csY1" fmla="*/ 1223962 h 12239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9525" h="1223962">
                <a:moveTo>
                  <a:pt x="0" y="0"/>
                </a:moveTo>
                <a:lnTo>
                  <a:pt x="9525" y="12239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EDD226DF-AF44-EC85-CB89-AFEA320A6D1B}"/>
              </a:ext>
            </a:extLst>
          </p:cNvPr>
          <p:cNvSpPr/>
          <p:nvPr/>
        </p:nvSpPr>
        <p:spPr>
          <a:xfrm>
            <a:off x="5324475" y="5191125"/>
            <a:ext cx="2638425" cy="14288"/>
          </a:xfrm>
          <a:custGeom>
            <a:avLst/>
            <a:gdLst>
              <a:gd name="csX0" fmla="*/ 0 w 2638425"/>
              <a:gd name="csY0" fmla="*/ 0 h 14288"/>
              <a:gd name="csX1" fmla="*/ 2638425 w 2638425"/>
              <a:gd name="csY1" fmla="*/ 14288 h 14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638425" h="14288">
                <a:moveTo>
                  <a:pt x="0" y="0"/>
                </a:moveTo>
                <a:lnTo>
                  <a:pt x="2638425" y="14288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79834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463DA4-FA80-4059-F6E6-237C15EC9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779016-2390-5F07-7EEE-C70337665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- 23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3DC6BFB-F433-13D8-D2DB-BB05C991AF3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029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7A64CF6-1B3F-C0F1-8F05-BEABBE44FD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807B500-F829-FD4F-A05B-3543117499C7}"/>
              </a:ext>
            </a:extLst>
          </p:cNvPr>
          <p:cNvSpPr/>
          <p:nvPr/>
        </p:nvSpPr>
        <p:spPr>
          <a:xfrm>
            <a:off x="596436" y="3924728"/>
            <a:ext cx="2002926" cy="2352246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37824F4-D967-9584-9FFE-C089C4D202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477C0BB-DB19-F0DE-786D-508B664F77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4EAB3AA-788A-ACC6-0ABB-D67DC3AE63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806E917-42D2-23D8-C54D-8C62AAF70E5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15729" y="2207070"/>
            <a:ext cx="6235516" cy="396215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77985172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81002E-0539-5BDA-154E-3DD123C302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5DBA436-F71F-F762-10D9-3FCD737F1D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2059C4A-75F4-34B8-516F-D83B8CC86DD8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859814A-FE1B-BE8C-47CD-9994E6875693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6665972-2D5F-3456-A65B-541599E10983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05FABDB-D33C-E9B8-20EE-0C63D13A79B9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F1428EC-B2AA-0D2D-D461-3970A2CE72D7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9A48921-66EC-32CD-3FB0-22F2510F60EA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5A648519-B321-F9E9-652B-6062DAE85E9D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4BCE0AD-D1B0-E10A-6BF7-25E51C3D52E9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950F791-4F24-59EC-2915-771DB9B5DCD9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720E44B-C24F-29FE-743E-B6FDB9AF2035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5DE0A1F-438C-3908-21C9-6AA98B9D24F1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493C864-B9CD-458E-1CFF-242EFD3DC86E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7D48F69-1860-773E-CD37-82C326D7505D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266AB25C-C250-CDC8-6899-9326A1C6EB89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D9A858E6-5EF2-90A6-0690-2A5E09064DA0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2B0F3444-2E7F-E5FB-E198-B5C807B71618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8E901566-8788-C68F-E824-76347695019C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D6126A52-BC13-BB56-024B-839EB2A1FC75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CF61D05B-6EBF-7882-9192-E26C3736FA98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8BC9409A-8835-15CF-1317-00F6E0E56BFC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8FB9D5C0-FEC5-5967-659C-B2EE858F44FA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3B69CDE4-27F5-88C2-56E2-8E402486AF44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1E65A090-0826-6EDB-521F-CCC65CC50E60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3119F571-5C0B-012E-5B64-3AB10DE87E72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4F3B009F-4E32-66F2-3D73-06DE2ED958B7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5A026883-26A8-97BB-B790-A945EE0FE7E8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10D7BC90-4383-F729-EBFD-9F165656B265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F0524A68-CAC6-48D5-B357-439105FE2E90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D67CCB51-C0EE-7754-12FB-106C5F5971E9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51281755-25BC-4E91-EDE8-A45D7F5D0440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CA0017-CBFC-3A06-4A87-D26848FA1601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D00A7F-21C6-20DD-6A75-1092F3F2F244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FF963CBC-FEFB-E026-DC47-ABC9AA6E6367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85778E2-EB58-B6A1-4FC5-237CA9C7F64D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F424C89-79A1-E36B-2AB2-2FE2F51D84F0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D5FD591A-EA3D-1EAF-506A-AACEEA66575F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CC029AE2-879E-F0ED-EFB9-9EB0327CFB81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721EB73-6832-21B7-140F-4E07CA379F86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04488A54-46C5-24A5-FB83-C6B7A2900C4E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3772F260-3708-2033-E300-2A4DE209747A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29E9D630-E590-604F-3E94-B575EE53D74B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6F1027D2-9036-C4C2-9280-8E1192B1E034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D9D4B1B1-F768-5A6E-A64F-17AF9A544C21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C9FC7B68-F07B-009E-CB1F-036046105EEC}"/>
              </a:ext>
            </a:extLst>
          </p:cNvPr>
          <p:cNvSpPr/>
          <p:nvPr/>
        </p:nvSpPr>
        <p:spPr>
          <a:xfrm rot="631608" flipH="1">
            <a:off x="4335450" y="1100603"/>
            <a:ext cx="304961" cy="3159505"/>
          </a:xfrm>
          <a:custGeom>
            <a:avLst/>
            <a:gdLst>
              <a:gd name="csX0" fmla="*/ 19050 w 19050"/>
              <a:gd name="csY0" fmla="*/ 2276475 h 2276475"/>
              <a:gd name="csX1" fmla="*/ 0 w 19050"/>
              <a:gd name="csY1" fmla="*/ 0 h 2276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9050" h="2276475">
                <a:moveTo>
                  <a:pt x="19050" y="227647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A0479D8-E6EF-11FB-6BB8-6C19D2BC52A6}"/>
              </a:ext>
            </a:extLst>
          </p:cNvPr>
          <p:cNvSpPr/>
          <p:nvPr/>
        </p:nvSpPr>
        <p:spPr>
          <a:xfrm>
            <a:off x="3638550" y="3690937"/>
            <a:ext cx="981075" cy="2166873"/>
          </a:xfrm>
          <a:custGeom>
            <a:avLst/>
            <a:gdLst>
              <a:gd name="csX0" fmla="*/ 981075 w 1038225"/>
              <a:gd name="csY0" fmla="*/ 0 h 1428750"/>
              <a:gd name="csX1" fmla="*/ 752475 w 1038225"/>
              <a:gd name="csY1" fmla="*/ 0 h 1428750"/>
              <a:gd name="csX2" fmla="*/ 752475 w 1038225"/>
              <a:gd name="csY2" fmla="*/ 138112 h 1428750"/>
              <a:gd name="csX3" fmla="*/ 0 w 1038225"/>
              <a:gd name="csY3" fmla="*/ 138112 h 1428750"/>
              <a:gd name="csX4" fmla="*/ 0 w 1038225"/>
              <a:gd name="csY4" fmla="*/ 1423987 h 1428750"/>
              <a:gd name="csX5" fmla="*/ 1038225 w 103822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52475 w 981075"/>
              <a:gd name="csY2" fmla="*/ 13811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10274 w 981075"/>
              <a:gd name="csY3" fmla="*/ 83917 h 1428750"/>
              <a:gd name="csX4" fmla="*/ 0 w 981075"/>
              <a:gd name="csY4" fmla="*/ 1423987 h 1428750"/>
              <a:gd name="csX5" fmla="*/ 627259 w 981075"/>
              <a:gd name="csY5" fmla="*/ 1428750 h 14287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981075" h="1428750">
                <a:moveTo>
                  <a:pt x="981075" y="0"/>
                </a:moveTo>
                <a:lnTo>
                  <a:pt x="752475" y="0"/>
                </a:lnTo>
                <a:lnTo>
                  <a:pt x="762749" y="90692"/>
                </a:lnTo>
                <a:lnTo>
                  <a:pt x="10274" y="83917"/>
                </a:lnTo>
                <a:cubicBezTo>
                  <a:pt x="6849" y="530607"/>
                  <a:pt x="3425" y="977297"/>
                  <a:pt x="0" y="1423987"/>
                </a:cubicBezTo>
                <a:lnTo>
                  <a:pt x="627259" y="14287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7373DC9-9D52-BE2A-0C7F-B8B742BD4C9A}"/>
              </a:ext>
            </a:extLst>
          </p:cNvPr>
          <p:cNvSpPr/>
          <p:nvPr/>
        </p:nvSpPr>
        <p:spPr>
          <a:xfrm>
            <a:off x="3667124" y="4014092"/>
            <a:ext cx="300037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AC38D1EF-2313-5EAE-1F67-17522E230331}"/>
              </a:ext>
            </a:extLst>
          </p:cNvPr>
          <p:cNvSpPr/>
          <p:nvPr/>
        </p:nvSpPr>
        <p:spPr>
          <a:xfrm>
            <a:off x="2933700" y="2849880"/>
            <a:ext cx="1737360" cy="2354580"/>
          </a:xfrm>
          <a:custGeom>
            <a:avLst/>
            <a:gdLst>
              <a:gd name="csX0" fmla="*/ 381000 w 1737360"/>
              <a:gd name="csY0" fmla="*/ 0 h 2354580"/>
              <a:gd name="csX1" fmla="*/ 7620 w 1737360"/>
              <a:gd name="csY1" fmla="*/ 0 h 2354580"/>
              <a:gd name="csX2" fmla="*/ 0 w 1737360"/>
              <a:gd name="csY2" fmla="*/ 2354580 h 2354580"/>
              <a:gd name="csX3" fmla="*/ 1737360 w 1737360"/>
              <a:gd name="csY3" fmla="*/ 2346960 h 23545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737360" h="2354580">
                <a:moveTo>
                  <a:pt x="381000" y="0"/>
                </a:moveTo>
                <a:lnTo>
                  <a:pt x="7620" y="0"/>
                </a:lnTo>
                <a:lnTo>
                  <a:pt x="0" y="2354580"/>
                </a:lnTo>
                <a:lnTo>
                  <a:pt x="1737360" y="23469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B2681832-DE9D-44FA-C2B9-BD9A7C10EAF9}"/>
              </a:ext>
            </a:extLst>
          </p:cNvPr>
          <p:cNvSpPr/>
          <p:nvPr/>
        </p:nvSpPr>
        <p:spPr>
          <a:xfrm>
            <a:off x="7329488" y="3600450"/>
            <a:ext cx="633412" cy="4763"/>
          </a:xfrm>
          <a:custGeom>
            <a:avLst/>
            <a:gdLst>
              <a:gd name="csX0" fmla="*/ 0 w 633412"/>
              <a:gd name="csY0" fmla="*/ 0 h 4763"/>
              <a:gd name="csX1" fmla="*/ 633412 w 633412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3412" h="4763">
                <a:moveTo>
                  <a:pt x="0" y="0"/>
                </a:moveTo>
                <a:lnTo>
                  <a:pt x="633412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4BDC2DA7-C920-B01E-B15E-BD634CD25FA1}"/>
              </a:ext>
            </a:extLst>
          </p:cNvPr>
          <p:cNvSpPr/>
          <p:nvPr/>
        </p:nvSpPr>
        <p:spPr>
          <a:xfrm>
            <a:off x="8286750" y="3795713"/>
            <a:ext cx="9525" cy="1223962"/>
          </a:xfrm>
          <a:custGeom>
            <a:avLst/>
            <a:gdLst>
              <a:gd name="csX0" fmla="*/ 0 w 9525"/>
              <a:gd name="csY0" fmla="*/ 0 h 1223962"/>
              <a:gd name="csX1" fmla="*/ 9525 w 9525"/>
              <a:gd name="csY1" fmla="*/ 1223962 h 12239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9525" h="1223962">
                <a:moveTo>
                  <a:pt x="0" y="0"/>
                </a:moveTo>
                <a:lnTo>
                  <a:pt x="9525" y="12239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66770CE6-3DB6-1CCF-77AE-357D786028AC}"/>
              </a:ext>
            </a:extLst>
          </p:cNvPr>
          <p:cNvSpPr/>
          <p:nvPr/>
        </p:nvSpPr>
        <p:spPr>
          <a:xfrm>
            <a:off x="5324475" y="5191125"/>
            <a:ext cx="2638425" cy="14288"/>
          </a:xfrm>
          <a:custGeom>
            <a:avLst/>
            <a:gdLst>
              <a:gd name="csX0" fmla="*/ 0 w 2638425"/>
              <a:gd name="csY0" fmla="*/ 0 h 14288"/>
              <a:gd name="csX1" fmla="*/ 2638425 w 2638425"/>
              <a:gd name="csY1" fmla="*/ 14288 h 14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638425" h="14288">
                <a:moveTo>
                  <a:pt x="0" y="0"/>
                </a:moveTo>
                <a:lnTo>
                  <a:pt x="2638425" y="14288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D7A0DE4A-0BDA-C61C-4318-2030CD89378D}"/>
              </a:ext>
            </a:extLst>
          </p:cNvPr>
          <p:cNvSpPr/>
          <p:nvPr/>
        </p:nvSpPr>
        <p:spPr>
          <a:xfrm>
            <a:off x="5578867" y="3657600"/>
            <a:ext cx="3770616" cy="2527443"/>
          </a:xfrm>
          <a:custGeom>
            <a:avLst/>
            <a:gdLst>
              <a:gd name="csX0" fmla="*/ 3041151 w 3770616"/>
              <a:gd name="csY0" fmla="*/ 0 h 2527443"/>
              <a:gd name="csX1" fmla="*/ 3760342 w 3770616"/>
              <a:gd name="csY1" fmla="*/ 10274 h 2527443"/>
              <a:gd name="csX2" fmla="*/ 3770616 w 3770616"/>
              <a:gd name="csY2" fmla="*/ 2527443 h 2527443"/>
              <a:gd name="csX3" fmla="*/ 0 w 3770616"/>
              <a:gd name="csY3" fmla="*/ 2527443 h 2527443"/>
              <a:gd name="csX4" fmla="*/ 10275 w 3770616"/>
              <a:gd name="csY4" fmla="*/ 2434975 h 252744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770616" h="2527443">
                <a:moveTo>
                  <a:pt x="3041151" y="0"/>
                </a:moveTo>
                <a:lnTo>
                  <a:pt x="3760342" y="10274"/>
                </a:lnTo>
                <a:cubicBezTo>
                  <a:pt x="3763767" y="849330"/>
                  <a:pt x="3767191" y="1688387"/>
                  <a:pt x="3770616" y="2527443"/>
                </a:cubicBezTo>
                <a:lnTo>
                  <a:pt x="0" y="2527443"/>
                </a:lnTo>
                <a:lnTo>
                  <a:pt x="10275" y="2434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A1F4B5F9-0580-B3EB-D95F-F15355F1F996}"/>
              </a:ext>
            </a:extLst>
          </p:cNvPr>
          <p:cNvSpPr/>
          <p:nvPr/>
        </p:nvSpPr>
        <p:spPr>
          <a:xfrm>
            <a:off x="4397339" y="3544584"/>
            <a:ext cx="5054886" cy="3174715"/>
          </a:xfrm>
          <a:custGeom>
            <a:avLst/>
            <a:gdLst>
              <a:gd name="csX0" fmla="*/ 4315146 w 5054886"/>
              <a:gd name="csY0" fmla="*/ 0 h 3174715"/>
              <a:gd name="csX1" fmla="*/ 5054886 w 5054886"/>
              <a:gd name="csY1" fmla="*/ 20549 h 3174715"/>
              <a:gd name="csX2" fmla="*/ 5054886 w 5054886"/>
              <a:gd name="csY2" fmla="*/ 3174715 h 3174715"/>
              <a:gd name="csX3" fmla="*/ 0 w 5054886"/>
              <a:gd name="csY3" fmla="*/ 3154167 h 3174715"/>
              <a:gd name="csX4" fmla="*/ 0 w 5054886"/>
              <a:gd name="csY4" fmla="*/ 2517169 h 31747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054886" h="3174715">
                <a:moveTo>
                  <a:pt x="4315146" y="0"/>
                </a:moveTo>
                <a:lnTo>
                  <a:pt x="5054886" y="20549"/>
                </a:lnTo>
                <a:lnTo>
                  <a:pt x="5054886" y="3174715"/>
                </a:lnTo>
                <a:lnTo>
                  <a:pt x="0" y="3154167"/>
                </a:lnTo>
                <a:lnTo>
                  <a:pt x="0" y="2517169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31018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B04557-5E85-0893-6E14-68F11A0722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9809F9-2F34-E3E9-49DD-5741C85FA5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- 24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DF05532-7FD2-8B94-6D72-0468A1A91F7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030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5D46909-8E0F-739F-E373-18D2F58261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7554731-51CB-01AB-77B3-4C6F1A927631}"/>
              </a:ext>
            </a:extLst>
          </p:cNvPr>
          <p:cNvSpPr/>
          <p:nvPr/>
        </p:nvSpPr>
        <p:spPr>
          <a:xfrm>
            <a:off x="596436" y="4479533"/>
            <a:ext cx="2002926" cy="1797441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8DBBAA1-9495-85E1-5A64-2FC23E1DC9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416DAF9-5205-AF27-DFF1-EB5959AA37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519CF4C-A609-EFE7-2A6A-D1A6B0F26F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8D12D47-43F1-E49C-311E-EE415448E5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92869" y="2545499"/>
            <a:ext cx="6481235" cy="360204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00025319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E27CC7-C914-230B-9B34-D3EFC0A76A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DA37AED-6D1E-9A72-D06F-90D1EA3433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613DB5D1-ED73-6E7C-B096-BE9EED589DB1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3E871BC-99D1-0C74-3BC2-D5318E7720C7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ED5246E-D0BD-3AF8-4E12-CDF27F87BC0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7C1062C-8655-D974-C5FC-E50911044092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E47EEBD-952F-4E27-DA46-8EEE0869BDAA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3C10251-C3EA-C168-55B1-F91978CFD857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3BF6C09-6BCA-2C2F-D3F9-C133D09B6D45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2252366-B759-29FB-E025-227E4AFBCFED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60AB48C-FB8D-FD8A-1667-F74702E57670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2D19A39-E806-56CE-DDB4-8A5BDA288453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043C6856-F1E5-7837-D1B8-096898BA92EC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B3239BA-9E46-BA74-DFA2-03A14D78F9B8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84416E1-C5C2-0031-EE0E-FA8DD365B850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CEE0B12A-3CB7-4A7E-AD96-58659FFDC4DB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E36F64AC-2752-E7B8-7C05-13B149B86D33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67A65007-7584-F180-EEFD-B83D23798B3B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466B97B1-B5BD-74A2-F42D-5C33795BF747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11860786-7889-30B6-AB7B-8F8F72B6C03A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C5807622-AE47-EEDD-0400-7006455B15AE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1D80FBAA-FE76-B207-DD79-17539BB0A887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A0422914-1791-A46E-8F7D-01CE00D78857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CAC32791-F503-1601-C23F-704491DAC9F3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EFFE039C-CD1E-4F10-E7B6-7188F4A3FB90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43DD1DEB-8C75-3586-8267-681F115D5FF5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438B4AB3-86D3-907E-71EC-52C855B0D718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5F54D299-5910-5B5E-74B3-76F2B0F584D5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E81EF8A6-02A6-FFA2-6609-5706A35E70AA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FF52DCF8-E510-AADC-6044-875B133977CD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83123427-A92A-A038-04BA-E274496A40CF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816E8BF4-CF95-BE6B-1C58-2C652A97A7A1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18B7CC8-3FCA-559A-C2C5-553A484AA37B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D77C67A7-F3B0-61D1-BE85-B471113C88E5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7205B7E1-CD92-CA85-3CFA-2003B32C897F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6D1AA4C-661A-95BD-5881-6E0787697B47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ACCE1D4F-FAED-C862-89E8-0E632A929E08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7F9E260-722E-BF93-B903-93154E6C4C48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3B803C20-2CBD-892C-579C-6FDA02CF6D6B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6296BDF-6E8B-1B47-E24C-B47F849F3539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36775CF2-D4D7-741F-816A-88362B3938CC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AD9405C2-3221-63F5-ACD2-98E6F8E84043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965728F6-6AF0-C8FC-7322-FB18976372B5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597E21CE-AC75-C5A6-A62B-A3DFFA4E3DC7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A481574A-1554-382C-A7C7-2BDB1E8BBD51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9AC18B8F-AA37-993B-8977-B7B73A73410B}"/>
              </a:ext>
            </a:extLst>
          </p:cNvPr>
          <p:cNvSpPr/>
          <p:nvPr/>
        </p:nvSpPr>
        <p:spPr>
          <a:xfrm rot="631608" flipH="1">
            <a:off x="4335450" y="1100603"/>
            <a:ext cx="304961" cy="3159505"/>
          </a:xfrm>
          <a:custGeom>
            <a:avLst/>
            <a:gdLst>
              <a:gd name="csX0" fmla="*/ 19050 w 19050"/>
              <a:gd name="csY0" fmla="*/ 2276475 h 2276475"/>
              <a:gd name="csX1" fmla="*/ 0 w 19050"/>
              <a:gd name="csY1" fmla="*/ 0 h 2276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9050" h="2276475">
                <a:moveTo>
                  <a:pt x="19050" y="227647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B49755A7-7EB6-BB3B-13B3-4A49CD08930E}"/>
              </a:ext>
            </a:extLst>
          </p:cNvPr>
          <p:cNvSpPr/>
          <p:nvPr/>
        </p:nvSpPr>
        <p:spPr>
          <a:xfrm>
            <a:off x="3638550" y="3690937"/>
            <a:ext cx="981075" cy="2166873"/>
          </a:xfrm>
          <a:custGeom>
            <a:avLst/>
            <a:gdLst>
              <a:gd name="csX0" fmla="*/ 981075 w 1038225"/>
              <a:gd name="csY0" fmla="*/ 0 h 1428750"/>
              <a:gd name="csX1" fmla="*/ 752475 w 1038225"/>
              <a:gd name="csY1" fmla="*/ 0 h 1428750"/>
              <a:gd name="csX2" fmla="*/ 752475 w 1038225"/>
              <a:gd name="csY2" fmla="*/ 138112 h 1428750"/>
              <a:gd name="csX3" fmla="*/ 0 w 1038225"/>
              <a:gd name="csY3" fmla="*/ 138112 h 1428750"/>
              <a:gd name="csX4" fmla="*/ 0 w 1038225"/>
              <a:gd name="csY4" fmla="*/ 1423987 h 1428750"/>
              <a:gd name="csX5" fmla="*/ 1038225 w 103822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52475 w 981075"/>
              <a:gd name="csY2" fmla="*/ 13811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10274 w 981075"/>
              <a:gd name="csY3" fmla="*/ 83917 h 1428750"/>
              <a:gd name="csX4" fmla="*/ 0 w 981075"/>
              <a:gd name="csY4" fmla="*/ 1423987 h 1428750"/>
              <a:gd name="csX5" fmla="*/ 627259 w 981075"/>
              <a:gd name="csY5" fmla="*/ 1428750 h 14287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981075" h="1428750">
                <a:moveTo>
                  <a:pt x="981075" y="0"/>
                </a:moveTo>
                <a:lnTo>
                  <a:pt x="752475" y="0"/>
                </a:lnTo>
                <a:lnTo>
                  <a:pt x="762749" y="90692"/>
                </a:lnTo>
                <a:lnTo>
                  <a:pt x="10274" y="83917"/>
                </a:lnTo>
                <a:cubicBezTo>
                  <a:pt x="6849" y="530607"/>
                  <a:pt x="3425" y="977297"/>
                  <a:pt x="0" y="1423987"/>
                </a:cubicBezTo>
                <a:lnTo>
                  <a:pt x="627259" y="14287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64C918F-4664-6333-E187-7CFB0597B457}"/>
              </a:ext>
            </a:extLst>
          </p:cNvPr>
          <p:cNvSpPr/>
          <p:nvPr/>
        </p:nvSpPr>
        <p:spPr>
          <a:xfrm>
            <a:off x="3667124" y="4014092"/>
            <a:ext cx="300037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9777A03A-61BE-3338-985F-E04AA48A5A76}"/>
              </a:ext>
            </a:extLst>
          </p:cNvPr>
          <p:cNvSpPr/>
          <p:nvPr/>
        </p:nvSpPr>
        <p:spPr>
          <a:xfrm>
            <a:off x="2933700" y="2849880"/>
            <a:ext cx="1737360" cy="2354580"/>
          </a:xfrm>
          <a:custGeom>
            <a:avLst/>
            <a:gdLst>
              <a:gd name="csX0" fmla="*/ 381000 w 1737360"/>
              <a:gd name="csY0" fmla="*/ 0 h 2354580"/>
              <a:gd name="csX1" fmla="*/ 7620 w 1737360"/>
              <a:gd name="csY1" fmla="*/ 0 h 2354580"/>
              <a:gd name="csX2" fmla="*/ 0 w 1737360"/>
              <a:gd name="csY2" fmla="*/ 2354580 h 2354580"/>
              <a:gd name="csX3" fmla="*/ 1737360 w 1737360"/>
              <a:gd name="csY3" fmla="*/ 2346960 h 23545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737360" h="2354580">
                <a:moveTo>
                  <a:pt x="381000" y="0"/>
                </a:moveTo>
                <a:lnTo>
                  <a:pt x="7620" y="0"/>
                </a:lnTo>
                <a:lnTo>
                  <a:pt x="0" y="2354580"/>
                </a:lnTo>
                <a:lnTo>
                  <a:pt x="1737360" y="23469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6164EF4B-EBCD-959E-3CDE-5F371520947A}"/>
              </a:ext>
            </a:extLst>
          </p:cNvPr>
          <p:cNvSpPr/>
          <p:nvPr/>
        </p:nvSpPr>
        <p:spPr>
          <a:xfrm>
            <a:off x="7329488" y="3600450"/>
            <a:ext cx="633412" cy="4763"/>
          </a:xfrm>
          <a:custGeom>
            <a:avLst/>
            <a:gdLst>
              <a:gd name="csX0" fmla="*/ 0 w 633412"/>
              <a:gd name="csY0" fmla="*/ 0 h 4763"/>
              <a:gd name="csX1" fmla="*/ 633412 w 633412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3412" h="4763">
                <a:moveTo>
                  <a:pt x="0" y="0"/>
                </a:moveTo>
                <a:lnTo>
                  <a:pt x="633412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36CF720D-A073-6930-676C-5E7734C11AA1}"/>
              </a:ext>
            </a:extLst>
          </p:cNvPr>
          <p:cNvSpPr/>
          <p:nvPr/>
        </p:nvSpPr>
        <p:spPr>
          <a:xfrm>
            <a:off x="8286750" y="3795713"/>
            <a:ext cx="9525" cy="1223962"/>
          </a:xfrm>
          <a:custGeom>
            <a:avLst/>
            <a:gdLst>
              <a:gd name="csX0" fmla="*/ 0 w 9525"/>
              <a:gd name="csY0" fmla="*/ 0 h 1223962"/>
              <a:gd name="csX1" fmla="*/ 9525 w 9525"/>
              <a:gd name="csY1" fmla="*/ 1223962 h 12239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9525" h="1223962">
                <a:moveTo>
                  <a:pt x="0" y="0"/>
                </a:moveTo>
                <a:lnTo>
                  <a:pt x="9525" y="12239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7333CA8D-9E9E-3650-7A25-FD6B69A5DF0E}"/>
              </a:ext>
            </a:extLst>
          </p:cNvPr>
          <p:cNvSpPr/>
          <p:nvPr/>
        </p:nvSpPr>
        <p:spPr>
          <a:xfrm>
            <a:off x="5324475" y="5191125"/>
            <a:ext cx="2638425" cy="14288"/>
          </a:xfrm>
          <a:custGeom>
            <a:avLst/>
            <a:gdLst>
              <a:gd name="csX0" fmla="*/ 0 w 2638425"/>
              <a:gd name="csY0" fmla="*/ 0 h 14288"/>
              <a:gd name="csX1" fmla="*/ 2638425 w 2638425"/>
              <a:gd name="csY1" fmla="*/ 14288 h 14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638425" h="14288">
                <a:moveTo>
                  <a:pt x="0" y="0"/>
                </a:moveTo>
                <a:lnTo>
                  <a:pt x="2638425" y="14288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9B6659DA-FF4C-B29E-39FB-6B1F2940C831}"/>
              </a:ext>
            </a:extLst>
          </p:cNvPr>
          <p:cNvSpPr/>
          <p:nvPr/>
        </p:nvSpPr>
        <p:spPr>
          <a:xfrm>
            <a:off x="5578867" y="3657600"/>
            <a:ext cx="3770616" cy="2527443"/>
          </a:xfrm>
          <a:custGeom>
            <a:avLst/>
            <a:gdLst>
              <a:gd name="csX0" fmla="*/ 3041151 w 3770616"/>
              <a:gd name="csY0" fmla="*/ 0 h 2527443"/>
              <a:gd name="csX1" fmla="*/ 3760342 w 3770616"/>
              <a:gd name="csY1" fmla="*/ 10274 h 2527443"/>
              <a:gd name="csX2" fmla="*/ 3770616 w 3770616"/>
              <a:gd name="csY2" fmla="*/ 2527443 h 2527443"/>
              <a:gd name="csX3" fmla="*/ 0 w 3770616"/>
              <a:gd name="csY3" fmla="*/ 2527443 h 2527443"/>
              <a:gd name="csX4" fmla="*/ 10275 w 3770616"/>
              <a:gd name="csY4" fmla="*/ 2434975 h 252744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770616" h="2527443">
                <a:moveTo>
                  <a:pt x="3041151" y="0"/>
                </a:moveTo>
                <a:lnTo>
                  <a:pt x="3760342" y="10274"/>
                </a:lnTo>
                <a:cubicBezTo>
                  <a:pt x="3763767" y="849330"/>
                  <a:pt x="3767191" y="1688387"/>
                  <a:pt x="3770616" y="2527443"/>
                </a:cubicBezTo>
                <a:lnTo>
                  <a:pt x="0" y="2527443"/>
                </a:lnTo>
                <a:lnTo>
                  <a:pt x="10275" y="2434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1C8B26DA-8864-5045-8305-19154A0277BD}"/>
              </a:ext>
            </a:extLst>
          </p:cNvPr>
          <p:cNvSpPr/>
          <p:nvPr/>
        </p:nvSpPr>
        <p:spPr>
          <a:xfrm>
            <a:off x="4397339" y="3544584"/>
            <a:ext cx="5054886" cy="3174715"/>
          </a:xfrm>
          <a:custGeom>
            <a:avLst/>
            <a:gdLst>
              <a:gd name="csX0" fmla="*/ 4315146 w 5054886"/>
              <a:gd name="csY0" fmla="*/ 0 h 3174715"/>
              <a:gd name="csX1" fmla="*/ 5054886 w 5054886"/>
              <a:gd name="csY1" fmla="*/ 20549 h 3174715"/>
              <a:gd name="csX2" fmla="*/ 5054886 w 5054886"/>
              <a:gd name="csY2" fmla="*/ 3174715 h 3174715"/>
              <a:gd name="csX3" fmla="*/ 0 w 5054886"/>
              <a:gd name="csY3" fmla="*/ 3154167 h 3174715"/>
              <a:gd name="csX4" fmla="*/ 0 w 5054886"/>
              <a:gd name="csY4" fmla="*/ 2517169 h 31747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054886" h="3174715">
                <a:moveTo>
                  <a:pt x="4315146" y="0"/>
                </a:moveTo>
                <a:lnTo>
                  <a:pt x="5054886" y="20549"/>
                </a:lnTo>
                <a:lnTo>
                  <a:pt x="5054886" y="3174715"/>
                </a:lnTo>
                <a:lnTo>
                  <a:pt x="0" y="3154167"/>
                </a:lnTo>
                <a:lnTo>
                  <a:pt x="0" y="2517169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51292D11-4A41-624D-3AD9-05F0D4C0016D}"/>
              </a:ext>
            </a:extLst>
          </p:cNvPr>
          <p:cNvSpPr/>
          <p:nvPr/>
        </p:nvSpPr>
        <p:spPr>
          <a:xfrm>
            <a:off x="4562475" y="6067425"/>
            <a:ext cx="104775" cy="361950"/>
          </a:xfrm>
          <a:custGeom>
            <a:avLst/>
            <a:gdLst>
              <a:gd name="csX0" fmla="*/ 0 w 104775"/>
              <a:gd name="csY0" fmla="*/ 0 h 361950"/>
              <a:gd name="csX1" fmla="*/ 0 w 104775"/>
              <a:gd name="csY1" fmla="*/ 361950 h 361950"/>
              <a:gd name="csX2" fmla="*/ 104775 w 104775"/>
              <a:gd name="csY2" fmla="*/ 361950 h 361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75" h="361950">
                <a:moveTo>
                  <a:pt x="0" y="0"/>
                </a:moveTo>
                <a:lnTo>
                  <a:pt x="0" y="361950"/>
                </a:lnTo>
                <a:lnTo>
                  <a:pt x="104775" y="361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37F6D166-AEDE-E1BF-B445-BCFB53B9DA49}"/>
              </a:ext>
            </a:extLst>
          </p:cNvPr>
          <p:cNvSpPr/>
          <p:nvPr/>
        </p:nvSpPr>
        <p:spPr>
          <a:xfrm>
            <a:off x="5329238" y="6062663"/>
            <a:ext cx="100012" cy="371475"/>
          </a:xfrm>
          <a:custGeom>
            <a:avLst/>
            <a:gdLst>
              <a:gd name="csX0" fmla="*/ 100012 w 100012"/>
              <a:gd name="csY0" fmla="*/ 0 h 371475"/>
              <a:gd name="csX1" fmla="*/ 100012 w 100012"/>
              <a:gd name="csY1" fmla="*/ 371475 h 371475"/>
              <a:gd name="csX2" fmla="*/ 0 w 100012"/>
              <a:gd name="csY2" fmla="*/ 371475 h 371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0012" h="371475">
                <a:moveTo>
                  <a:pt x="100012" y="0"/>
                </a:moveTo>
                <a:lnTo>
                  <a:pt x="100012" y="371475"/>
                </a:lnTo>
                <a:lnTo>
                  <a:pt x="0" y="3714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9CDAF4FC-89C2-8DC4-1068-D0F25AFB3E32}"/>
              </a:ext>
            </a:extLst>
          </p:cNvPr>
          <p:cNvSpPr/>
          <p:nvPr/>
        </p:nvSpPr>
        <p:spPr>
          <a:xfrm>
            <a:off x="5329238" y="6510338"/>
            <a:ext cx="1457325" cy="4762"/>
          </a:xfrm>
          <a:custGeom>
            <a:avLst/>
            <a:gdLst>
              <a:gd name="csX0" fmla="*/ 0 w 1457325"/>
              <a:gd name="csY0" fmla="*/ 4762 h 4762"/>
              <a:gd name="csX1" fmla="*/ 1457325 w 1457325"/>
              <a:gd name="csY1" fmla="*/ 0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57325" h="4762">
                <a:moveTo>
                  <a:pt x="0" y="4762"/>
                </a:moveTo>
                <a:lnTo>
                  <a:pt x="145732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E70CB33-7C1C-AB15-8C8C-536041590A6B}"/>
              </a:ext>
            </a:extLst>
          </p:cNvPr>
          <p:cNvSpPr/>
          <p:nvPr/>
        </p:nvSpPr>
        <p:spPr>
          <a:xfrm>
            <a:off x="4531163" y="6483623"/>
            <a:ext cx="300037" cy="19143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E2180823-72EB-EAD1-3FDF-5195D1F4C3A1}"/>
              </a:ext>
            </a:extLst>
          </p:cNvPr>
          <p:cNvCxnSpPr/>
          <p:nvPr/>
        </p:nvCxnSpPr>
        <p:spPr>
          <a:xfrm flipV="1">
            <a:off x="5270643" y="3276600"/>
            <a:ext cx="996593" cy="298450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4" name="Freeform: Shape 43">
            <a:extLst>
              <a:ext uri="{FF2B5EF4-FFF2-40B4-BE49-F238E27FC236}">
                <a16:creationId xmlns:a16="http://schemas.microsoft.com/office/drawing/2014/main" id="{C1993F49-B27D-1249-605B-40BE5153292D}"/>
              </a:ext>
            </a:extLst>
          </p:cNvPr>
          <p:cNvSpPr/>
          <p:nvPr/>
        </p:nvSpPr>
        <p:spPr>
          <a:xfrm>
            <a:off x="5340350" y="3771900"/>
            <a:ext cx="2692400" cy="1314450"/>
          </a:xfrm>
          <a:custGeom>
            <a:avLst/>
            <a:gdLst>
              <a:gd name="csX0" fmla="*/ 0 w 2692400"/>
              <a:gd name="csY0" fmla="*/ 1308100 h 1314450"/>
              <a:gd name="csX1" fmla="*/ 2533650 w 2692400"/>
              <a:gd name="csY1" fmla="*/ 1314450 h 1314450"/>
              <a:gd name="csX2" fmla="*/ 2692400 w 2692400"/>
              <a:gd name="csY2" fmla="*/ 0 h 131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692400" h="1314450">
                <a:moveTo>
                  <a:pt x="0" y="1308100"/>
                </a:moveTo>
                <a:lnTo>
                  <a:pt x="2533650" y="1314450"/>
                </a:lnTo>
                <a:lnTo>
                  <a:pt x="269240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853330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BEF1F3-7379-74F0-2698-C2F4575CF5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B9CB4D-B05B-7DC8-95E2-E005AAE024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- 25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D64F32F-2070-DCC1-4EED-661CB7BDAEBB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0A48871-01BD-F1EA-C739-11993BAF3D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357CECE-F68E-80B0-D49F-B79910C1A418}"/>
              </a:ext>
            </a:extLst>
          </p:cNvPr>
          <p:cNvSpPr/>
          <p:nvPr/>
        </p:nvSpPr>
        <p:spPr>
          <a:xfrm>
            <a:off x="596436" y="4818580"/>
            <a:ext cx="2002926" cy="145839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B35F241-9039-85DB-E7DA-B7B6F2FE6E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B5BBC59-0D83-89A9-F3B9-1D706D2B0F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991813B-8251-E52A-FF82-CC3CEA1D27F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279F6B1-753E-426E-E595-BB4B6976B8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08962" y="2414976"/>
            <a:ext cx="7986602" cy="354633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52413029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3C799F-73C7-E2B4-ECCE-38940044E4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10C6907-62CB-8258-E16A-F89DF6D78C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61CAE2A8-8B61-9841-5835-9AB5AE16760E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9AB4B15-870A-5E5F-BA00-33D4F5A6B33C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4C08FCD-84AC-7443-1205-BF3D14D768B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DB3762D-0D51-6FEE-32C7-91DE8F8F0319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DE8D866-C13A-BD5E-4A5B-3E5187CFAD2F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EA09955-6F4A-D0A4-AECC-9265FD2E9893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C373187-9CB0-B2C9-AE3B-AD2CF0AF3D32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DD72B0A9-84B3-2CCD-C3BC-0112E92F2C04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92521E24-DD13-7370-1320-44639ADC3BE1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D768463-8AC1-AB07-7486-15557EC18C80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E28ED41-62BE-B8CA-2278-D144FA80E022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DF2090AA-C140-7327-CBEC-AAA28D069EB6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255E5FA7-E75B-0522-422F-51A1A5909160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10456945-4A70-207C-366B-B2FADDB3BF6A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B29F7E26-2C92-4E3A-5C41-E7A5E70FA0D9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565E2F48-3D03-AE8A-6F62-4F248C71372D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F3A0989C-8CEB-9A56-8EE3-DA486E321162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4EDED6AF-8DCD-C2F8-3DEE-6079CA8EE360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16618B4B-16A4-2288-B9AB-DAA8B1674BF8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D86F2D38-6BB4-B924-F07B-3BD941830E0A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9BD85390-955B-6C6B-02DA-38E1A4AB8073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9C6A70FD-82D3-3905-B08A-04FE3353D398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AB7E5015-7F76-2B2E-CD45-25F46CAE2CEC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685F69CA-6A5C-F425-2F96-BB7A3A541066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69147CBA-998E-CBF9-AEC2-47376B2CF165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65D39CBF-5B8F-AE81-B25E-34867AA7583B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01ADA579-EE96-7A8C-AE46-F7F0C6FCE5E8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A6F5F168-90E2-36E2-D4E3-0AA562F0FF7C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76A0C9FB-3DA6-158B-FA27-49741E8EC4FF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496F7C76-AFE8-CD2A-60F8-1A0CD0628DBD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208A884-479B-2446-14FD-21946609E976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C493BC8B-40D8-D94C-780E-A43C686C1D7B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913D24A9-8C8F-5397-4535-D6285EEC91C9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3ABB0893-4F96-079C-EDEE-CA770CC0E4B8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FCBDD68B-37FB-6D15-224E-7588343DCA57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4EBCD09-6CAD-586A-B485-0AA725DEC359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F6D52C2-9A94-BDF5-FC9C-CD7660493A21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A9F5F24-79B3-7DDD-D75B-A3FA9C9C5936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F8723A95-EF99-8259-EA03-1BA5D22C8E9D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F494EA4B-C40E-BD86-DCBE-3C80567EF088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096769A7-DCCC-3F3C-8AE9-0F6C582396D6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F21F4C1F-4396-2E5B-A74D-9C0993AB0007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E6BED162-43A5-7861-0A41-36F37A39D67D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CD2977AC-3C97-8FB1-B230-52D35F155BA9}"/>
              </a:ext>
            </a:extLst>
          </p:cNvPr>
          <p:cNvSpPr/>
          <p:nvPr/>
        </p:nvSpPr>
        <p:spPr>
          <a:xfrm rot="631608" flipH="1">
            <a:off x="4335450" y="1100603"/>
            <a:ext cx="304961" cy="3159505"/>
          </a:xfrm>
          <a:custGeom>
            <a:avLst/>
            <a:gdLst>
              <a:gd name="csX0" fmla="*/ 19050 w 19050"/>
              <a:gd name="csY0" fmla="*/ 2276475 h 2276475"/>
              <a:gd name="csX1" fmla="*/ 0 w 19050"/>
              <a:gd name="csY1" fmla="*/ 0 h 2276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9050" h="2276475">
                <a:moveTo>
                  <a:pt x="19050" y="227647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CB7F872B-3DDE-92CF-19C4-30CDF87BE8CE}"/>
              </a:ext>
            </a:extLst>
          </p:cNvPr>
          <p:cNvSpPr/>
          <p:nvPr/>
        </p:nvSpPr>
        <p:spPr>
          <a:xfrm>
            <a:off x="3638550" y="3690937"/>
            <a:ext cx="981075" cy="2166873"/>
          </a:xfrm>
          <a:custGeom>
            <a:avLst/>
            <a:gdLst>
              <a:gd name="csX0" fmla="*/ 981075 w 1038225"/>
              <a:gd name="csY0" fmla="*/ 0 h 1428750"/>
              <a:gd name="csX1" fmla="*/ 752475 w 1038225"/>
              <a:gd name="csY1" fmla="*/ 0 h 1428750"/>
              <a:gd name="csX2" fmla="*/ 752475 w 1038225"/>
              <a:gd name="csY2" fmla="*/ 138112 h 1428750"/>
              <a:gd name="csX3" fmla="*/ 0 w 1038225"/>
              <a:gd name="csY3" fmla="*/ 138112 h 1428750"/>
              <a:gd name="csX4" fmla="*/ 0 w 1038225"/>
              <a:gd name="csY4" fmla="*/ 1423987 h 1428750"/>
              <a:gd name="csX5" fmla="*/ 1038225 w 103822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52475 w 981075"/>
              <a:gd name="csY2" fmla="*/ 13811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10274 w 981075"/>
              <a:gd name="csY3" fmla="*/ 83917 h 1428750"/>
              <a:gd name="csX4" fmla="*/ 0 w 981075"/>
              <a:gd name="csY4" fmla="*/ 1423987 h 1428750"/>
              <a:gd name="csX5" fmla="*/ 627259 w 981075"/>
              <a:gd name="csY5" fmla="*/ 1428750 h 14287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981075" h="1428750">
                <a:moveTo>
                  <a:pt x="981075" y="0"/>
                </a:moveTo>
                <a:lnTo>
                  <a:pt x="752475" y="0"/>
                </a:lnTo>
                <a:lnTo>
                  <a:pt x="762749" y="90692"/>
                </a:lnTo>
                <a:lnTo>
                  <a:pt x="10274" y="83917"/>
                </a:lnTo>
                <a:cubicBezTo>
                  <a:pt x="6849" y="530607"/>
                  <a:pt x="3425" y="977297"/>
                  <a:pt x="0" y="1423987"/>
                </a:cubicBezTo>
                <a:lnTo>
                  <a:pt x="627259" y="14287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E53D7C9-22B1-3FFE-8C1C-2016F3E52223}"/>
              </a:ext>
            </a:extLst>
          </p:cNvPr>
          <p:cNvSpPr/>
          <p:nvPr/>
        </p:nvSpPr>
        <p:spPr>
          <a:xfrm>
            <a:off x="3667124" y="4014092"/>
            <a:ext cx="300037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B6D7CA2F-E813-A481-4C49-78A4DEDF2D7B}"/>
              </a:ext>
            </a:extLst>
          </p:cNvPr>
          <p:cNvSpPr/>
          <p:nvPr/>
        </p:nvSpPr>
        <p:spPr>
          <a:xfrm>
            <a:off x="2933700" y="2849880"/>
            <a:ext cx="1737360" cy="2354580"/>
          </a:xfrm>
          <a:custGeom>
            <a:avLst/>
            <a:gdLst>
              <a:gd name="csX0" fmla="*/ 381000 w 1737360"/>
              <a:gd name="csY0" fmla="*/ 0 h 2354580"/>
              <a:gd name="csX1" fmla="*/ 7620 w 1737360"/>
              <a:gd name="csY1" fmla="*/ 0 h 2354580"/>
              <a:gd name="csX2" fmla="*/ 0 w 1737360"/>
              <a:gd name="csY2" fmla="*/ 2354580 h 2354580"/>
              <a:gd name="csX3" fmla="*/ 1737360 w 1737360"/>
              <a:gd name="csY3" fmla="*/ 2346960 h 23545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737360" h="2354580">
                <a:moveTo>
                  <a:pt x="381000" y="0"/>
                </a:moveTo>
                <a:lnTo>
                  <a:pt x="7620" y="0"/>
                </a:lnTo>
                <a:lnTo>
                  <a:pt x="0" y="2354580"/>
                </a:lnTo>
                <a:lnTo>
                  <a:pt x="1737360" y="23469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8093ADC9-BB4E-7FD0-A94A-E73EFB5E7C01}"/>
              </a:ext>
            </a:extLst>
          </p:cNvPr>
          <p:cNvSpPr/>
          <p:nvPr/>
        </p:nvSpPr>
        <p:spPr>
          <a:xfrm>
            <a:off x="7329488" y="3600450"/>
            <a:ext cx="633412" cy="4763"/>
          </a:xfrm>
          <a:custGeom>
            <a:avLst/>
            <a:gdLst>
              <a:gd name="csX0" fmla="*/ 0 w 633412"/>
              <a:gd name="csY0" fmla="*/ 0 h 4763"/>
              <a:gd name="csX1" fmla="*/ 633412 w 633412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3412" h="4763">
                <a:moveTo>
                  <a:pt x="0" y="0"/>
                </a:moveTo>
                <a:lnTo>
                  <a:pt x="633412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064DFF91-3DAD-DA88-813F-145B4C5217C9}"/>
              </a:ext>
            </a:extLst>
          </p:cNvPr>
          <p:cNvSpPr/>
          <p:nvPr/>
        </p:nvSpPr>
        <p:spPr>
          <a:xfrm>
            <a:off x="8286750" y="3795713"/>
            <a:ext cx="9525" cy="1223962"/>
          </a:xfrm>
          <a:custGeom>
            <a:avLst/>
            <a:gdLst>
              <a:gd name="csX0" fmla="*/ 0 w 9525"/>
              <a:gd name="csY0" fmla="*/ 0 h 1223962"/>
              <a:gd name="csX1" fmla="*/ 9525 w 9525"/>
              <a:gd name="csY1" fmla="*/ 1223962 h 12239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9525" h="1223962">
                <a:moveTo>
                  <a:pt x="0" y="0"/>
                </a:moveTo>
                <a:lnTo>
                  <a:pt x="9525" y="12239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93C257FC-166A-D645-0356-C09F4DC35A23}"/>
              </a:ext>
            </a:extLst>
          </p:cNvPr>
          <p:cNvSpPr/>
          <p:nvPr/>
        </p:nvSpPr>
        <p:spPr>
          <a:xfrm>
            <a:off x="5324475" y="5191125"/>
            <a:ext cx="2638425" cy="14288"/>
          </a:xfrm>
          <a:custGeom>
            <a:avLst/>
            <a:gdLst>
              <a:gd name="csX0" fmla="*/ 0 w 2638425"/>
              <a:gd name="csY0" fmla="*/ 0 h 14288"/>
              <a:gd name="csX1" fmla="*/ 2638425 w 2638425"/>
              <a:gd name="csY1" fmla="*/ 14288 h 14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638425" h="14288">
                <a:moveTo>
                  <a:pt x="0" y="0"/>
                </a:moveTo>
                <a:lnTo>
                  <a:pt x="2638425" y="14288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DB533F11-B881-3486-1366-B7FFEC2A5C24}"/>
              </a:ext>
            </a:extLst>
          </p:cNvPr>
          <p:cNvSpPr/>
          <p:nvPr/>
        </p:nvSpPr>
        <p:spPr>
          <a:xfrm>
            <a:off x="5578867" y="3657600"/>
            <a:ext cx="3770616" cy="2527443"/>
          </a:xfrm>
          <a:custGeom>
            <a:avLst/>
            <a:gdLst>
              <a:gd name="csX0" fmla="*/ 3041151 w 3770616"/>
              <a:gd name="csY0" fmla="*/ 0 h 2527443"/>
              <a:gd name="csX1" fmla="*/ 3760342 w 3770616"/>
              <a:gd name="csY1" fmla="*/ 10274 h 2527443"/>
              <a:gd name="csX2" fmla="*/ 3770616 w 3770616"/>
              <a:gd name="csY2" fmla="*/ 2527443 h 2527443"/>
              <a:gd name="csX3" fmla="*/ 0 w 3770616"/>
              <a:gd name="csY3" fmla="*/ 2527443 h 2527443"/>
              <a:gd name="csX4" fmla="*/ 10275 w 3770616"/>
              <a:gd name="csY4" fmla="*/ 2434975 h 252744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770616" h="2527443">
                <a:moveTo>
                  <a:pt x="3041151" y="0"/>
                </a:moveTo>
                <a:lnTo>
                  <a:pt x="3760342" y="10274"/>
                </a:lnTo>
                <a:cubicBezTo>
                  <a:pt x="3763767" y="849330"/>
                  <a:pt x="3767191" y="1688387"/>
                  <a:pt x="3770616" y="2527443"/>
                </a:cubicBezTo>
                <a:lnTo>
                  <a:pt x="0" y="2527443"/>
                </a:lnTo>
                <a:lnTo>
                  <a:pt x="10275" y="2434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457BCACB-1530-A56A-1D5F-A46D8F975F21}"/>
              </a:ext>
            </a:extLst>
          </p:cNvPr>
          <p:cNvSpPr/>
          <p:nvPr/>
        </p:nvSpPr>
        <p:spPr>
          <a:xfrm>
            <a:off x="4397339" y="3544584"/>
            <a:ext cx="5054886" cy="3174715"/>
          </a:xfrm>
          <a:custGeom>
            <a:avLst/>
            <a:gdLst>
              <a:gd name="csX0" fmla="*/ 4315146 w 5054886"/>
              <a:gd name="csY0" fmla="*/ 0 h 3174715"/>
              <a:gd name="csX1" fmla="*/ 5054886 w 5054886"/>
              <a:gd name="csY1" fmla="*/ 20549 h 3174715"/>
              <a:gd name="csX2" fmla="*/ 5054886 w 5054886"/>
              <a:gd name="csY2" fmla="*/ 3174715 h 3174715"/>
              <a:gd name="csX3" fmla="*/ 0 w 5054886"/>
              <a:gd name="csY3" fmla="*/ 3154167 h 3174715"/>
              <a:gd name="csX4" fmla="*/ 0 w 5054886"/>
              <a:gd name="csY4" fmla="*/ 2517169 h 31747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054886" h="3174715">
                <a:moveTo>
                  <a:pt x="4315146" y="0"/>
                </a:moveTo>
                <a:lnTo>
                  <a:pt x="5054886" y="20549"/>
                </a:lnTo>
                <a:lnTo>
                  <a:pt x="5054886" y="3174715"/>
                </a:lnTo>
                <a:lnTo>
                  <a:pt x="0" y="3154167"/>
                </a:lnTo>
                <a:lnTo>
                  <a:pt x="0" y="2517169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6156385F-7BA3-C28F-8B55-3520DC657DED}"/>
              </a:ext>
            </a:extLst>
          </p:cNvPr>
          <p:cNvSpPr/>
          <p:nvPr/>
        </p:nvSpPr>
        <p:spPr>
          <a:xfrm>
            <a:off x="4562475" y="6067425"/>
            <a:ext cx="104775" cy="361950"/>
          </a:xfrm>
          <a:custGeom>
            <a:avLst/>
            <a:gdLst>
              <a:gd name="csX0" fmla="*/ 0 w 104775"/>
              <a:gd name="csY0" fmla="*/ 0 h 361950"/>
              <a:gd name="csX1" fmla="*/ 0 w 104775"/>
              <a:gd name="csY1" fmla="*/ 361950 h 361950"/>
              <a:gd name="csX2" fmla="*/ 104775 w 104775"/>
              <a:gd name="csY2" fmla="*/ 361950 h 361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75" h="361950">
                <a:moveTo>
                  <a:pt x="0" y="0"/>
                </a:moveTo>
                <a:lnTo>
                  <a:pt x="0" y="361950"/>
                </a:lnTo>
                <a:lnTo>
                  <a:pt x="104775" y="361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E5610FBB-3EE3-2967-8BAB-8CDA4AFFC1A8}"/>
              </a:ext>
            </a:extLst>
          </p:cNvPr>
          <p:cNvSpPr/>
          <p:nvPr/>
        </p:nvSpPr>
        <p:spPr>
          <a:xfrm>
            <a:off x="5329238" y="6062663"/>
            <a:ext cx="100012" cy="371475"/>
          </a:xfrm>
          <a:custGeom>
            <a:avLst/>
            <a:gdLst>
              <a:gd name="csX0" fmla="*/ 100012 w 100012"/>
              <a:gd name="csY0" fmla="*/ 0 h 371475"/>
              <a:gd name="csX1" fmla="*/ 100012 w 100012"/>
              <a:gd name="csY1" fmla="*/ 371475 h 371475"/>
              <a:gd name="csX2" fmla="*/ 0 w 100012"/>
              <a:gd name="csY2" fmla="*/ 371475 h 371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0012" h="371475">
                <a:moveTo>
                  <a:pt x="100012" y="0"/>
                </a:moveTo>
                <a:lnTo>
                  <a:pt x="100012" y="371475"/>
                </a:lnTo>
                <a:lnTo>
                  <a:pt x="0" y="3714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89238A6D-64AF-FD6C-3417-28B832E16C95}"/>
              </a:ext>
            </a:extLst>
          </p:cNvPr>
          <p:cNvSpPr/>
          <p:nvPr/>
        </p:nvSpPr>
        <p:spPr>
          <a:xfrm>
            <a:off x="5329238" y="6510338"/>
            <a:ext cx="1457325" cy="4762"/>
          </a:xfrm>
          <a:custGeom>
            <a:avLst/>
            <a:gdLst>
              <a:gd name="csX0" fmla="*/ 0 w 1457325"/>
              <a:gd name="csY0" fmla="*/ 4762 h 4762"/>
              <a:gd name="csX1" fmla="*/ 1457325 w 1457325"/>
              <a:gd name="csY1" fmla="*/ 0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57325" h="4762">
                <a:moveTo>
                  <a:pt x="0" y="4762"/>
                </a:moveTo>
                <a:lnTo>
                  <a:pt x="145732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8975A91C-8E7B-FBFA-BC81-6DE2846D220C}"/>
              </a:ext>
            </a:extLst>
          </p:cNvPr>
          <p:cNvSpPr/>
          <p:nvPr/>
        </p:nvSpPr>
        <p:spPr>
          <a:xfrm>
            <a:off x="4531163" y="6483623"/>
            <a:ext cx="300037" cy="19143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8A8009AA-C578-75F0-B444-95548A93D804}"/>
              </a:ext>
            </a:extLst>
          </p:cNvPr>
          <p:cNvCxnSpPr/>
          <p:nvPr/>
        </p:nvCxnSpPr>
        <p:spPr>
          <a:xfrm flipV="1">
            <a:off x="5270643" y="3276600"/>
            <a:ext cx="996593" cy="298450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4" name="Freeform: Shape 43">
            <a:extLst>
              <a:ext uri="{FF2B5EF4-FFF2-40B4-BE49-F238E27FC236}">
                <a16:creationId xmlns:a16="http://schemas.microsoft.com/office/drawing/2014/main" id="{58A44F80-8BDF-C0FD-FF7F-AFEEA84FA3D6}"/>
              </a:ext>
            </a:extLst>
          </p:cNvPr>
          <p:cNvSpPr/>
          <p:nvPr/>
        </p:nvSpPr>
        <p:spPr>
          <a:xfrm>
            <a:off x="5340350" y="3771900"/>
            <a:ext cx="2692400" cy="1314450"/>
          </a:xfrm>
          <a:custGeom>
            <a:avLst/>
            <a:gdLst>
              <a:gd name="csX0" fmla="*/ 0 w 2692400"/>
              <a:gd name="csY0" fmla="*/ 1308100 h 1314450"/>
              <a:gd name="csX1" fmla="*/ 2533650 w 2692400"/>
              <a:gd name="csY1" fmla="*/ 1314450 h 1314450"/>
              <a:gd name="csX2" fmla="*/ 2692400 w 2692400"/>
              <a:gd name="csY2" fmla="*/ 0 h 131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692400" h="1314450">
                <a:moveTo>
                  <a:pt x="0" y="1308100"/>
                </a:moveTo>
                <a:lnTo>
                  <a:pt x="2533650" y="1314450"/>
                </a:lnTo>
                <a:lnTo>
                  <a:pt x="269240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BD00D530-794F-7132-B11C-40B01D88AFBD}"/>
              </a:ext>
            </a:extLst>
          </p:cNvPr>
          <p:cNvSpPr/>
          <p:nvPr/>
        </p:nvSpPr>
        <p:spPr>
          <a:xfrm>
            <a:off x="5321300" y="5276850"/>
            <a:ext cx="2641600" cy="1066800"/>
          </a:xfrm>
          <a:custGeom>
            <a:avLst/>
            <a:gdLst>
              <a:gd name="csX0" fmla="*/ 2641600 w 2641600"/>
              <a:gd name="csY0" fmla="*/ 0 h 1066800"/>
              <a:gd name="csX1" fmla="*/ 1327150 w 2641600"/>
              <a:gd name="csY1" fmla="*/ 0 h 1066800"/>
              <a:gd name="csX2" fmla="*/ 1333500 w 2641600"/>
              <a:gd name="csY2" fmla="*/ 1066800 h 1066800"/>
              <a:gd name="csX3" fmla="*/ 0 w 2641600"/>
              <a:gd name="csY3" fmla="*/ 1066800 h 1066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41600" h="1066800">
                <a:moveTo>
                  <a:pt x="2641600" y="0"/>
                </a:moveTo>
                <a:lnTo>
                  <a:pt x="1327150" y="0"/>
                </a:lnTo>
                <a:cubicBezTo>
                  <a:pt x="1329267" y="355600"/>
                  <a:pt x="1331383" y="711200"/>
                  <a:pt x="1333500" y="1066800"/>
                </a:cubicBezTo>
                <a:lnTo>
                  <a:pt x="0" y="1066800"/>
                </a:lnTo>
              </a:path>
            </a:pathLst>
          </a:cu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884686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13A576-1469-E7B8-EBE3-BD51F908FD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750BD6-A184-D7A7-1F4A-0B040EC097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- 26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06381DA1-B13C-3B11-6A92-C0D10C681F7C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6F0CE09-EB56-850B-CEB9-EC425DC57A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457BF9D-61CC-9A67-7EF8-28CC4B4A196B}"/>
              </a:ext>
            </a:extLst>
          </p:cNvPr>
          <p:cNvSpPr/>
          <p:nvPr/>
        </p:nvSpPr>
        <p:spPr>
          <a:xfrm>
            <a:off x="596436" y="4818580"/>
            <a:ext cx="2002926" cy="145839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03C9FBF-8477-19D2-20D0-8946F0C382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A30AD0B-9B12-1BCE-B7B4-E2B08B9B2E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5DEA6EC-B588-7CE8-9F37-25E1692FFDE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2BDDA9A-68B9-44AE-2F45-474AA49FFF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37169" y="3253778"/>
            <a:ext cx="4617990" cy="19416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01318C24-D913-BA84-FE06-F844D6CE3A38}"/>
              </a:ext>
            </a:extLst>
          </p:cNvPr>
          <p:cNvSpPr/>
          <p:nvPr/>
        </p:nvSpPr>
        <p:spPr>
          <a:xfrm>
            <a:off x="2562035" y="3693337"/>
            <a:ext cx="2002926" cy="145839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834538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16011-8CBD-97A5-AB29-B1EB2AE9B6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B851618-D1BD-1708-B4C1-48294D155B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8084631-93FB-1177-F3D3-78ED993C1863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E9AC590-AAD9-2A0F-1D86-73F215C95100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CB8E77D-DD72-D437-5DF0-1337A9101A7C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282FAB3-838B-917E-1F3B-FF59BF9E6C37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080A912-3E91-915D-6BEE-1CA1AA98D39C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58C813B-E739-5DF5-D1B1-66DFD45A9632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04EE584-9E79-CC7C-4BA7-D16ACEC6CFD0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62B15453-FAEB-7F20-C6E9-1F108E08A57B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6DE307B-4BDF-02C2-C938-FC3880BC411B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F885452-212F-40CD-B5F9-950705A70047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338DE6EE-0F93-5C57-F6D5-142712576F82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BA4A769-1010-1C1C-0201-7339EAE1517D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AFC43A65-397E-8B8C-7FB3-ED1FF425C2BF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31061252-78DC-810A-5056-7EC7B01C4E97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4317BCA6-708E-182E-EB85-86B24287E71F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7DB3522F-B428-367B-70B9-D1A71C1E0986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C95BD138-BD57-196F-324B-42976A612DC9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75C86EC9-4341-A9BC-F616-97430312B3BF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A65F58DA-9B00-2D8B-40D8-A97AA578A28A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39E7143D-5ED1-631E-DA36-3E8BBEF60780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0B9577ED-FC31-9D0D-007A-966EC10A6002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99283E1F-1EE6-AC10-DE80-7F57D948CDF7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426B15B2-BDF0-73AA-8454-8B3BADD3FC96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ABB8C0A5-1F02-96A5-CE24-E7074977AC1E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32F25EB9-F81B-F0E7-AC31-2E425F56621F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3D493984-6CCD-0123-C97E-BC577722CF80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79DEBAD9-458D-1D88-CA19-22529B7FBBEA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9CCDF386-55E0-2327-993A-240ACE04576C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6AB1306A-349E-052C-8C49-A6A0E0DB36C2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CEB4CCEC-6D88-88C6-6D0E-8EA7346E9530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D27DB7A-B7E5-1BE8-0B2C-ACD6F9319141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DE5A5E0-02F3-70CE-F69E-FEB6A2264843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34D8E017-AA8A-D9FF-C87C-A30138A77F86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AD8B9541-CDBF-06F7-DDC7-36282BBAD661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F1580886-905E-9589-E420-0A982B35014B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E668A075-5D89-6C76-600A-69D2B637A8A9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18FF2BF-22E3-6A77-5A9B-A1B79BD14374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B4399A7-C758-B67E-3AA1-4154D7E6256E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20CC01E1-C78D-DDEA-71F4-16F1B8361611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3B0B9832-DD9F-BCFC-0121-57B2922FA7B1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06ECC51E-2CBC-B2C5-4203-07C964C0888F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FB2DDE8E-3EDC-5BBE-56B3-0EBEE7901917}"/>
              </a:ext>
            </a:extLst>
          </p:cNvPr>
          <p:cNvSpPr/>
          <p:nvPr/>
        </p:nvSpPr>
        <p:spPr>
          <a:xfrm>
            <a:off x="3981450" y="3605212"/>
            <a:ext cx="621372" cy="45719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8A9D503F-28E0-8FA3-C677-C035A1704032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FE27F89E-5E72-1860-D8F1-2B33DD508112}"/>
              </a:ext>
            </a:extLst>
          </p:cNvPr>
          <p:cNvSpPr/>
          <p:nvPr/>
        </p:nvSpPr>
        <p:spPr>
          <a:xfrm rot="631608" flipH="1">
            <a:off x="4335450" y="1100603"/>
            <a:ext cx="304961" cy="3159505"/>
          </a:xfrm>
          <a:custGeom>
            <a:avLst/>
            <a:gdLst>
              <a:gd name="csX0" fmla="*/ 19050 w 19050"/>
              <a:gd name="csY0" fmla="*/ 2276475 h 2276475"/>
              <a:gd name="csX1" fmla="*/ 0 w 19050"/>
              <a:gd name="csY1" fmla="*/ 0 h 2276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9050" h="2276475">
                <a:moveTo>
                  <a:pt x="19050" y="227647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96725496-D4FD-5FF5-7B32-0DCAA57DFCF4}"/>
              </a:ext>
            </a:extLst>
          </p:cNvPr>
          <p:cNvSpPr/>
          <p:nvPr/>
        </p:nvSpPr>
        <p:spPr>
          <a:xfrm>
            <a:off x="3638550" y="3690937"/>
            <a:ext cx="971335" cy="2166873"/>
          </a:xfrm>
          <a:custGeom>
            <a:avLst/>
            <a:gdLst>
              <a:gd name="csX0" fmla="*/ 981075 w 1038225"/>
              <a:gd name="csY0" fmla="*/ 0 h 1428750"/>
              <a:gd name="csX1" fmla="*/ 752475 w 1038225"/>
              <a:gd name="csY1" fmla="*/ 0 h 1428750"/>
              <a:gd name="csX2" fmla="*/ 752475 w 1038225"/>
              <a:gd name="csY2" fmla="*/ 138112 h 1428750"/>
              <a:gd name="csX3" fmla="*/ 0 w 1038225"/>
              <a:gd name="csY3" fmla="*/ 138112 h 1428750"/>
              <a:gd name="csX4" fmla="*/ 0 w 1038225"/>
              <a:gd name="csY4" fmla="*/ 1423987 h 1428750"/>
              <a:gd name="csX5" fmla="*/ 1038225 w 103822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52475 w 981075"/>
              <a:gd name="csY2" fmla="*/ 13811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10274 w 981075"/>
              <a:gd name="csY3" fmla="*/ 83917 h 1428750"/>
              <a:gd name="csX4" fmla="*/ 0 w 981075"/>
              <a:gd name="csY4" fmla="*/ 1423987 h 1428750"/>
              <a:gd name="csX5" fmla="*/ 627259 w 981075"/>
              <a:gd name="csY5" fmla="*/ 1428750 h 14287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981075" h="1428750">
                <a:moveTo>
                  <a:pt x="981075" y="0"/>
                </a:moveTo>
                <a:lnTo>
                  <a:pt x="752475" y="0"/>
                </a:lnTo>
                <a:lnTo>
                  <a:pt x="762749" y="90692"/>
                </a:lnTo>
                <a:lnTo>
                  <a:pt x="10274" y="83917"/>
                </a:lnTo>
                <a:cubicBezTo>
                  <a:pt x="6849" y="530607"/>
                  <a:pt x="3425" y="977297"/>
                  <a:pt x="0" y="1423987"/>
                </a:cubicBezTo>
                <a:lnTo>
                  <a:pt x="627259" y="14287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5E64D3A-EA1D-8C9F-D9C0-8C2C4FA06CD0}"/>
              </a:ext>
            </a:extLst>
          </p:cNvPr>
          <p:cNvSpPr/>
          <p:nvPr/>
        </p:nvSpPr>
        <p:spPr>
          <a:xfrm>
            <a:off x="3667124" y="4014092"/>
            <a:ext cx="300037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0E0355AB-5306-4847-4338-4F3A45AF132E}"/>
              </a:ext>
            </a:extLst>
          </p:cNvPr>
          <p:cNvSpPr/>
          <p:nvPr/>
        </p:nvSpPr>
        <p:spPr>
          <a:xfrm>
            <a:off x="2933700" y="2849880"/>
            <a:ext cx="1711325" cy="2354580"/>
          </a:xfrm>
          <a:custGeom>
            <a:avLst/>
            <a:gdLst>
              <a:gd name="csX0" fmla="*/ 381000 w 1737360"/>
              <a:gd name="csY0" fmla="*/ 0 h 2354580"/>
              <a:gd name="csX1" fmla="*/ 7620 w 1737360"/>
              <a:gd name="csY1" fmla="*/ 0 h 2354580"/>
              <a:gd name="csX2" fmla="*/ 0 w 1737360"/>
              <a:gd name="csY2" fmla="*/ 2354580 h 2354580"/>
              <a:gd name="csX3" fmla="*/ 1737360 w 1737360"/>
              <a:gd name="csY3" fmla="*/ 2346960 h 23545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737360" h="2354580">
                <a:moveTo>
                  <a:pt x="381000" y="0"/>
                </a:moveTo>
                <a:lnTo>
                  <a:pt x="7620" y="0"/>
                </a:lnTo>
                <a:lnTo>
                  <a:pt x="0" y="2354580"/>
                </a:lnTo>
                <a:lnTo>
                  <a:pt x="1737360" y="23469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5A7603F1-2C55-F8B7-B25C-CE8C200A7C51}"/>
              </a:ext>
            </a:extLst>
          </p:cNvPr>
          <p:cNvSpPr/>
          <p:nvPr/>
        </p:nvSpPr>
        <p:spPr>
          <a:xfrm>
            <a:off x="7329488" y="3600450"/>
            <a:ext cx="633412" cy="4763"/>
          </a:xfrm>
          <a:custGeom>
            <a:avLst/>
            <a:gdLst>
              <a:gd name="csX0" fmla="*/ 0 w 633412"/>
              <a:gd name="csY0" fmla="*/ 0 h 4763"/>
              <a:gd name="csX1" fmla="*/ 633412 w 633412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3412" h="4763">
                <a:moveTo>
                  <a:pt x="0" y="0"/>
                </a:moveTo>
                <a:lnTo>
                  <a:pt x="633412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ABA3668F-E043-1AAE-54F3-14347EE84C0C}"/>
              </a:ext>
            </a:extLst>
          </p:cNvPr>
          <p:cNvSpPr/>
          <p:nvPr/>
        </p:nvSpPr>
        <p:spPr>
          <a:xfrm>
            <a:off x="8286750" y="3795713"/>
            <a:ext cx="9525" cy="1223962"/>
          </a:xfrm>
          <a:custGeom>
            <a:avLst/>
            <a:gdLst>
              <a:gd name="csX0" fmla="*/ 0 w 9525"/>
              <a:gd name="csY0" fmla="*/ 0 h 1223962"/>
              <a:gd name="csX1" fmla="*/ 9525 w 9525"/>
              <a:gd name="csY1" fmla="*/ 1223962 h 12239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9525" h="1223962">
                <a:moveTo>
                  <a:pt x="0" y="0"/>
                </a:moveTo>
                <a:lnTo>
                  <a:pt x="9525" y="12239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01EA5FD5-5CA4-3BA0-0111-B03A255997F0}"/>
              </a:ext>
            </a:extLst>
          </p:cNvPr>
          <p:cNvSpPr/>
          <p:nvPr/>
        </p:nvSpPr>
        <p:spPr>
          <a:xfrm>
            <a:off x="5324475" y="5191125"/>
            <a:ext cx="2638425" cy="14288"/>
          </a:xfrm>
          <a:custGeom>
            <a:avLst/>
            <a:gdLst>
              <a:gd name="csX0" fmla="*/ 0 w 2638425"/>
              <a:gd name="csY0" fmla="*/ 0 h 14288"/>
              <a:gd name="csX1" fmla="*/ 2638425 w 2638425"/>
              <a:gd name="csY1" fmla="*/ 14288 h 14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638425" h="14288">
                <a:moveTo>
                  <a:pt x="0" y="0"/>
                </a:moveTo>
                <a:lnTo>
                  <a:pt x="2638425" y="14288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591AF0CC-DF6D-416B-58F8-F666E714EB6D}"/>
              </a:ext>
            </a:extLst>
          </p:cNvPr>
          <p:cNvSpPr/>
          <p:nvPr/>
        </p:nvSpPr>
        <p:spPr>
          <a:xfrm>
            <a:off x="5578867" y="3657600"/>
            <a:ext cx="3770616" cy="2527443"/>
          </a:xfrm>
          <a:custGeom>
            <a:avLst/>
            <a:gdLst>
              <a:gd name="csX0" fmla="*/ 3041151 w 3770616"/>
              <a:gd name="csY0" fmla="*/ 0 h 2527443"/>
              <a:gd name="csX1" fmla="*/ 3760342 w 3770616"/>
              <a:gd name="csY1" fmla="*/ 10274 h 2527443"/>
              <a:gd name="csX2" fmla="*/ 3770616 w 3770616"/>
              <a:gd name="csY2" fmla="*/ 2527443 h 2527443"/>
              <a:gd name="csX3" fmla="*/ 0 w 3770616"/>
              <a:gd name="csY3" fmla="*/ 2527443 h 2527443"/>
              <a:gd name="csX4" fmla="*/ 10275 w 3770616"/>
              <a:gd name="csY4" fmla="*/ 2434975 h 252744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770616" h="2527443">
                <a:moveTo>
                  <a:pt x="3041151" y="0"/>
                </a:moveTo>
                <a:lnTo>
                  <a:pt x="3760342" y="10274"/>
                </a:lnTo>
                <a:cubicBezTo>
                  <a:pt x="3763767" y="849330"/>
                  <a:pt x="3767191" y="1688387"/>
                  <a:pt x="3770616" y="2527443"/>
                </a:cubicBezTo>
                <a:lnTo>
                  <a:pt x="0" y="2527443"/>
                </a:lnTo>
                <a:lnTo>
                  <a:pt x="10275" y="2434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8321DDF1-50AE-CE4D-A568-54628314835B}"/>
              </a:ext>
            </a:extLst>
          </p:cNvPr>
          <p:cNvSpPr/>
          <p:nvPr/>
        </p:nvSpPr>
        <p:spPr>
          <a:xfrm>
            <a:off x="4397339" y="3544584"/>
            <a:ext cx="5054886" cy="3174715"/>
          </a:xfrm>
          <a:custGeom>
            <a:avLst/>
            <a:gdLst>
              <a:gd name="csX0" fmla="*/ 4315146 w 5054886"/>
              <a:gd name="csY0" fmla="*/ 0 h 3174715"/>
              <a:gd name="csX1" fmla="*/ 5054886 w 5054886"/>
              <a:gd name="csY1" fmla="*/ 20549 h 3174715"/>
              <a:gd name="csX2" fmla="*/ 5054886 w 5054886"/>
              <a:gd name="csY2" fmla="*/ 3174715 h 3174715"/>
              <a:gd name="csX3" fmla="*/ 0 w 5054886"/>
              <a:gd name="csY3" fmla="*/ 3154167 h 3174715"/>
              <a:gd name="csX4" fmla="*/ 0 w 5054886"/>
              <a:gd name="csY4" fmla="*/ 2517169 h 31747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054886" h="3174715">
                <a:moveTo>
                  <a:pt x="4315146" y="0"/>
                </a:moveTo>
                <a:lnTo>
                  <a:pt x="5054886" y="20549"/>
                </a:lnTo>
                <a:lnTo>
                  <a:pt x="5054886" y="3174715"/>
                </a:lnTo>
                <a:lnTo>
                  <a:pt x="0" y="3154167"/>
                </a:lnTo>
                <a:lnTo>
                  <a:pt x="0" y="2517169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788DBA14-D089-A0DB-6234-216C686905F2}"/>
              </a:ext>
            </a:extLst>
          </p:cNvPr>
          <p:cNvSpPr/>
          <p:nvPr/>
        </p:nvSpPr>
        <p:spPr>
          <a:xfrm>
            <a:off x="4562475" y="6067425"/>
            <a:ext cx="104775" cy="361950"/>
          </a:xfrm>
          <a:custGeom>
            <a:avLst/>
            <a:gdLst>
              <a:gd name="csX0" fmla="*/ 0 w 104775"/>
              <a:gd name="csY0" fmla="*/ 0 h 361950"/>
              <a:gd name="csX1" fmla="*/ 0 w 104775"/>
              <a:gd name="csY1" fmla="*/ 361950 h 361950"/>
              <a:gd name="csX2" fmla="*/ 104775 w 104775"/>
              <a:gd name="csY2" fmla="*/ 361950 h 361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75" h="361950">
                <a:moveTo>
                  <a:pt x="0" y="0"/>
                </a:moveTo>
                <a:lnTo>
                  <a:pt x="0" y="361950"/>
                </a:lnTo>
                <a:lnTo>
                  <a:pt x="104775" y="361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8494B236-13ED-C950-5904-0CA85E968482}"/>
              </a:ext>
            </a:extLst>
          </p:cNvPr>
          <p:cNvSpPr/>
          <p:nvPr/>
        </p:nvSpPr>
        <p:spPr>
          <a:xfrm>
            <a:off x="5329238" y="6062663"/>
            <a:ext cx="100012" cy="371475"/>
          </a:xfrm>
          <a:custGeom>
            <a:avLst/>
            <a:gdLst>
              <a:gd name="csX0" fmla="*/ 100012 w 100012"/>
              <a:gd name="csY0" fmla="*/ 0 h 371475"/>
              <a:gd name="csX1" fmla="*/ 100012 w 100012"/>
              <a:gd name="csY1" fmla="*/ 371475 h 371475"/>
              <a:gd name="csX2" fmla="*/ 0 w 100012"/>
              <a:gd name="csY2" fmla="*/ 371475 h 371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0012" h="371475">
                <a:moveTo>
                  <a:pt x="100012" y="0"/>
                </a:moveTo>
                <a:lnTo>
                  <a:pt x="100012" y="371475"/>
                </a:lnTo>
                <a:lnTo>
                  <a:pt x="0" y="3714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F609F5AF-3871-1834-83CD-0C0AB1631709}"/>
              </a:ext>
            </a:extLst>
          </p:cNvPr>
          <p:cNvSpPr/>
          <p:nvPr/>
        </p:nvSpPr>
        <p:spPr>
          <a:xfrm>
            <a:off x="5329238" y="6510338"/>
            <a:ext cx="1457325" cy="4762"/>
          </a:xfrm>
          <a:custGeom>
            <a:avLst/>
            <a:gdLst>
              <a:gd name="csX0" fmla="*/ 0 w 1457325"/>
              <a:gd name="csY0" fmla="*/ 4762 h 4762"/>
              <a:gd name="csX1" fmla="*/ 1457325 w 1457325"/>
              <a:gd name="csY1" fmla="*/ 0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57325" h="4762">
                <a:moveTo>
                  <a:pt x="0" y="4762"/>
                </a:moveTo>
                <a:lnTo>
                  <a:pt x="145732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12866C3B-08B3-CA69-7CD8-4820D94B30E2}"/>
              </a:ext>
            </a:extLst>
          </p:cNvPr>
          <p:cNvSpPr/>
          <p:nvPr/>
        </p:nvSpPr>
        <p:spPr>
          <a:xfrm>
            <a:off x="4531163" y="6483623"/>
            <a:ext cx="300037" cy="19143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2F5298AB-8E8C-B213-04C5-6CB473DA32AB}"/>
              </a:ext>
            </a:extLst>
          </p:cNvPr>
          <p:cNvCxnSpPr/>
          <p:nvPr/>
        </p:nvCxnSpPr>
        <p:spPr>
          <a:xfrm flipV="1">
            <a:off x="5270643" y="3276600"/>
            <a:ext cx="996593" cy="298450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4" name="Freeform: Shape 43">
            <a:extLst>
              <a:ext uri="{FF2B5EF4-FFF2-40B4-BE49-F238E27FC236}">
                <a16:creationId xmlns:a16="http://schemas.microsoft.com/office/drawing/2014/main" id="{22AA1D04-35A6-A746-1BAF-E3212B169144}"/>
              </a:ext>
            </a:extLst>
          </p:cNvPr>
          <p:cNvSpPr/>
          <p:nvPr/>
        </p:nvSpPr>
        <p:spPr>
          <a:xfrm>
            <a:off x="5340350" y="3771900"/>
            <a:ext cx="2692400" cy="1314450"/>
          </a:xfrm>
          <a:custGeom>
            <a:avLst/>
            <a:gdLst>
              <a:gd name="csX0" fmla="*/ 0 w 2692400"/>
              <a:gd name="csY0" fmla="*/ 1308100 h 1314450"/>
              <a:gd name="csX1" fmla="*/ 2533650 w 2692400"/>
              <a:gd name="csY1" fmla="*/ 1314450 h 1314450"/>
              <a:gd name="csX2" fmla="*/ 2692400 w 2692400"/>
              <a:gd name="csY2" fmla="*/ 0 h 131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692400" h="1314450">
                <a:moveTo>
                  <a:pt x="0" y="1308100"/>
                </a:moveTo>
                <a:lnTo>
                  <a:pt x="2533650" y="1314450"/>
                </a:lnTo>
                <a:lnTo>
                  <a:pt x="269240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535F40D7-792C-11A5-4EA4-F0AB05208A53}"/>
              </a:ext>
            </a:extLst>
          </p:cNvPr>
          <p:cNvSpPr/>
          <p:nvPr/>
        </p:nvSpPr>
        <p:spPr>
          <a:xfrm>
            <a:off x="5321300" y="5276850"/>
            <a:ext cx="2641600" cy="1066800"/>
          </a:xfrm>
          <a:custGeom>
            <a:avLst/>
            <a:gdLst>
              <a:gd name="csX0" fmla="*/ 2641600 w 2641600"/>
              <a:gd name="csY0" fmla="*/ 0 h 1066800"/>
              <a:gd name="csX1" fmla="*/ 1327150 w 2641600"/>
              <a:gd name="csY1" fmla="*/ 0 h 1066800"/>
              <a:gd name="csX2" fmla="*/ 1333500 w 2641600"/>
              <a:gd name="csY2" fmla="*/ 1066800 h 1066800"/>
              <a:gd name="csX3" fmla="*/ 0 w 2641600"/>
              <a:gd name="csY3" fmla="*/ 1066800 h 1066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41600" h="1066800">
                <a:moveTo>
                  <a:pt x="2641600" y="0"/>
                </a:moveTo>
                <a:lnTo>
                  <a:pt x="1327150" y="0"/>
                </a:lnTo>
                <a:cubicBezTo>
                  <a:pt x="1329267" y="355600"/>
                  <a:pt x="1331383" y="711200"/>
                  <a:pt x="1333500" y="1066800"/>
                </a:cubicBezTo>
                <a:lnTo>
                  <a:pt x="0" y="1066800"/>
                </a:lnTo>
              </a:path>
            </a:pathLst>
          </a:cu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AA4070E3-E118-161A-223A-0EF6A22D1AF4}"/>
              </a:ext>
            </a:extLst>
          </p:cNvPr>
          <p:cNvSpPr/>
          <p:nvPr/>
        </p:nvSpPr>
        <p:spPr>
          <a:xfrm>
            <a:off x="5019674" y="4856888"/>
            <a:ext cx="606425" cy="162788"/>
          </a:xfrm>
          <a:custGeom>
            <a:avLst/>
            <a:gdLst>
              <a:gd name="csX0" fmla="*/ 0 w 609600"/>
              <a:gd name="csY0" fmla="*/ 190500 h 190500"/>
              <a:gd name="csX1" fmla="*/ 3175 w 609600"/>
              <a:gd name="csY1" fmla="*/ 0 h 190500"/>
              <a:gd name="csX2" fmla="*/ 609600 w 609600"/>
              <a:gd name="csY2" fmla="*/ 31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09600" h="190500">
                <a:moveTo>
                  <a:pt x="0" y="190500"/>
                </a:moveTo>
                <a:cubicBezTo>
                  <a:pt x="1058" y="127000"/>
                  <a:pt x="2117" y="63500"/>
                  <a:pt x="3175" y="0"/>
                </a:cubicBezTo>
                <a:lnTo>
                  <a:pt x="609600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80443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9FCDE7-7668-845B-D18B-AE54CA245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34627A-6E30-EDD4-2A23-6031975C7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Summary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78A08A1-9666-106D-7D72-B0D503266EB5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04E358C-6EFD-43D8-BB99-D75479BD69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AF38F6E-1184-0E4C-798C-AEDC5D464C9D}"/>
              </a:ext>
            </a:extLst>
          </p:cNvPr>
          <p:cNvSpPr/>
          <p:nvPr/>
        </p:nvSpPr>
        <p:spPr>
          <a:xfrm>
            <a:off x="596436" y="2249294"/>
            <a:ext cx="2002926" cy="402768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5AB6A4A-674A-42A0-850E-0EAA901955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0723E84-D51A-7FD6-3E99-A42BF4F5EA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0BC6AA7-245A-A0C0-5DC3-33254E54865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A44B53D-0F42-EFE3-B091-AFED1DEC989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55086" y="1337027"/>
            <a:ext cx="5274397" cy="50682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3159629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2D389D-0EB8-6272-EFDE-9C4361EAC5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398A7935-4DA6-2B57-0051-F81D3DA540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E4FDF372-3401-D3AE-BB9B-E5CA910A611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6B27F28B-4536-41FB-85E3-2C77B7554F34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</p:spTree>
    <p:extLst>
      <p:ext uri="{BB962C8B-B14F-4D97-AF65-F5344CB8AC3E}">
        <p14:creationId xmlns:p14="http://schemas.microsoft.com/office/powerpoint/2010/main" val="14475558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35E7B9-C028-B076-0981-EA506BE52F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F91040-574F-42D7-3AFD-54B9895CCE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148499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- 01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6237B52-52E0-38A3-4A47-21AF7B6974A2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0447924-C319-858A-F4BF-4B672A3977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C231CCE-F251-2D7A-0EBD-31E8C07361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5F763DD-10F3-A7D0-F298-038E6EF5CD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12D7E85-3188-DDAB-7469-E908AA31C3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7DAC325-F2B9-EEF6-59CC-BF8BA1E0EBFD}"/>
              </a:ext>
            </a:extLst>
          </p:cNvPr>
          <p:cNvSpPr/>
          <p:nvPr/>
        </p:nvSpPr>
        <p:spPr>
          <a:xfrm>
            <a:off x="611241" y="2249294"/>
            <a:ext cx="3943446" cy="1618168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5E9BA71-B18C-34EF-831D-BDA981862B3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28168" y="3253778"/>
            <a:ext cx="3400900" cy="15051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8696920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6D7713-75CB-EE68-3221-7F0A0EDC2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E427C307-12C7-F30E-873B-EE8BF89336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41E6EE12-C11A-52BA-36AA-26ECD3E683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82A1F57A-A118-CA1D-3622-F3406228ACD2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A298FB1-9276-8A81-E12F-1B07E8A8707D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53EA546-4557-6083-E123-4A111E7C7F8D}"/>
              </a:ext>
            </a:extLst>
          </p:cNvPr>
          <p:cNvCxnSpPr/>
          <p:nvPr/>
        </p:nvCxnSpPr>
        <p:spPr>
          <a:xfrm>
            <a:off x="3528060" y="762000"/>
            <a:ext cx="502920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A69872C9-6D79-8A84-F340-103D0979CD41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835C22E-FD42-84AF-D8E8-B8209A22B085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03F8B20-3D28-2135-A991-C772DCE81891}"/>
              </a:ext>
            </a:extLst>
          </p:cNvPr>
          <p:cNvSpPr/>
          <p:nvPr/>
        </p:nvSpPr>
        <p:spPr>
          <a:xfrm>
            <a:off x="4032250" y="569117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111131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FF09E9-3C32-E465-B9AC-D1A183BA56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0659E2-60BA-544D-73D4-17FB68BD8E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- 02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77691F4-7508-D50E-AA40-BB2D12762C57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DC195BC-2686-88FA-2C1E-41FF23DEFD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23E8055-44A6-C5DA-172D-CF82DE374A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6CC7D1C-1D8D-0A77-34BF-E4A151F58A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674C178-325A-F94D-A6B8-D12555CEFA8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84B3694-4ABD-E059-93FF-6B5580580772}"/>
              </a:ext>
            </a:extLst>
          </p:cNvPr>
          <p:cNvSpPr/>
          <p:nvPr/>
        </p:nvSpPr>
        <p:spPr>
          <a:xfrm>
            <a:off x="611241" y="2198670"/>
            <a:ext cx="3943446" cy="1668792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1A6B526-352E-E9AE-80E0-284B93BE147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52726" y="2541081"/>
            <a:ext cx="5927059" cy="335628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06784926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4E281A-68B4-4073-4372-21F51CF95D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E45C5442-D883-7B23-6A0D-97EF2DE99E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D571D2FE-A3D4-E3F2-A35B-0855E8F992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6BC06715-4A1D-FF11-3D3C-BF0CD94ACAAA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E55BFE4-EB9D-06FE-B8C9-239BD18B0928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93A9E37-0CE9-21AD-67F5-BC62D300EAF6}"/>
              </a:ext>
            </a:extLst>
          </p:cNvPr>
          <p:cNvCxnSpPr/>
          <p:nvPr/>
        </p:nvCxnSpPr>
        <p:spPr>
          <a:xfrm>
            <a:off x="3528060" y="762000"/>
            <a:ext cx="502920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B006B0C-9FFA-6DBC-5A39-5C29F1875556}"/>
              </a:ext>
            </a:extLst>
          </p:cNvPr>
          <p:cNvSpPr/>
          <p:nvPr/>
        </p:nvSpPr>
        <p:spPr>
          <a:xfrm>
            <a:off x="5334000" y="414338"/>
            <a:ext cx="266700" cy="157162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40F22F9D-31D5-4C55-76BC-8E1E8E318A8D}"/>
              </a:ext>
            </a:extLst>
          </p:cNvPr>
          <p:cNvSpPr/>
          <p:nvPr/>
        </p:nvSpPr>
        <p:spPr>
          <a:xfrm>
            <a:off x="4772025" y="757238"/>
            <a:ext cx="628650" cy="0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43E67F4-E686-B246-270A-32C8E507D898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5245935-F6A9-67BC-699A-FEFE979FBCFB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CCE6E8A-F951-D782-5B02-2B28DDF28BF6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EC5547A-1C55-3D6E-464C-B735DB9E3A22}"/>
              </a:ext>
            </a:extLst>
          </p:cNvPr>
          <p:cNvSpPr/>
          <p:nvPr/>
        </p:nvSpPr>
        <p:spPr>
          <a:xfrm>
            <a:off x="4032250" y="569117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1AB874F-DF4D-C18B-E9D2-6A55BFF12866}"/>
              </a:ext>
            </a:extLst>
          </p:cNvPr>
          <p:cNvSpPr/>
          <p:nvPr/>
        </p:nvSpPr>
        <p:spPr>
          <a:xfrm>
            <a:off x="5392692" y="559594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068841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93CB5A-BB91-6445-CF77-D365D2B7A7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CBF290-3A37-005F-779D-4177AC9FDA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- 03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2BA8D67-1172-BF17-2EB6-26048D574F1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B858B2C-0C37-2B63-691E-74AAA8DE4A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CF368E8-2289-1F9F-B9D9-9B01907297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8D66A71-3036-3B7F-373B-D20B7D82A2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6262A87-63FD-1B78-C3EC-F4E5A083D3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6AA79A4C-33AC-3270-8BE2-BE8C465EB897}"/>
              </a:ext>
            </a:extLst>
          </p:cNvPr>
          <p:cNvSpPr/>
          <p:nvPr/>
        </p:nvSpPr>
        <p:spPr>
          <a:xfrm>
            <a:off x="2619909" y="2002718"/>
            <a:ext cx="3393707" cy="180899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0848300-CC4E-C38A-669A-4DCC989DAC8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85538" y="3222918"/>
            <a:ext cx="4293366" cy="290048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83590464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4BD935-03ED-B250-9D9A-64D503079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C1B25221-98D5-E8CD-8F8A-50D5A0A78B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99516871-3D40-2473-832C-8FF418C3A0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B5D1B9C6-DCE5-EF36-4DED-D2672D5C32D9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5C138D8-3EF5-33FF-03C3-15A07968CB75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971DDBE-B62D-4FC0-84D4-EC8CB616146D}"/>
              </a:ext>
            </a:extLst>
          </p:cNvPr>
          <p:cNvCxnSpPr/>
          <p:nvPr/>
        </p:nvCxnSpPr>
        <p:spPr>
          <a:xfrm>
            <a:off x="3528060" y="762000"/>
            <a:ext cx="502920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B3C1AA5-4AB3-497C-1CDF-0A1D6533480A}"/>
              </a:ext>
            </a:extLst>
          </p:cNvPr>
          <p:cNvSpPr/>
          <p:nvPr/>
        </p:nvSpPr>
        <p:spPr>
          <a:xfrm>
            <a:off x="5334000" y="414338"/>
            <a:ext cx="266700" cy="157162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62A99AB8-B764-A736-91C3-CBC6ACCBEB9B}"/>
              </a:ext>
            </a:extLst>
          </p:cNvPr>
          <p:cNvSpPr/>
          <p:nvPr/>
        </p:nvSpPr>
        <p:spPr>
          <a:xfrm>
            <a:off x="4772025" y="757238"/>
            <a:ext cx="628650" cy="0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D11CE1-F4B6-278F-CD65-FBF5DFD43909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88C43AF2-2634-FDA3-93F7-128273CEB796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9C4EEAF-5C33-F2C2-9066-A8FE34810F1C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509FCA5-32F8-1083-BE5C-0E8000A66B1B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77D996E-1D7C-D575-0D84-99B01F8833B3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8262163-FDF8-A75B-1A55-6CDBAB981141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9C413CA-812B-8BF0-AB64-A6B48AE35A3A}"/>
              </a:ext>
            </a:extLst>
          </p:cNvPr>
          <p:cNvSpPr/>
          <p:nvPr/>
        </p:nvSpPr>
        <p:spPr>
          <a:xfrm>
            <a:off x="4032250" y="569117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C100DEF-364F-2547-9A48-20CEFBAA4F52}"/>
              </a:ext>
            </a:extLst>
          </p:cNvPr>
          <p:cNvSpPr/>
          <p:nvPr/>
        </p:nvSpPr>
        <p:spPr>
          <a:xfrm>
            <a:off x="5400675" y="589125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74876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4965A-DB99-5934-A815-C058941C1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3EAC98-88BA-133B-A585-E8052DFE32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- 04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FD9BF96-6A04-5173-E672-CC1BC4915069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037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2E1F864-742B-0400-ECA5-0503376861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672055C-C97C-A205-BB46-725C06DDD8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4A2F7C2-77C8-F370-A664-AADEE9F9C9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488EEAD-E037-9659-B713-75A103DCEA3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697990EB-6460-62AE-8075-3F63E8001C0B}"/>
              </a:ext>
            </a:extLst>
          </p:cNvPr>
          <p:cNvSpPr/>
          <p:nvPr/>
        </p:nvSpPr>
        <p:spPr>
          <a:xfrm>
            <a:off x="2619910" y="2398764"/>
            <a:ext cx="1880172" cy="1412948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5CE3B7E-1A0D-8C05-014D-9B2FDAC290CA}"/>
              </a:ext>
            </a:extLst>
          </p:cNvPr>
          <p:cNvSpPr/>
          <p:nvPr/>
        </p:nvSpPr>
        <p:spPr>
          <a:xfrm>
            <a:off x="5989834" y="2224103"/>
            <a:ext cx="1986338" cy="1412948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439D48D-E7D2-8921-ED6A-86F953FDAC7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2258" y="3707013"/>
            <a:ext cx="5622901" cy="274606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31342395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875AB0-012F-F2E5-D6D6-284F24E751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2472201C-94EA-4BA6-7690-B1F8FDC02D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1FC5F2E5-2805-4006-DF44-E2F3B7A1CD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737D06AF-08FC-FD01-9CD7-3D35D9189D78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F1A815A-7FFB-8CCD-ADCC-F0EACA637984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82179B2-FAB4-86B2-3A54-D12C48008977}"/>
              </a:ext>
            </a:extLst>
          </p:cNvPr>
          <p:cNvCxnSpPr/>
          <p:nvPr/>
        </p:nvCxnSpPr>
        <p:spPr>
          <a:xfrm>
            <a:off x="3528060" y="762000"/>
            <a:ext cx="502920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258A77E-BBE8-B003-E473-FF7C7189C73E}"/>
              </a:ext>
            </a:extLst>
          </p:cNvPr>
          <p:cNvSpPr/>
          <p:nvPr/>
        </p:nvSpPr>
        <p:spPr>
          <a:xfrm>
            <a:off x="5334000" y="414338"/>
            <a:ext cx="266700" cy="157162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D4D5419D-E6BA-FC6D-AAA1-7A7F3D5E521A}"/>
              </a:ext>
            </a:extLst>
          </p:cNvPr>
          <p:cNvSpPr/>
          <p:nvPr/>
        </p:nvSpPr>
        <p:spPr>
          <a:xfrm>
            <a:off x="4772025" y="757238"/>
            <a:ext cx="628650" cy="0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C4E9A42-A30B-C19E-448A-B0BEA3C98F85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7014D32E-D0BB-35D0-40B2-FAF1EE2A4E52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92F17E6F-A961-A56A-AB13-FC67BF533EE0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2EDA0D5A-E1BD-E9CF-927A-6636A15062D6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540C6D70-4664-CFD8-A603-03CFD421F995}"/>
              </a:ext>
            </a:extLst>
          </p:cNvPr>
          <p:cNvSpPr/>
          <p:nvPr/>
        </p:nvSpPr>
        <p:spPr>
          <a:xfrm>
            <a:off x="5467350" y="428625"/>
            <a:ext cx="841375" cy="685800"/>
          </a:xfrm>
          <a:custGeom>
            <a:avLst/>
            <a:gdLst>
              <a:gd name="csX0" fmla="*/ 841375 w 841375"/>
              <a:gd name="csY0" fmla="*/ 0 h 685800"/>
              <a:gd name="csX1" fmla="*/ 841375 w 841375"/>
              <a:gd name="csY1" fmla="*/ 0 h 685800"/>
              <a:gd name="csX2" fmla="*/ 838200 w 841375"/>
              <a:gd name="csY2" fmla="*/ 685800 h 685800"/>
              <a:gd name="csX3" fmla="*/ 0 w 841375"/>
              <a:gd name="csY3" fmla="*/ 679450 h 685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41375" h="685800">
                <a:moveTo>
                  <a:pt x="841375" y="0"/>
                </a:moveTo>
                <a:lnTo>
                  <a:pt x="841375" y="0"/>
                </a:lnTo>
                <a:cubicBezTo>
                  <a:pt x="840317" y="228600"/>
                  <a:pt x="839258" y="457200"/>
                  <a:pt x="838200" y="685800"/>
                </a:cubicBezTo>
                <a:lnTo>
                  <a:pt x="0" y="67945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F5D004D-2E7E-C347-5CDE-ACE517788FB1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4CF422-BD19-924B-E69C-B91049278EF5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D2E3043-4B16-119C-F1BA-969E35B0326A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D802546-B694-CF53-92DD-A265F7010474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D2AB1C1-2BF0-DD41-78DE-7E590CEBDC34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6C1740F-2D68-67A1-8062-1411301C59AD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08F9992-CD3C-AA64-1BB4-43013089AE87}"/>
              </a:ext>
            </a:extLst>
          </p:cNvPr>
          <p:cNvSpPr/>
          <p:nvPr/>
        </p:nvSpPr>
        <p:spPr>
          <a:xfrm>
            <a:off x="4032250" y="569117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C2F1E2D-8ABE-4202-6AD6-83964582A9F2}"/>
              </a:ext>
            </a:extLst>
          </p:cNvPr>
          <p:cNvSpPr/>
          <p:nvPr/>
        </p:nvSpPr>
        <p:spPr>
          <a:xfrm>
            <a:off x="6757514" y="582694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059508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2645B6-BA4E-CD7F-255F-402BDE07D1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0466B6-3452-EE79-C8C4-0A7E6548BF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- 05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C7DF2F2-C40D-53ED-6FF7-7B16F45D317D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038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49E41B4-A756-2D5F-CE3B-54C7D44DDB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D2DCFB8-F357-65B1-DAF7-DCDDEC88CC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451B8EA-1CEE-59E0-4CE4-DF1DC54FCA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BF6FA49-7221-B103-D380-1C8A14AA81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5DA9DDA-9F0C-C510-0CE7-73B673ECFFC7}"/>
              </a:ext>
            </a:extLst>
          </p:cNvPr>
          <p:cNvSpPr/>
          <p:nvPr/>
        </p:nvSpPr>
        <p:spPr>
          <a:xfrm>
            <a:off x="519976" y="2002718"/>
            <a:ext cx="7452770" cy="180899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79615F9-06BD-F88C-FF7C-06C834A6477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54193" y="3811712"/>
            <a:ext cx="6956468" cy="263018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86906812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6D871-0408-A759-1D6D-D5018B400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A89C3175-8CDF-0807-484B-1DE409375B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0BEBC7F0-A7C6-681F-7F38-4F58D5CEC3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4BBA2CD7-93A5-707F-40AE-590B860A8FA3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0C5175A-D5D4-3FAB-14FA-A55121CEF445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D496F53-1B0D-B515-F5AC-A15662B6BD51}"/>
              </a:ext>
            </a:extLst>
          </p:cNvPr>
          <p:cNvCxnSpPr/>
          <p:nvPr/>
        </p:nvCxnSpPr>
        <p:spPr>
          <a:xfrm>
            <a:off x="3528060" y="762000"/>
            <a:ext cx="502920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705C29B-0C91-1D7F-248C-9D406E60B38D}"/>
              </a:ext>
            </a:extLst>
          </p:cNvPr>
          <p:cNvSpPr/>
          <p:nvPr/>
        </p:nvSpPr>
        <p:spPr>
          <a:xfrm>
            <a:off x="5334000" y="414338"/>
            <a:ext cx="266700" cy="157162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B6A2C0F4-BEF5-0200-4C4E-4BA39BE12A85}"/>
              </a:ext>
            </a:extLst>
          </p:cNvPr>
          <p:cNvSpPr/>
          <p:nvPr/>
        </p:nvSpPr>
        <p:spPr>
          <a:xfrm>
            <a:off x="4772025" y="757238"/>
            <a:ext cx="628650" cy="0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DCE6E32-717C-9C9A-A0AC-2AEB6DDD6472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5D22E7E-5819-08C2-A146-A155941360ED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A1B85D6D-FC04-06E3-E71F-1302B8AF3211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DF9569FC-5ABA-DB2F-2A2E-5B998AB173DD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F8DF8B5-8D3C-69D1-CB85-77895A4372D7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9E9B7357-344D-142C-DD65-56E2B78BC121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2B1316DE-360D-0FDF-EC47-5243FF5B7915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B240405D-BF3F-F279-2B68-D819EBA49EE0}"/>
              </a:ext>
            </a:extLst>
          </p:cNvPr>
          <p:cNvSpPr/>
          <p:nvPr/>
        </p:nvSpPr>
        <p:spPr>
          <a:xfrm>
            <a:off x="5467350" y="428625"/>
            <a:ext cx="841375" cy="685800"/>
          </a:xfrm>
          <a:custGeom>
            <a:avLst/>
            <a:gdLst>
              <a:gd name="csX0" fmla="*/ 841375 w 841375"/>
              <a:gd name="csY0" fmla="*/ 0 h 685800"/>
              <a:gd name="csX1" fmla="*/ 841375 w 841375"/>
              <a:gd name="csY1" fmla="*/ 0 h 685800"/>
              <a:gd name="csX2" fmla="*/ 838200 w 841375"/>
              <a:gd name="csY2" fmla="*/ 685800 h 685800"/>
              <a:gd name="csX3" fmla="*/ 0 w 841375"/>
              <a:gd name="csY3" fmla="*/ 679450 h 685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41375" h="685800">
                <a:moveTo>
                  <a:pt x="841375" y="0"/>
                </a:moveTo>
                <a:lnTo>
                  <a:pt x="841375" y="0"/>
                </a:lnTo>
                <a:cubicBezTo>
                  <a:pt x="840317" y="228600"/>
                  <a:pt x="839258" y="457200"/>
                  <a:pt x="838200" y="685800"/>
                </a:cubicBezTo>
                <a:lnTo>
                  <a:pt x="0" y="67945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56B78E0-268D-363C-2919-4B24C2F32F9E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39218BC-74D9-96DC-A301-ADB98D802331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E2DBE5C-14A6-F482-EE5D-4989FA89CA17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572E97F-CFA1-FB9F-6926-44A2D7FF85F3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8FC9F3F-6115-F6AB-AB44-8F5BCB302DB0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7E62EE9-BEF4-5B46-3A95-B5F7DF4041C8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C5C03C8-F296-58F0-9DE3-FD8B58F7BB8D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9E87BAA-0268-1BB1-21F5-5566DD9E36F9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4370A33-3311-C29B-0614-97F2EC218E63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6A0600E-F63B-E911-F3F2-A224813C55CD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5FA66F7-43E2-6596-E233-685CB4BB384B}"/>
              </a:ext>
            </a:extLst>
          </p:cNvPr>
          <p:cNvSpPr/>
          <p:nvPr/>
        </p:nvSpPr>
        <p:spPr>
          <a:xfrm>
            <a:off x="4032250" y="569117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361657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0C1DD5-2A7C-8604-57F2-6B6D09F94E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ADDED-5A06-4080-3A91-274D1AD3ED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- 06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65597E3-BEDF-7D5A-CEE6-EDA839C6FC77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039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6329A73-EF9A-A193-665D-5A744C9CAC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C9BCE43-F62C-C45C-7EE9-3A0E71A9CD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2A42329-652F-E334-01D2-D434964795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65E63E5-1679-31E7-06E2-DF937CBE4A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AAC349D-B7D1-44A8-350B-B4BEBA746EF4}"/>
              </a:ext>
            </a:extLst>
          </p:cNvPr>
          <p:cNvSpPr/>
          <p:nvPr/>
        </p:nvSpPr>
        <p:spPr>
          <a:xfrm>
            <a:off x="2599362" y="2398763"/>
            <a:ext cx="1910993" cy="1464319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08BFD02-221B-409D-DFDD-3FFFA15CA8D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47283" y="2605960"/>
            <a:ext cx="5785332" cy="368157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53005974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BE9980-2F3D-84E0-EEA0-25DA43AB97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C2257301-3569-B9AE-FB01-33C4CA7887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C0E6EBCC-7E1F-AE62-A702-42A340967F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999E954D-DA2D-5AD3-CA23-E5AA543E7F5B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6FBACC8-91AF-4C1E-4C2A-BE5DEDC719D6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6F251D0-E376-C2C5-6259-3289F040361A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38E93A6-9703-18F4-3ACA-18B757FE2712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15CBF090-A774-8EC1-3552-CF799BA7522A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73301A-72D0-5FD0-367B-D8D9E025F1C5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DE194768-AB44-8CCB-C952-0545250CB6BF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29E3EFD-0ACB-F9D0-6486-F895881501BC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6E47F758-0B14-B08E-F4B6-1E532851CEE6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EAEEAED-F033-F6F3-BC5F-53A1845BF9AA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665D463C-414A-4D96-A2E3-3DEE4EAE8B4A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DB5125DE-261E-3866-F2A1-69C5A30CCDD4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A4F66E1E-DD31-844F-CBD5-4EE4E81F2E78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87D9D107-0CA0-2F38-8EE2-45939E7EF70A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A0DBBAF-AB7E-FD2E-627C-E7DFF16D64A9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7977F5C-4FAA-EA02-2883-732FFADA7B6D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99A9B89-0464-11C4-42F7-ECBD24C5825F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D7696B0-A215-1F97-7BFD-2BE1FFAF7ABA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B613D27-8DAE-AFF7-6D3F-0DCD82905941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94A07AC-8925-CAE4-101E-0DA0D41F3B8E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3EC5890-85A7-1F52-86F2-3A86276184AA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19761D7-1748-0D47-236B-FCEC90BA5A6A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A6AA11D-3AA6-6D75-B53F-E6AC178A1C18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C8596C5-DE28-C1B8-D90B-54D84A446592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241365B-981D-419C-8872-D54333C97C64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A3785AD-DE50-7950-E705-895BE3643EAC}"/>
              </a:ext>
            </a:extLst>
          </p:cNvPr>
          <p:cNvSpPr/>
          <p:nvPr/>
        </p:nvSpPr>
        <p:spPr>
          <a:xfrm>
            <a:off x="4032250" y="569117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77699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FD7177-97AC-23BB-8678-8D9D233AC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8C3926-01F1-BE5A-CB54-7058A665CF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- 07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F453949-C553-57F7-F29C-9D8A27BFA624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040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7956F20-5AA0-CBA2-54F7-B801D85F09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88CDBE8-B574-A89E-FD71-4197DD7855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BCEACE4-A8AB-62DF-01E6-1B26F28B48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B6A060D-A8CA-1D9C-3F43-B030D08420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E7951B29-C13C-8C9E-3B5D-8B901790E8BE}"/>
              </a:ext>
            </a:extLst>
          </p:cNvPr>
          <p:cNvSpPr/>
          <p:nvPr/>
        </p:nvSpPr>
        <p:spPr>
          <a:xfrm>
            <a:off x="2599362" y="2398763"/>
            <a:ext cx="1910993" cy="2707493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67E533B-A4EC-0F4C-A388-C7B280AB454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85164" y="3029946"/>
            <a:ext cx="7429755" cy="294273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33973362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B5F758-4E46-A511-2E3F-4E103957F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7E8906EB-6127-C072-68CF-5F30CCA88E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16B59D45-5E2C-BDF1-9F78-C146309A27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70DCC69B-5F53-511A-C1F6-EE69267DFB33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862EF3A-ECD6-4D42-EB1C-2134D8BF924C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E3F2E97-F1A2-1DDE-2AD9-31AA590AA48E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F6F4CD8-26F0-1D63-9E20-3CE2187051AD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896F9AA4-01F9-1FB9-367C-EA8E69178960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C7D879F-33FE-C84D-53F1-32B32ADAD2EA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23687ADB-E54A-1E7D-694B-3775C0284D47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F4237B3-5E94-20DD-4618-815406DF0FC4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59C120BD-EC3D-6659-5DE2-A795AF041278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95D944D-BD96-270C-9C44-4031D40DCE66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5A770165-AE99-7CFB-D347-11921842D871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BDFC30F6-30D9-6FCA-0305-7A0A57AF677D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92ED17C7-2376-C25E-07CE-1BB0F81F9C93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72A1B736-4B99-9D5A-43A3-89AFA78624BA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F1783A32-F89D-6CA5-92F4-F78D142DDFE0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8F1B0F59-6076-6396-AEC2-0FAA7FA89BB2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6B0F015-281C-AD1A-C7D3-7E451D6D8FE4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209D71A-AF65-E56D-F162-64C63D51F322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0F5B35F-6B16-2E26-3AE5-209986DE9B80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2ADAC99-8DE0-4775-4D59-999F12BC760A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9B3911D-7CF5-F6DB-41FC-3F435359DCDA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073E0E6-1060-540D-FB2F-8118D2CDAE59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B9815D3-E256-EE49-06ED-E3569D5B89AD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A383389-6583-F6C2-01F6-653DB9CA181F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C0E670D-1BDF-9EF6-7EB4-F4242635E3F1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C7B5B53-85D8-972E-FB12-05E4D02488C9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E0F8CB8-9F9D-12C5-B053-A9ADDEE470DE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23E67B2-143D-5502-E614-BBF354056B81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8BC6B0C-4AB4-1686-237F-B787B6831331}"/>
              </a:ext>
            </a:extLst>
          </p:cNvPr>
          <p:cNvSpPr/>
          <p:nvPr/>
        </p:nvSpPr>
        <p:spPr>
          <a:xfrm>
            <a:off x="6702899" y="2057400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E33516F-E0FA-3279-8A53-DB861DB9A5D8}"/>
              </a:ext>
            </a:extLst>
          </p:cNvPr>
          <p:cNvSpPr/>
          <p:nvPr/>
        </p:nvSpPr>
        <p:spPr>
          <a:xfrm>
            <a:off x="7816453" y="2057399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838054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079BCF-842C-8CCA-873A-254E884B47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FE64A-F1F0-2FFC-05B0-B017B40459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- 08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6C13870-79F0-4DB6-95E5-3756860F7E2D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041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B3AFE87-8568-D987-EF9B-8F7A7A52E9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9A53ACE-9C0A-A029-C8EF-CE8516964D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0FC8C3A-27FE-FAAA-9AB9-DD9039A75D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274395B-E1E0-36D2-F72B-E807698F529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29FEEC82-7397-55B8-937E-3399282E47B2}"/>
              </a:ext>
            </a:extLst>
          </p:cNvPr>
          <p:cNvSpPr/>
          <p:nvPr/>
        </p:nvSpPr>
        <p:spPr>
          <a:xfrm>
            <a:off x="611241" y="3544585"/>
            <a:ext cx="3960759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18B952F-1209-CF65-BAB5-8F8012B1FC0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30009" y="2482932"/>
            <a:ext cx="5115639" cy="341042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57139141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92DD18-448E-7E85-2BB7-EF12FE0D1F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3111965E-4C3B-2444-0972-AF2F2473C9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FE392CF8-D9F8-8DDA-1803-F8F284663C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DB202633-BAB2-C77F-61B0-59ECBEAC694E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8217B61-7BA4-8F66-0E18-4C39DBBAC055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01AA8BD-C11C-ECA9-9D4C-E570173F81D8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E5CBA08-D5AD-9D84-FC10-B3FCC35E35A0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6DB2A1EE-7BE9-55BF-2702-13EEB55085F0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A2ADAA5-409B-21B4-1125-3E4C041E1656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6D987942-B3B2-DF47-758C-C6220131A7D9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EC8CC1F-39E0-FEA7-50FE-56BDBCB6AC3A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7BC36FAE-9E84-E05C-2305-33207DFDB9C4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30621AB7-5D9F-1F63-B000-05811D9702FC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3E4BF509-9594-03DB-4732-5C6B3FCF9361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71A0D346-1BE0-C1F0-8166-3313A8A73953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5C534F18-EE03-8D60-CD6A-3CBA4E74F86B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583FBF40-0DD9-131B-7131-941E12CB664C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3F23941B-AB75-E230-0D6C-8B0544D2E1A9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65B42A2F-8AF9-F665-97A0-ED88885A391A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F710C391-44CA-B1FF-DF33-498E9BDF4C60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6CB8B1EF-4899-5239-590E-A7856C4D23D7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679D55A-A301-CC33-2A92-91C761FB98AA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20D38BF-F96A-CCAE-7203-5BC0BB278F82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0E7324C-5672-BD35-BFE7-F8B0D6E845C5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F1B2E3C-88E2-4298-8881-56D990701CC2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59DCA60-F6B5-AA71-EAF2-F65873C08D2A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EC417D6-8F7A-6DE8-A424-F5EC58D52B8C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9F82FE1-528B-F7C0-0D08-125CE969E449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892E9AA-7F0A-AB88-6DF9-33A9B2D6FB86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4EDED88-312F-A658-21D8-00430BAA3E69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51CCF70-A9F6-8D66-4FC0-E42E032EDFA7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D9B0CCBA-B7E7-88B7-3A15-3EF1AE68B1CC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D9A21A5-2D4E-507E-CFD3-CF8468FFAF38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BB31049-F78E-6172-683D-E7393F403A52}"/>
              </a:ext>
            </a:extLst>
          </p:cNvPr>
          <p:cNvSpPr/>
          <p:nvPr/>
        </p:nvSpPr>
        <p:spPr>
          <a:xfrm>
            <a:off x="7829504" y="20601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A4FC610-68B2-FA9C-C8CF-E16012DD3375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CCB2EF1-2CA5-942E-940A-DBA3A5D05D42}"/>
              </a:ext>
            </a:extLst>
          </p:cNvPr>
          <p:cNvSpPr/>
          <p:nvPr/>
        </p:nvSpPr>
        <p:spPr>
          <a:xfrm>
            <a:off x="6707188" y="2066213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0FDE313-8F0D-469B-5E8C-EE9A7FEAD173}"/>
              </a:ext>
            </a:extLst>
          </p:cNvPr>
          <p:cNvSpPr/>
          <p:nvPr/>
        </p:nvSpPr>
        <p:spPr>
          <a:xfrm>
            <a:off x="8262938" y="1037511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713487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9801DD-510C-DFE1-E6EB-1F0D27F075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832CC7-5C4D-B46C-B302-0EAFBD4707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- 09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26367E4-BF17-DC08-A75D-3AA1023F54E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042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842F28C-AB95-E9BB-2B40-6B39D457E8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608318E-D7DB-A36F-EE7B-1E45F53A48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2C1E84C-F00A-BBC6-7B2E-DBD552388D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E01117E-3AD7-C992-FFB2-37F5588194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68919AD3-E0D4-466A-AC48-8ED8258BA452}"/>
              </a:ext>
            </a:extLst>
          </p:cNvPr>
          <p:cNvSpPr/>
          <p:nvPr/>
        </p:nvSpPr>
        <p:spPr>
          <a:xfrm>
            <a:off x="611241" y="3544585"/>
            <a:ext cx="3960759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1C03DA0-1B71-3B03-8BB6-6D00364C989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0" y="3015503"/>
            <a:ext cx="7189766" cy="226541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4268328317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EA4B26-2206-4623-32EB-3B1F13DC9B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DB932365-521C-7180-2DA4-D3F0A3209D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324794F6-269F-A5FE-ECAE-09D255E231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AB73B521-B05E-11BA-446D-8495D6D4EE73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9A83A51-BB98-E341-9C85-AC37409A472E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4B17693-32BB-32C9-E434-2E2E31DCCE32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BD41CD8-C251-91D1-E6CB-24AE5FFF6E50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6DC12926-CD42-E07E-530A-FDF63C84227C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40B5676-5210-5AEB-95B5-53195698B5FF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F0D2BCE9-DC93-AC5D-D71D-4228DC5016FA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38C4E75C-CFC3-CDDF-76D9-D6900F5ED021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B31CA485-A490-FE2D-2BDC-DAFE556F4A60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08851C1-7FEB-2E62-3481-DFBFB9773711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CC045B59-359D-0F73-7998-4D7BECAE74BB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72DF4665-0B6C-7D40-7F7E-AFFFBB3FE87A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31618A84-CB89-5B30-49F5-584EB2C7A32A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7DC7EEA1-CBF9-FB72-D9C8-A2072672658C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149F2619-2D1E-1FE8-74BF-B49CA08E2DD5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ABA3BB5A-D24F-D361-0BC8-2F3D56C22185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6CB028A1-EFAF-65EF-0796-E0A49D7382DE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41578CCC-B5EC-858A-F968-CD245BB02C8D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D1F497B8-B9F9-D167-9FD2-34569A32D52E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4B0D48F3-A304-852E-B1F3-D2988259DBD2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451ED24-4732-66E9-C07B-6A3FE8E3720D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7B43C63-E17C-4862-DED5-FCBF4E222752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4BA14A6-FF2D-EA25-83BE-844EA017030A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933D7B5-D111-4536-E792-0D3E41689A08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D58C5C5-C3AD-6F14-C2CE-B33F846A587E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15CF614-3427-44FD-9C84-4DC5AA7C3AD3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CA157DF-BBB3-0535-5A43-211D11C8CD8B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9574976-B191-FFA2-E78A-333C71410154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F2BBBF6-F1F3-55AB-CC66-3A6B742A6008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51C7AD6-5CAD-9D5B-F796-DC255D826368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CE85E26-45C9-FFF1-B193-76655C4CE828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2568CE2-EF2A-2B48-6551-2ACF325A8656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0384D93-F5B8-02FD-695A-67E609A77633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B0702379-CFE9-9FC8-6BCD-CB1E9E45C1ED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08E07D4-7065-65BD-1BD0-DA2AD96269DC}"/>
              </a:ext>
            </a:extLst>
          </p:cNvPr>
          <p:cNvSpPr/>
          <p:nvPr/>
        </p:nvSpPr>
        <p:spPr>
          <a:xfrm>
            <a:off x="7829504" y="20601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67C5A25B-1EB6-8E97-750A-DD9A9233F0CE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99B7079-B015-1197-830C-41625F75BA88}"/>
              </a:ext>
            </a:extLst>
          </p:cNvPr>
          <p:cNvSpPr/>
          <p:nvPr/>
        </p:nvSpPr>
        <p:spPr>
          <a:xfrm>
            <a:off x="6707188" y="2066213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2F112D71-86D5-52A9-1DE6-62A2635F89D0}"/>
              </a:ext>
            </a:extLst>
          </p:cNvPr>
          <p:cNvSpPr/>
          <p:nvPr/>
        </p:nvSpPr>
        <p:spPr>
          <a:xfrm>
            <a:off x="4959670" y="1844839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3093375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12CA32-9D5A-EB3E-1AA1-9B5017A4A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2928D-DB35-0190-3662-89A1EAD434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- 10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AF0C096-309A-8759-3D91-0395996D09F4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043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C8FCBBD-AEF1-4A3C-917A-D96BB0E34C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6C281A4-7EE7-120F-1AF7-78B2952276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A443577-0413-A826-CEFD-74F69F117B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D0CA948-BB97-B7B9-0A4F-E2E72E9CF7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6E5F6CC-9262-86A7-F584-F9A215DDC23E}"/>
              </a:ext>
            </a:extLst>
          </p:cNvPr>
          <p:cNvSpPr/>
          <p:nvPr/>
        </p:nvSpPr>
        <p:spPr>
          <a:xfrm>
            <a:off x="2535382" y="3544585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8372FB2-1083-9251-233E-B8D4FFC8F2C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91384" y="2138242"/>
            <a:ext cx="6854978" cy="390598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728575007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7CAE2D-5FEE-A0F4-F202-F49AB098CA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736F0B56-7481-AFAE-621B-47AC8B313E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7447EA01-F8DC-1B3A-196D-67B52307BD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F96AB754-59CF-F2E4-2155-C11877403A8C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5E11A43-05CA-AA92-5CDC-72C1F8C7EA38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E92394F-CE1D-AD4F-E534-326C4CBE3FB6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FDADF5B-6FF3-38E1-C80C-357E305E8FA5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466A7DF2-2D1C-1D4A-6A87-290CB8FE654C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DEDB885E-53F6-3267-CC5D-140072E23B58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FE221438-A128-D2F1-9495-1837192D775D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6E56EE96-B4FC-EBA2-1E6A-FA38F897EFC1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EC7B9B17-155C-9083-6B8E-8DE8BA32D937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08B88399-0A4A-922B-ABC8-FE7B6178BBEF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E3C90F1B-7141-B6CD-1116-ABA88325CDE1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ECFCA3A0-F0C8-D510-D235-CAEDDF768F02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4E9043F1-3A6E-F004-2BBF-8C62DF932B2A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FD5BB2CB-EC24-9A60-2F5C-AB1A52333F65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DD3ACCEA-7482-FAD2-6CCA-ED1DB4F53A70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A9F370CB-DC88-710D-9A1B-B322A0C4EC68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F9DF66A0-3571-6870-33F1-02FBD6A5A2ED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C496FA4-F03C-79B7-DF7A-CA8CF267C15C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43072F1D-3493-8E71-A7FE-D289F327E071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62A392DF-22A7-9598-B76D-B87BCEA68A31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7B5FAF7B-FE35-BB94-E2D6-8D72FB29F328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29078F8-92F3-891F-8D40-FC0F002B71D2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C08C8DF-AB41-C170-C252-57DB028537B3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25946B3-2911-F3E2-3B99-7C0EF71CD5D9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6F3432D-1BF6-7CED-AAF9-55D735FEED49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AAD8CEE-9566-F749-7A38-A200A16D93B5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4AC16ED-55D2-5FF9-0EAB-B89AE45DE725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9050329-B1EB-0C67-99B5-FAADF2D0CD10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4176C48-E90B-2AB0-8046-682E9AD1B49A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00EF983-47F6-9B4D-E638-F7BA814183CC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2D97845-202E-E932-87FB-D765D8DE30A2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A2C94C6-8368-725F-3527-303B5082C8EA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3A366B2-2C08-06A6-F320-ADDA97FE0C40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5C125996-99CB-F666-00A1-6158F0187B62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2D2A9E59-F13B-7309-C6EA-95E6141F2651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5168365F-B43B-DFFF-715D-99A49F4656E7}"/>
              </a:ext>
            </a:extLst>
          </p:cNvPr>
          <p:cNvSpPr/>
          <p:nvPr/>
        </p:nvSpPr>
        <p:spPr>
          <a:xfrm>
            <a:off x="7829504" y="20601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79292EB-174F-56B5-41BC-28E70EA7A764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FB93BAF-3B48-E738-2464-38714F967685}"/>
              </a:ext>
            </a:extLst>
          </p:cNvPr>
          <p:cNvSpPr/>
          <p:nvPr/>
        </p:nvSpPr>
        <p:spPr>
          <a:xfrm>
            <a:off x="3783806" y="2962439"/>
            <a:ext cx="749300" cy="41258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F61D5F9-9AF9-768E-57B5-C06E6A8D91E7}"/>
              </a:ext>
            </a:extLst>
          </p:cNvPr>
          <p:cNvSpPr/>
          <p:nvPr/>
        </p:nvSpPr>
        <p:spPr>
          <a:xfrm>
            <a:off x="6707188" y="2066213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CEB741E6-57C6-098F-4AC0-CC4A076BAEB2}"/>
              </a:ext>
            </a:extLst>
          </p:cNvPr>
          <p:cNvSpPr/>
          <p:nvPr/>
        </p:nvSpPr>
        <p:spPr>
          <a:xfrm>
            <a:off x="4964112" y="1844839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807097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7E6B7-139B-91FB-2A45-3196A5D311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0DA617-DFBD-84E8-EB85-E6162123B3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- 11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B174850-05AA-32DF-2D22-B79308832DEB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044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DC70E64-FF0B-0A90-9C2B-11549B78F0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2581474-507B-6339-C8AE-B7DBA76825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19A1987-D33D-7949-72A8-6B1FB69854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C37A28D-9084-0996-7A5A-8C7BAEE77F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719212A-094E-D4F2-B279-B78EEC40BDDB}"/>
              </a:ext>
            </a:extLst>
          </p:cNvPr>
          <p:cNvSpPr/>
          <p:nvPr/>
        </p:nvSpPr>
        <p:spPr>
          <a:xfrm>
            <a:off x="2529584" y="3544585"/>
            <a:ext cx="2042416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B62779B-5013-04FA-83F1-B49B88B754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81143" y="1456609"/>
            <a:ext cx="6003903" cy="506643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256738947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44BC55-4F6A-FD1A-0341-A618EB8F98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B57FB4DF-E5F0-BAED-2A71-753050DC31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C9DDDA4A-4C22-EA61-5DFE-D3F012C921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0BE26FFF-33C0-DC1D-8872-7E7B1DA39508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467B05B-849B-7827-05D7-25C8A0A74931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F7892F6-1FBD-DEC5-E928-0F7687DB35D8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A7E0EF5-40E8-70CC-EAE3-9F034EC7EFB5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70AA087E-066F-706A-0E64-CFD2A500F035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5683622-5BD0-80B7-B4DB-637CE1875A7F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45E6360-83BF-C02C-5BF5-8741752B5BE4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DA0E757-0383-5710-57E1-BC72E0596D85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6399E813-A387-1293-FD49-163A9A6AE388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10580496-9E8D-9265-7D17-525127332FB2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F49C6C11-388C-8D18-DB9E-38B89F374246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0146CCC1-C25D-90DB-3697-3D12BD35A0BC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0FDD34FE-45A4-0CD0-E827-6C2FB04343DB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5684DE98-0C3A-2366-BFB1-C19DE8EEBDC2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B5913BBF-5049-3755-A208-3F6D9C509271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C796DB9C-1454-0179-161A-F8AA588F89F7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F5330803-AC16-7D5F-F717-102ED7B83F2F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D4DEEDE0-218F-0329-CE88-64E0605F48A2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082B85AB-F9CE-999B-A67E-F1AB00510F00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4B079085-A0ED-EC66-6A03-F81A8A497966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FC5F685D-AE13-746F-95DF-2C483EDC3B49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1812AB7B-40A0-9293-07C7-0C30B33EB42E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E9468509-95B9-B33E-3613-E70B3AC98B7A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2630CDC8-FE9B-CA6C-1CB0-1571D1B50D88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407F928-165A-4DBA-2674-B324C2B5482D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CB0420A-3014-906D-0EFF-B9C2E96B0316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62DD94F-09A2-C6E1-1AAE-68F6D1C2E6C0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FB793A4-A2D3-6D25-3D48-FA6E8B79B352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00B6D98-47A9-57CF-8E0C-3517287D0358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0B7C3EC-56CD-7255-1F41-19DC7CC505B7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BC5E7D5-FFDC-02B2-E187-AF7198A62190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82F5D1A-0C57-CA78-875F-B5E60E049B8A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E0C3276-CBE2-674F-1517-AB250BD19FB4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5D9DCFD-4603-62FA-0543-E065CF9F7BC1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79AFBBF-B84B-2C20-1D9E-57487DFBBC16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1F31AE1-6BF8-EFD4-3428-2E3994AFC038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4DC7897-7315-DF9C-8FDD-07660BAEF06B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C2FE2CE-E7D4-D88A-34A8-665398F55399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CBF125E-D6E4-EBE2-6173-008D26F20616}"/>
              </a:ext>
            </a:extLst>
          </p:cNvPr>
          <p:cNvSpPr/>
          <p:nvPr/>
        </p:nvSpPr>
        <p:spPr>
          <a:xfrm>
            <a:off x="7829504" y="20601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DDF72A5-936D-A5AC-ADD8-0A5658A9D6EF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CC4257DA-3637-2106-6788-37DC32E729AA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E0591F3C-C44F-6C2E-4742-549B49982336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6A4D6B34-E70A-7121-E481-0A494819C7D8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DC0D7D6D-0711-D580-A8D0-596B5A0B2720}"/>
              </a:ext>
            </a:extLst>
          </p:cNvPr>
          <p:cNvSpPr/>
          <p:nvPr/>
        </p:nvSpPr>
        <p:spPr>
          <a:xfrm>
            <a:off x="4278313" y="364886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9B6675E9-D6D5-AFD5-272F-A5B773500598}"/>
              </a:ext>
            </a:extLst>
          </p:cNvPr>
          <p:cNvSpPr/>
          <p:nvPr/>
        </p:nvSpPr>
        <p:spPr>
          <a:xfrm>
            <a:off x="3783806" y="2962439"/>
            <a:ext cx="749300" cy="41258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E3D0E234-FC1D-B12C-0DAD-03FC4A31A8A0}"/>
              </a:ext>
            </a:extLst>
          </p:cNvPr>
          <p:cNvSpPr/>
          <p:nvPr/>
        </p:nvSpPr>
        <p:spPr>
          <a:xfrm>
            <a:off x="6707188" y="2066213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53D96092-6288-81D3-64E7-1A0EF57A40BE}"/>
              </a:ext>
            </a:extLst>
          </p:cNvPr>
          <p:cNvSpPr/>
          <p:nvPr/>
        </p:nvSpPr>
        <p:spPr>
          <a:xfrm>
            <a:off x="3783806" y="2332098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5824956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FE55BB-77A2-A0E4-DA15-489AFC9080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5298F5-033A-738F-41DB-42C924011B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- 12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AE7FBA1-668A-0846-F881-0EFB13DB4A65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045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7F95FCB-F5A2-7C17-47CC-375D37D179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1E4F5B0-0BB7-2750-8557-EF228B841A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DA7CE4C-D84C-A0F0-5447-763425F5F8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10F62E8-11C3-62A6-1BAD-7D5F6D3504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93CE018-7B50-D644-AA76-F34739037CEB}"/>
              </a:ext>
            </a:extLst>
          </p:cNvPr>
          <p:cNvSpPr/>
          <p:nvPr/>
        </p:nvSpPr>
        <p:spPr>
          <a:xfrm>
            <a:off x="2545773" y="3544585"/>
            <a:ext cx="2026227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BCA2D5F-9851-101E-69BC-275B6F94BC8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42178" y="2812652"/>
            <a:ext cx="6485897" cy="263265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2939709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B04466-A8F2-62B6-0622-1C776B9459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8734406F-9CE0-806B-97A7-44565BCCBF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E4D4B073-25BF-BFB8-FBCF-12CEA1A624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9D9FF9B1-5837-6C46-3755-82E46D1656FF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2160759-B102-717F-8EF7-335C48AD18C0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AD983BE-E212-DB0F-2AB9-108906327F4B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0B0B489-E234-769B-AD90-4328A4B22CA1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8E0FB4A7-2136-54B5-DA44-4B60361A6257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2C485E0-78EA-4EA6-7F5D-99528C44A62D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74FFE14B-2D13-5D50-D5D2-1F27FCA54C11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05336893-376D-E92E-5406-3B11F531CBD3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85EE23C2-4CDE-B16E-EBF5-688BA0B2C561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4DF03C87-5F66-FEC5-A0FA-EA6C8FE14AFE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38B3EA19-02B1-188A-926B-E879E15E51B9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32B014D1-249B-3A69-A611-32AE613D33A0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6DEEE79-2576-5E75-7E64-8B62617E1292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9605144-B851-3DFA-AF37-F7E972D25428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CAA31E69-04DE-FE24-E518-2C7E0C4BB42B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DDA8465-9999-2587-4F49-67DFE5FE1803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16A73C8-C2C3-0F71-E6D2-973830E1A170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EEC35D7-32FB-87F1-2102-1EB3DE52D004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11FF6DA5-3588-BC61-F09C-093596591537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6F9A7ED4-1E11-04D9-320F-7A5400A2ECC5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AA56F12B-CBA3-88F3-8FD4-F0908520C4AB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78865C77-9EEC-9DA9-6C9B-F17970702A39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07C71F3A-EF8A-74C4-A95B-AFADE9B0ED6C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A61A3E15-E85B-5D40-268C-C900ED087ABF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87A05B59-E158-DEEC-F3FD-AEE22FA9C9A3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330A1885-A4B3-C62A-E4E5-EF706B00A52E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56B400C-422C-4CFA-9C3A-4AB83D0AE28E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3A3A95E-F689-3199-D0CB-CBE859DA6EEF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54C813F-A00F-CA2A-2FD9-2C31EDA435A9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4D55E33-4D0E-D967-168A-217A2D59B98E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07B8EDC-707E-C09C-69E8-48CD7B88CCFA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1244579-5B11-240F-8042-D043E11FD1AC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4E6F3F6-3178-A714-C4AE-1A8CA6B7EB41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70A74F4-AD9C-F2A1-2AF3-8D822A72BEFF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1D6DB9F-B03F-75E4-3DB3-0A95AD46DD36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6D68D70-BA08-EFAF-398F-D3DAC8B4074D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7D34332-24FE-C3F5-DB6C-626C57AAD5D5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9A130D0-43AA-EA6B-05D0-0915367C6768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18C358E9-A462-DCD2-5C8A-AA99BC2DF825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92B4F10-5471-46AD-88F0-E35994770B90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DDEE3AB6-5059-F32C-1832-EA038DD54131}"/>
              </a:ext>
            </a:extLst>
          </p:cNvPr>
          <p:cNvSpPr/>
          <p:nvPr/>
        </p:nvSpPr>
        <p:spPr>
          <a:xfrm>
            <a:off x="7829504" y="20601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89D4A8E6-907D-F693-2D3A-DF36078789A1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29C97D44-67BB-A57E-1612-7925E3744603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54699293-5644-0B42-4D24-353228009608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E4E801BF-4C91-2D77-DC81-8B73CF40598B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E2D9C62F-42B4-F273-222A-6A9792D0174A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5088D49-C82A-70B2-551F-94AD9E530BBA}"/>
              </a:ext>
            </a:extLst>
          </p:cNvPr>
          <p:cNvSpPr/>
          <p:nvPr/>
        </p:nvSpPr>
        <p:spPr>
          <a:xfrm>
            <a:off x="4278313" y="364886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69AF6A44-CFBB-9DC9-AB06-857875620862}"/>
              </a:ext>
            </a:extLst>
          </p:cNvPr>
          <p:cNvSpPr/>
          <p:nvPr/>
        </p:nvSpPr>
        <p:spPr>
          <a:xfrm>
            <a:off x="3783806" y="2962439"/>
            <a:ext cx="749300" cy="41258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EB1D2278-C6F6-13D5-48A3-08C6A71C7A92}"/>
              </a:ext>
            </a:extLst>
          </p:cNvPr>
          <p:cNvSpPr/>
          <p:nvPr/>
        </p:nvSpPr>
        <p:spPr>
          <a:xfrm>
            <a:off x="6707188" y="2066213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6F4FC40-EFC0-7F61-E536-E450C1C8C4E8}"/>
              </a:ext>
            </a:extLst>
          </p:cNvPr>
          <p:cNvSpPr/>
          <p:nvPr/>
        </p:nvSpPr>
        <p:spPr>
          <a:xfrm>
            <a:off x="3773534" y="2342731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918AC611-D58F-4650-5DBF-88FF6495449F}"/>
              </a:ext>
            </a:extLst>
          </p:cNvPr>
          <p:cNvSpPr/>
          <p:nvPr/>
        </p:nvSpPr>
        <p:spPr>
          <a:xfrm>
            <a:off x="5829697" y="2580482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82625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A2140A-B29C-24FB-3777-31824B72D9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288C28-6B2A-64C1-7314-71D9486199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- 13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4FB3F2E-52AE-3760-56B5-941637EC849F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046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E18E3E3-F828-C5BE-730D-B7CC50412A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D1E9C02-85E0-C02F-8A0F-C81759D1B6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516468B-4616-F6D5-15BD-02C265D2AD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C1EE0B8-D714-F58F-D560-D0FD9B7C31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B30CF2E-1893-9BF2-8CC3-F483F6FB00BD}"/>
              </a:ext>
            </a:extLst>
          </p:cNvPr>
          <p:cNvSpPr/>
          <p:nvPr/>
        </p:nvSpPr>
        <p:spPr>
          <a:xfrm>
            <a:off x="2535382" y="3544585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46D2EFE-F3B4-8CE6-FBC3-24AEB47A0D0A}"/>
              </a:ext>
            </a:extLst>
          </p:cNvPr>
          <p:cNvSpPr/>
          <p:nvPr/>
        </p:nvSpPr>
        <p:spPr>
          <a:xfrm>
            <a:off x="611241" y="4700918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B2A4A5A4-8B90-5741-6427-BF7A039E9C9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13248" y="2489899"/>
            <a:ext cx="6967511" cy="373159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989217319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84BD28-EEA2-3436-35A5-70F287713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492B074F-8C7C-B69E-3E97-B527089576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7E25C656-295E-EDB3-AF46-5E3DF2E0F5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706CDD1B-35A2-F0E8-9DC7-C0DB14DDD800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08E8C4A-10DF-8DC9-F7C7-2AB108BF7D80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EA8CCF8-1D57-5C1B-5019-C00C63CC7BB8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673AC12-ED57-8960-1F5B-5284C65F91C7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C04A3CCD-A5FA-021E-B75B-FFC144FA30D9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B29535B-D6D9-CC21-B2E2-47F028FC71D3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30A08CC-73A9-8EC7-B43A-0B29E89C48A9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B9BE408-99B7-D07F-0D7E-55CE4FD0B8A5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FC4E5352-8FBC-E9DA-9079-A37A6CAEB719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FBC5783C-7584-C6BA-4189-10CB0A3D0386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7119FDC3-0A44-615B-2BDE-8434C7B822E3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4FC72E5-469F-D929-8CB1-3E31B9E6B1AF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2924EC10-6272-7EB4-8DFA-097568FA2B25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E47E5AC4-6F86-005E-6577-17DBE8EE85A9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039867AC-0880-C17A-B905-2A7E5180C50A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D393043A-D1F3-FB59-DCD7-7C3A2262ABD6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CF441B67-C0DE-8255-27F8-9577FFC7694A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0E2E9F15-E8C1-B311-DC1F-6BAA4DE7D814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B7454C77-F7AE-3817-AA8B-1D450998DB46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CE089959-4161-11D1-4732-8770F3FDA1A5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A3E7592C-EDCD-8FAC-79E2-464FA3B28081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9EEAED6A-D3D1-57E8-CCEB-DF390018486F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E4B459F1-DF6C-666B-5603-DD46B2516CC2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CB966FD8-070F-4E21-6C81-73AAD1BCB57F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4D8BB4FA-AEFE-6D76-7FFF-505B7F5C9C4B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B4605BE8-E8C0-5FBB-0199-C593334CBC3D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B1A1F32-D812-7771-F391-C9B996069331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CFA7850-4D11-A5C4-2B9B-46AD565ABA2E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4B01031-13F5-ABF0-B330-8F99A0D17C05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5869AC6-2FB7-8BA4-BF9F-A7DCB9EF5068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8F9643C-5C9A-0024-B0F7-CEB70DF537E5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5EB42873-CA8E-85D5-B96D-FE0A7E94C3E9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C218FFB-9F56-9093-CC65-C5A850BDD8AD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4D65A08-3275-D670-76C2-6D2075991058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DDC0BF2-70B3-94F8-962C-BD45A3EB7E06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9B39FC6-6A46-AC6A-B74A-045BF64099D0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D8CE8F8-FA11-984C-F43C-CC0306685247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4E04E8C3-80F1-A1D7-3CB3-AFA8015338F9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9ED3FE3C-82D9-0474-8100-251F8661DC90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A1040F20-23A3-144D-8253-1E788C8FFD5B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1B968686-AAC1-CBBA-8B9D-37739A1D645D}"/>
              </a:ext>
            </a:extLst>
          </p:cNvPr>
          <p:cNvSpPr/>
          <p:nvPr/>
        </p:nvSpPr>
        <p:spPr>
          <a:xfrm>
            <a:off x="7829504" y="20601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B5025297-3A28-7871-A07E-E7B0A8741CEB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20898B68-F8C3-1B29-D22E-378F8D41D88D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3C832D3-0A5A-16C4-FE6E-7EF2BDC63EE2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4746CE61-B282-F821-2C29-AE137E558C79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BDD9F474-4471-5549-4FD0-D05B623C7EC3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CEAED1D7-B853-9971-ED41-8200BBA8D183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5BCC290F-54B6-1108-BFC2-4C6782F8D15D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A76C2BB2-3518-3A41-33B3-B48D5F7B5A9B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E2F3419D-3C7A-84D4-B36C-C3D4F238F6C5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3AB5CD39-2CF4-1DF0-E3A6-EBC187E8DCDD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5D461E49-1890-3781-4E2C-56B538B3097A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80C7CFE8-741F-52CF-18DA-8B09103E47C4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53124C9-968A-812B-F179-B3706661CD02}"/>
              </a:ext>
            </a:extLst>
          </p:cNvPr>
          <p:cNvSpPr/>
          <p:nvPr/>
        </p:nvSpPr>
        <p:spPr>
          <a:xfrm>
            <a:off x="4278313" y="364886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449B3D96-6186-BED9-30E8-BFC0096C40A1}"/>
              </a:ext>
            </a:extLst>
          </p:cNvPr>
          <p:cNvCxnSpPr>
            <a:cxnSpLocks/>
            <a:endCxn id="48" idx="0"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1E45BB7F-69E7-5EDC-2322-A07BC309345E}"/>
              </a:ext>
            </a:extLst>
          </p:cNvPr>
          <p:cNvCxnSpPr>
            <a:cxnSpLocks/>
            <a:stCxn id="51" idx="3"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67" name="Rectangle 66">
            <a:extLst>
              <a:ext uri="{FF2B5EF4-FFF2-40B4-BE49-F238E27FC236}">
                <a16:creationId xmlns:a16="http://schemas.microsoft.com/office/drawing/2014/main" id="{5F3B6D70-7567-C02C-00D4-B62FBF75CA7B}"/>
              </a:ext>
            </a:extLst>
          </p:cNvPr>
          <p:cNvSpPr/>
          <p:nvPr/>
        </p:nvSpPr>
        <p:spPr>
          <a:xfrm>
            <a:off x="3783806" y="2962439"/>
            <a:ext cx="749300" cy="41258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052591A3-CCE7-354F-29AB-6CB99D4EBC67}"/>
              </a:ext>
            </a:extLst>
          </p:cNvPr>
          <p:cNvSpPr/>
          <p:nvPr/>
        </p:nvSpPr>
        <p:spPr>
          <a:xfrm>
            <a:off x="6707188" y="2066213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2198919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14F726-8C00-14F9-9DE0-6B99260354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D53A2B-3303-40D1-E74B-779083869A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- 14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6BAD2B2-1291-06BB-0694-73E4D1522FB8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047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497C98F-19C3-DB36-9F6D-91FDEB45BC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EA47C8D-51C5-6597-3146-971C6F2715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F7AED97-2A1E-5BCD-3DAC-B084749C63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9D4BEFD-A24B-DD33-0BCE-552C6F15AE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0296922-CA1B-83FB-3585-25B01B222301}"/>
              </a:ext>
            </a:extLst>
          </p:cNvPr>
          <p:cNvSpPr/>
          <p:nvPr/>
        </p:nvSpPr>
        <p:spPr>
          <a:xfrm>
            <a:off x="2535382" y="3544585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A080846-0CBE-3257-FEA0-DCAB6B86BD1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06972" y="2239266"/>
            <a:ext cx="6069662" cy="35964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02225666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A60E3F-34CA-3A77-18D8-7B7ECC0D46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9B07C3A6-5FDD-8751-CBBD-89AAF04DB2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BFB0E6DE-852E-68EA-748B-A1101EB008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D84E742E-01F7-2C8D-091D-789D18B0126B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2CE99FBB-8BC2-1FC6-E8B2-EBD6A49D7609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8FABFB2-EF41-218D-C131-02ABBFB7EF70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5A960C1-042C-B8FA-9AFC-E2AB3D88107C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E301896A-6F97-8333-6B66-4C23371696D7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92B21D7-AB07-99FA-433A-DE65D885034F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F87FBF1-FFFB-3D37-3567-92A7F634C08F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B0AB7B97-C7FD-4AF5-40F7-5280FC9BD8C1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4BFE4724-4F97-7C9D-DDAE-04C535ECE8A6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0CA9D62-5999-EA5D-0BD7-FFBA610F2B4F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C33D101D-2097-0397-9324-2ADD71F62DFA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F67F349-DEA4-7CF0-36E7-A6D4B5296BA0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C247102-9513-5C2F-5C9F-580BD903A07E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660A5ED-C3C4-8440-E50E-C87E3CA2F9F0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6F2996DD-640F-161B-6F63-68E875398F7C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4E8E3E0-764D-BC81-40B8-2926D16562A0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C329859E-E565-EDA5-9DB6-A4C15F13C2A1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0BA36448-8156-7284-F2B9-E25090E45450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A0E1D2C5-E66A-6189-D432-1C524EF6297E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CA04B2DF-8EAB-A4AE-84C0-883CA16890DF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19C8BE34-3C48-2458-D41D-B2E0114EF2B3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BE711306-63EE-8B49-F51F-521BF04BC01E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F1A648D2-C3DB-4E68-C4D3-A4094AD12158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E5A2E29B-678B-9E45-235E-7FBF850F48D1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E633B601-434A-FB03-2463-27172313C294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FEB61553-55FD-4CE8-2133-97BB1C69BF64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AD82B7A-E02F-F233-B444-CF1FCFC9D893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5C318EA-D485-49B4-74F4-2F2C6D16E1C0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49EA70A-AD6D-CBB2-CD60-B616C401DC8D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71790D9-D7D9-4788-287B-5E82DEDBB8FD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CC2926A-3109-37E0-1BFC-439A643A552A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2210AC4-3BAF-F01C-96A2-1AC44EDE6B68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3D70980-E76C-9B1E-47A4-4B301F7192D1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55459989-F519-5F41-F8C1-C179572356DD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98280E92-11C3-E34B-EA37-6461A0409F10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09A994BA-720B-87E0-9E29-DD94CC0A8655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44CBBF2-3476-C1E4-0466-49BFB68F52F8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540F243-D0DD-C4E4-22CA-68C7228EF580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65D84281-596D-6DE8-8C1E-D429C4A100E4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603FC41-F11B-6F84-FADC-80459807757A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4836D2D1-640B-99D4-15B1-E8270393F83B}"/>
              </a:ext>
            </a:extLst>
          </p:cNvPr>
          <p:cNvSpPr/>
          <p:nvPr/>
        </p:nvSpPr>
        <p:spPr>
          <a:xfrm>
            <a:off x="7829504" y="20601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DFA2D0AE-7BF2-4665-9F37-7AB47B026C19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764BED15-0934-E45F-EFC1-5B820EDE4B4C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A3558252-6E70-40B4-B341-AF5BA06F2C63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FD61CA93-F314-98E6-9435-E7DE600A62BA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1E6C959F-DD69-ECD2-F357-E569CFF268B1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CD05C63A-8DF7-F65D-6B69-B0601E831EDD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860A7426-F867-5C0A-0AFD-1220BC7A2EE3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3D21BAE1-5B7D-A8D3-F512-16752D0AF8C3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8E39B544-8A6F-DA4D-9FF0-5BB72FADC65D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C73A0FA1-F17D-404C-C34B-6D5A831553F8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516BCE8D-CA6B-FED1-F760-E5A612F6EEC6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C3FAED92-E513-7D51-C7B2-095CBE71F778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730E9D4-9654-8341-6745-D2DE84EE3A2A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F700AC87-546A-A77C-9BB2-A0C8A2827194}"/>
              </a:ext>
            </a:extLst>
          </p:cNvPr>
          <p:cNvSpPr/>
          <p:nvPr/>
        </p:nvSpPr>
        <p:spPr>
          <a:xfrm>
            <a:off x="4278313" y="364886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C5116AC7-4A4C-A73B-6BFE-57A94776FA1F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C595D9B2-99ED-30EF-C86B-6E9FB1C291C9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8621C51B-E34B-1647-3B02-030B5DB400B2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FB651B99-7073-E596-B50B-FAA1DE76B4FB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3F0AD61E-3B91-C82A-4A0A-8515169283A7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C6BB3A69-4890-9D2A-9CDE-1056119A08B2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66" name="Rectangle 65">
            <a:extLst>
              <a:ext uri="{FF2B5EF4-FFF2-40B4-BE49-F238E27FC236}">
                <a16:creationId xmlns:a16="http://schemas.microsoft.com/office/drawing/2014/main" id="{AF0D408E-A1BB-05A2-1E90-3F9D889C2B08}"/>
              </a:ext>
            </a:extLst>
          </p:cNvPr>
          <p:cNvSpPr/>
          <p:nvPr/>
        </p:nvSpPr>
        <p:spPr>
          <a:xfrm>
            <a:off x="3783806" y="2962439"/>
            <a:ext cx="749300" cy="41258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8E482C2D-FE94-DDC5-0AE6-57FCB5EB067C}"/>
              </a:ext>
            </a:extLst>
          </p:cNvPr>
          <p:cNvSpPr/>
          <p:nvPr/>
        </p:nvSpPr>
        <p:spPr>
          <a:xfrm>
            <a:off x="6707188" y="2066213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9293417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52D9A9-304A-B4A1-5462-145CD626EB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D0181A-0570-8EF9-87E4-DD8547B018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- 15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DF3EFDF-F619-6394-16BB-F5FD0B4D0CA7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048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D944E47-5BD3-9739-7FA3-56C488998D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E910C4E-6ACC-451F-A975-661D67101B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BBF8DE4-8D41-32E1-EC52-4AEC740E7F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5EBE445-017D-1C6F-B9D2-0128E40284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3758B98-19EA-509F-8B0B-BBF9C8A86F7D}"/>
              </a:ext>
            </a:extLst>
          </p:cNvPr>
          <p:cNvSpPr/>
          <p:nvPr/>
        </p:nvSpPr>
        <p:spPr>
          <a:xfrm>
            <a:off x="2535382" y="3544585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BF8E581-607E-5185-450B-F65F09C0D2C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51909" y="2002718"/>
            <a:ext cx="5905826" cy="401721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484719822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117944-4949-A235-DCBE-7AE8852B0A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C8B65BA5-7CFB-3155-DA70-E2244E4F79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76CDC1D7-6C04-5778-F678-4272E0B8CD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04A5A5B4-B2D7-D91D-6246-0815473340D3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CB9E1EC-C841-A788-99B3-800313EC75CB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07D3AA4-77F0-F878-7F22-41B4C2803E30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0EC66E1-5ED8-D45B-FF0E-7EF7B235FA3D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ECF1EF61-A7C3-00BD-3C82-52DC80DBB0AB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7288E900-E4F3-5B46-B610-1557EDA8B563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C642F968-BFD1-6B3B-082C-0729A3338FA3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B6BC3FB9-94F0-3604-568F-9D1126241894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9B394B62-2487-C922-2C84-847368A503E8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813623A-DBB5-186C-44D2-C711391E5569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FE612DC8-FF3B-3CBB-FF74-7D4D5B79F323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DC3CCCE7-5930-317E-B097-F3F0A0F4353D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7B6022AF-170B-7AC9-22DB-422D8E213B02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22BD0048-81CA-42A0-F2C5-42ECD50BAB70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9278146D-21A1-5541-8675-88C8ACDD5EF1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BC25681E-1024-F16F-AA9B-4E8FFDBAD174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657EAA39-201A-F6E5-1E89-B1B0896B9F64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5003A17D-E07E-475E-7C05-5B0BB2138087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061EF4DB-C7DE-F6B4-6C89-4A9B130B4D73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8EB79121-74E0-4C08-E13E-80A17EC87D47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8147116F-82C4-85A0-D403-64A8CD13E370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796BBEBA-66BE-A515-546A-F2A5329C9FE8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C128B64E-B2CE-D596-8B15-619234B46C2A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66862450-BF95-0326-EC71-61A47D2670C0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03047747-6A0C-9685-7FD3-70BF21C8EE4D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FE740A6A-DE9F-1BBB-E72A-EB9608C3CEA8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46F49DF-C8BE-89C6-8FED-6998C861B048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7562781-F55C-0D9D-3993-6C161F7BDEA8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EEA9972-457C-F6E8-4992-4930C65A1A76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7658E1A-628C-26F4-B981-001A23C5F4A1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6E7E223-8CE3-27B3-2D36-2DA2567B251A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70A83B9-96AE-4ED5-2DCC-1656F63BC9D4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6E4504D-C08E-AFCC-2B9E-F3860D3995A7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A39DE6D-3C2F-C1AA-9749-826FC5BC7563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C94316E8-A9F3-3E9C-8A2C-4E2FE0F9417F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EF86546-1D47-D164-B120-99B50290972D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F4C0DEF-38A3-33A0-7CD0-5BBCF0B93D29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22ADBF4-3938-CC55-79CA-7D53CFCB0734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DC09015-EDBD-AA02-8800-FA22EDF0F65E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C3794203-F012-1959-ABAC-FC1AEA53160E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C6DDD4E-5750-72CB-7586-112A416BC43F}"/>
              </a:ext>
            </a:extLst>
          </p:cNvPr>
          <p:cNvSpPr/>
          <p:nvPr/>
        </p:nvSpPr>
        <p:spPr>
          <a:xfrm>
            <a:off x="7829504" y="20601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D6EA43E5-07A2-128A-2E56-328290F93429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632A4058-4D42-38BB-B339-FC30F14CA39D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16009DFC-A81A-161C-8A60-B3571D435EE1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FFEACEFA-093B-51A2-384E-91AC320CAA3B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29FE44B-8644-7FF0-481B-43988A71AE88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A8040D12-531D-F969-CD2E-3B0F8124AA69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4608735A-5C7D-3CCA-EC83-528252428E6A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C70FA3B2-6FEF-E3E3-5842-9682D91BA407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03F1F6B7-1181-C9D9-294A-F03D1D50C59B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170E31B6-18D0-BBC4-68DB-12851DFF4FD5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C7B413EC-6140-40B3-830D-B1828D855C5D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BDC5D836-015A-00B5-4EB5-B3BA1DA2A84F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248800F4-66B4-62E8-3553-89311BA21D99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DBE8BE08-EF07-0E3A-CD59-699730F91356}"/>
              </a:ext>
            </a:extLst>
          </p:cNvPr>
          <p:cNvSpPr/>
          <p:nvPr/>
        </p:nvSpPr>
        <p:spPr>
          <a:xfrm>
            <a:off x="4278313" y="364886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94D50B13-8A56-AF60-096A-914C34084FE2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C9D86D1E-155B-F67A-FDDD-4A42328C356A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9276BC5B-A27E-30AF-1480-4C7F9F048BC1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37042322-411C-F279-8C64-5BD678808442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56B12B5F-F51A-55C8-BF74-EC1A37467DDD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12781875-1688-A82E-70FA-CB34F8A21A7C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66" name="Rectangle 65">
            <a:extLst>
              <a:ext uri="{FF2B5EF4-FFF2-40B4-BE49-F238E27FC236}">
                <a16:creationId xmlns:a16="http://schemas.microsoft.com/office/drawing/2014/main" id="{4CE1D2F1-D005-FD4D-040F-69FDD6A61B7D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006064C3-90C7-9BD8-123B-A3A9E34C642A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0BC910D5-AA20-E4E4-9936-F9346A89B9DE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2C5A7F2D-6D1E-8F74-5500-D9DAF58160E7}"/>
              </a:ext>
            </a:extLst>
          </p:cNvPr>
          <p:cNvSpPr/>
          <p:nvPr/>
        </p:nvSpPr>
        <p:spPr>
          <a:xfrm>
            <a:off x="3783806" y="2962439"/>
            <a:ext cx="749300" cy="41258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A2781F70-5938-2214-F952-5A32E7908FE2}"/>
              </a:ext>
            </a:extLst>
          </p:cNvPr>
          <p:cNvSpPr/>
          <p:nvPr/>
        </p:nvSpPr>
        <p:spPr>
          <a:xfrm>
            <a:off x="6707188" y="2066213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4E93447E-9A78-616B-6B11-22DC5C0FF96A}"/>
              </a:ext>
            </a:extLst>
          </p:cNvPr>
          <p:cNvSpPr/>
          <p:nvPr/>
        </p:nvSpPr>
        <p:spPr>
          <a:xfrm>
            <a:off x="2282825" y="3341851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3910940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BC7A40-B100-A306-B6C5-F3006F95BE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A0990D-26CB-19F3-E6C3-0B26275C9B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- 16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39BE709-B2AC-11C2-259E-24497B4AB66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049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436FB81-C0D4-2B70-E189-8AC0CB75DC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96AA263-C8CB-F3A1-D242-C358BC6495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91AE20F-2FEA-AADF-FEB6-1CF7472D90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D46DC21-0389-07EE-B1F2-A6B84BA73C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FC6A35B-B852-3A44-D803-F6A4803C567B}"/>
              </a:ext>
            </a:extLst>
          </p:cNvPr>
          <p:cNvSpPr/>
          <p:nvPr/>
        </p:nvSpPr>
        <p:spPr>
          <a:xfrm>
            <a:off x="2535382" y="3544585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5EF0A4D-BD3E-22F4-98D0-D5D1D7141E8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0" y="3098030"/>
            <a:ext cx="7225966" cy="301278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736515499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C672A3-5746-D425-B323-955CE7770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F332A4DA-BC8F-2CE1-BE57-9D74E713C0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6C48F37B-C534-6088-FF4F-CF4D14AD9A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E3232DD2-F3B7-659E-86E5-F45C74243408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C9E5BD47-664F-B051-62BF-A70875F7F407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43E0859-18BA-C614-68C1-4BA426B04D65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393B50C-AF61-0B8B-DD5C-99EBC94DCE28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9C803BF4-B137-8661-2AAD-128BB1F72857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0350C80-FACB-05C3-CF9D-10F44B2DC9F0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E96D4AC6-3B3C-30DC-FE10-6B91D894F08A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2C9EF420-931F-52E7-F521-A3A21FB5474D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39F6779D-4551-8711-FFAC-D37BF7AB6625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FC035EE-2717-FB1D-85FF-8D46A19E15BE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76103E00-EDE1-454C-92AB-D2166C396A6D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E87135FD-0B82-BC52-0CCC-139427479437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4B808207-D789-E2E8-602F-F2F79937826D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B5157E26-0160-8828-4A25-4CAC5335E0D8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A30F05DF-D44B-A46F-5A6B-756DD516F094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C120D732-5605-FE01-FD4F-864C2BCD5787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2A291474-14B5-0244-AAFB-B0AE28A9DB77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05EC7ADB-9D44-9C00-4B37-D4E14F540A22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CB23979-4B23-8639-7B58-DEE9F6EB8913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33EE58B3-7444-66B6-FC28-A8ABC4FAFE13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9CD8B8B5-6E6A-8349-20C2-E8041E904AC2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F8195B7C-6A2D-AAD3-AAE3-F9E3EB7AE341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FFC1189F-BE3F-41A3-5F9E-D8DED55FE48B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B1BF7913-2272-3208-0667-09679E47F279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1A4ED835-A043-FA82-5DE6-5183A242F15E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43B47C66-BD4A-D57C-AE72-DB71FED5D812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1F420B3-C2D2-D4D0-484D-3ECF791A43F9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1BCCB29-9763-556E-CBB6-D1C60C3B34A7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ED94F10-1539-00C6-C937-134DFA00ED3D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E481E78-184E-E3F8-08A9-C12EC0F5CAE0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1C6CC8A-D828-BDE8-F4D8-507AE1F0C2BC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5D759BB0-3B9C-9CE3-84F9-50AE33C9F2ED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D28EE55-8D70-BC5D-31C6-0042FB444A92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80970AB-F74F-D883-BF9E-B93E8F11FBA7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CADEF5C-6D90-DD6E-90AD-53E62264E0A1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598DB4D6-5E63-9CA7-52CA-89B0E9755BC2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54C86F0-8C7E-F6D0-D1B1-5A6F441A7D64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27066BA9-C1AD-CB7E-B53A-26C75C257B99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63CA986-D4A5-A6D7-6A62-7A58A88B371D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7CB8C44-4DA1-8E8B-52C3-7BBD08963AAF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E635DFEC-E2A9-20B7-5440-64B7640DC23F}"/>
              </a:ext>
            </a:extLst>
          </p:cNvPr>
          <p:cNvSpPr/>
          <p:nvPr/>
        </p:nvSpPr>
        <p:spPr>
          <a:xfrm>
            <a:off x="7829504" y="20601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5E68AFEE-1DD5-7F80-6F2B-46A3D95FF042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A63EBDA1-A775-222A-89E1-81BA0E5E81A2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1D80723E-D25F-9AE5-FE89-FD61CB226BDB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47CD4111-9F5E-0A63-8A84-289EB9723F75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B77BBE15-CBAC-6C8E-ECC9-8A3ADCB76BAB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4FAB8F2A-DC90-50B9-CC2F-E09BC8442288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6116F4F6-9A8D-3761-9454-A56954D307EE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9440AFE7-E7A1-4176-9E79-2432FA56B2FB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A8C421FE-6EF0-24B3-E26E-B0EBCEFBA056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913DC7CA-33C9-2EEC-DEEF-F7B85764E470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2F9A0D40-C96D-4245-92A4-6E601F487281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DB0DE349-6FBF-EE49-EC22-64D0E168EDDF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6D1E1993-9CB6-B150-6CB1-6B2FEA9F31DE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929B9129-E3F9-FE63-4F59-33D57C305477}"/>
              </a:ext>
            </a:extLst>
          </p:cNvPr>
          <p:cNvSpPr/>
          <p:nvPr/>
        </p:nvSpPr>
        <p:spPr>
          <a:xfrm>
            <a:off x="4278313" y="364886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9C2F789C-894A-BDB3-4836-49233EF14D75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780BBE10-AA5B-F695-B95C-4907D4C5937E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C0826C70-FE5A-9B8A-A3D6-8BA3EC68CD39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E9C2BC04-DAFB-AE32-A928-BC833D077C99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21632C5C-5479-C5B5-8A2F-26F88118FCD4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0DFB49E9-4E62-A1C6-BDA3-570DECC59965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8E23A2B6-AAAC-ED60-46AA-8E709996AEA0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20427F84-E7A1-58D0-8D0D-BCB10FF5115F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8ABB2293-A955-E75E-9833-A55E8EC2A9D5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03CDE01F-675D-D3FA-F52C-9B162E82FB3F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ED528136-E15A-40C0-FB99-FA6DEF42A731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BE3FBDC8-F736-519F-8B7D-9D74924ED689}"/>
              </a:ext>
            </a:extLst>
          </p:cNvPr>
          <p:cNvSpPr/>
          <p:nvPr/>
        </p:nvSpPr>
        <p:spPr>
          <a:xfrm>
            <a:off x="3783806" y="2962439"/>
            <a:ext cx="749300" cy="41258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F22ED574-0360-DEB0-6FA9-912134DE035C}"/>
              </a:ext>
            </a:extLst>
          </p:cNvPr>
          <p:cNvSpPr/>
          <p:nvPr/>
        </p:nvSpPr>
        <p:spPr>
          <a:xfrm>
            <a:off x="5583238" y="3342215"/>
            <a:ext cx="749300" cy="482072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F8C919C2-DC19-6C2D-2375-6DD94D169883}"/>
              </a:ext>
            </a:extLst>
          </p:cNvPr>
          <p:cNvSpPr/>
          <p:nvPr/>
        </p:nvSpPr>
        <p:spPr>
          <a:xfrm>
            <a:off x="6707188" y="2066213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BABF594D-20F0-F8B7-9DE5-6FE971E76E01}"/>
              </a:ext>
            </a:extLst>
          </p:cNvPr>
          <p:cNvSpPr/>
          <p:nvPr/>
        </p:nvSpPr>
        <p:spPr>
          <a:xfrm>
            <a:off x="6707188" y="3342215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3AE0EA84-8986-4934-6AA2-AA9CDF5AFF40}"/>
              </a:ext>
            </a:extLst>
          </p:cNvPr>
          <p:cNvSpPr/>
          <p:nvPr/>
        </p:nvSpPr>
        <p:spPr>
          <a:xfrm>
            <a:off x="2282825" y="3341851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692582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F89DEA-B33D-8E29-CD8B-1ED8612192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39F11D-4581-9F2B-DA31-E105D12FA9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- 17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AD20E52-003A-B3D2-78E5-F0725F768BC1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050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6D1D3A9-6C6E-A205-4308-B4347AC120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79EF66A-E719-3CDC-5126-F72ABDAF6A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A36DE1E-3D16-8C2E-5B4D-D3B37DC4F2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DEEA1E5-AFE1-0612-C829-8CC60081543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7B932505-DA66-361A-BC25-7B3FFE13D454}"/>
              </a:ext>
            </a:extLst>
          </p:cNvPr>
          <p:cNvSpPr/>
          <p:nvPr/>
        </p:nvSpPr>
        <p:spPr>
          <a:xfrm>
            <a:off x="2535382" y="3544585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745538E-F16A-8D76-F3AC-8524DB4E5CB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37493" y="2130106"/>
            <a:ext cx="6479975" cy="358232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34500909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766ED0-1377-019E-8BA5-C5CAEF744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D65A207B-E5CA-B3F6-8E38-0FD2F1A2F6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379CB427-F999-A5F6-105E-84ED55D904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FDD798B2-4333-AE4E-68A7-881CF2282B87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898ECBE-FDB1-FC42-0D87-FD9C9F9AE8D9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9750F7-58AC-03DC-6891-3FAEDEC9DC5D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79B01DF-C3B9-4326-2322-55A27D267C8B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2CB37905-1DD5-4FF6-7F6F-144D435C79B1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A12055B-602A-392D-996E-088E8ABC3AC1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6E2DD0DB-8BEF-0981-0636-88AE9A754BCB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8E2C3ACE-4F20-9346-EC62-19B40C4AD61D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602188B8-5807-C62B-7344-F67169E0E742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C177E28C-15A4-BD78-ACC3-F9475CD19282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5F63BC24-5185-D64F-D09D-4BA775D716C7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4549A73C-374B-9321-2482-5DCE81AABD94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E3C6C168-6468-58F6-17A8-AD249E5C398C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23D89768-D341-D30F-3ACF-827067B4E5E5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43B2290C-6442-6578-7AA6-EDFF0F966394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BD55B426-20A5-EC78-4EEA-440FE4237C21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9A9D550D-53FF-F817-347A-C6F56ACE435C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542886BF-8878-24A0-DF72-E82D80747216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E124E178-7147-D613-5102-015A2CB3479D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F74FCC50-CA3E-5299-927A-BB3C6E5572E5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3CBA36FD-C5C0-5184-427C-8F94B90E4CA7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3D7BED10-80A6-5476-E56F-A2F2B118CAD7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F5C04EF6-5C92-7520-DFA2-00D5D0521EA0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F9F632AE-7E9A-47DC-9C67-2F632D3DED47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3F4C5EED-277A-EADA-084E-B5ADD1549988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5BB1D01F-71B5-27B8-063B-9CA353A28EF6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8CEAE36-8181-FB6E-DB93-C7ADA089F907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532198F-8EBB-BF0D-C8E8-886E8911CE59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B5DAD1D-99AD-FB84-516A-8B86E7346269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05A4EE4-2364-7789-DE08-50544091701F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5ACB743-C5F3-2D9C-9155-E46F7AF60273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CE02D46-201C-AE19-B03D-6AB67ED33226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C96E7E7-8351-38E2-9540-6D0C501DA166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0590F613-4F26-7588-B90B-106F8228C385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EBE5B62E-C519-06F5-EB9F-DA216AB2DA02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D0631B07-83AE-9018-C054-F42DF8F6FFBD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F06238A-E164-3D08-D014-7ACC19782441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1ABBC85-EBE9-D573-4903-37B0E36A4BA1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0C0BF9B-7DCD-22D4-8265-DD1375960BC9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E5DA44DE-2D53-F30C-CD7B-93AE0D02C3BE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E174F21-0BC6-F5C7-E198-B9AADE839B63}"/>
              </a:ext>
            </a:extLst>
          </p:cNvPr>
          <p:cNvSpPr/>
          <p:nvPr/>
        </p:nvSpPr>
        <p:spPr>
          <a:xfrm>
            <a:off x="7829504" y="20601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6DDF85C-EB29-E874-D9E9-80F1861D60A9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C0167184-F2CC-51DA-4204-165DD5620D08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5D4E7EB-265D-D486-E7F6-67B487463227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710B0EC8-13C8-FA81-3BDF-E78588B6DCC3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5655B2D-14BA-67D9-A250-52E47A87753F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3043F318-4A06-BF4D-827F-3ADD0F7C9CE4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536DC4F7-7B5A-93D5-830F-8DF786AF78BD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F672FD64-FE52-2512-55ED-5295A4B2BBBA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EA67B696-55B7-FEDC-E066-3B9AC7C82FB7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E935FA3C-7ABA-29AB-A472-1FFF1AA4CF6E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50383462-6E5D-E265-DF7A-0BC560E4A6CB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17993201-041D-F0B6-7AF9-796F1BFE294F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AE36D54-6449-E8F0-1A21-F85B8E9EA675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91484E7B-1505-CC4D-77AF-E5852838F8F6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F1DBF91B-473C-3870-0221-F048E6955957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668516DE-F092-23F6-558F-381721F56D2D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E880816C-B9E0-F97E-E868-21E2F744B511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01E1A1AD-8B00-CD0E-DCD7-91086BC555E2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7722D0B2-4186-8643-57D5-5851A7DCEF0D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F459D5C1-EA15-61ED-DE91-49B33AE55589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21F7E3F7-6DCF-7548-F28D-2D8769BCD4FD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1BC497DD-600A-9F55-F0F6-2926F1224713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879E245C-D33A-1227-F9F9-BE83E3B4C47B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4D98593B-53B4-684D-64D5-39234CA26491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44AD63D8-0AAD-A014-6214-9C692AD9D548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66CB422A-37DB-E982-0747-FFFECF3B1664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B9DCEC4E-8462-4A4F-CF6D-AB2D2935D3ED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4B3253DA-E7D5-0633-AD00-FBAAB0CC33C6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8F867801-EAA1-1616-609C-CD880F0FE032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0F074ADA-A791-0B71-9FA9-65FD878E2478}"/>
              </a:ext>
            </a:extLst>
          </p:cNvPr>
          <p:cNvSpPr/>
          <p:nvPr/>
        </p:nvSpPr>
        <p:spPr>
          <a:xfrm>
            <a:off x="3783806" y="2962439"/>
            <a:ext cx="749300" cy="41258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55EB65CD-6852-2C36-9D1B-28A27A1F10B2}"/>
              </a:ext>
            </a:extLst>
          </p:cNvPr>
          <p:cNvSpPr/>
          <p:nvPr/>
        </p:nvSpPr>
        <p:spPr>
          <a:xfrm>
            <a:off x="5583238" y="3342215"/>
            <a:ext cx="749300" cy="482072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087FB01E-C26A-C6F6-CF87-3D0AB11CC418}"/>
              </a:ext>
            </a:extLst>
          </p:cNvPr>
          <p:cNvSpPr/>
          <p:nvPr/>
        </p:nvSpPr>
        <p:spPr>
          <a:xfrm>
            <a:off x="6707188" y="2066213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9A2DE256-BE07-541A-0E20-02F42877BE72}"/>
              </a:ext>
            </a:extLst>
          </p:cNvPr>
          <p:cNvSpPr/>
          <p:nvPr/>
        </p:nvSpPr>
        <p:spPr>
          <a:xfrm>
            <a:off x="6707188" y="3342215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48778322-C2B9-6C03-5914-839990B17599}"/>
              </a:ext>
            </a:extLst>
          </p:cNvPr>
          <p:cNvSpPr/>
          <p:nvPr/>
        </p:nvSpPr>
        <p:spPr>
          <a:xfrm>
            <a:off x="2282825" y="3341851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1304408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C45274-13D5-BE6E-9E81-225D4B7468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D76089-E5E0-29B0-07A1-71786817A2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- 18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6347708-E102-4F76-8C75-31872E8FED48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051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F4C5AB2-8FDC-9A3D-B8C1-2BEC977643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F1B96BE-6F17-AADD-C5B2-01E55358CC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28CE663-B984-6599-1A46-611E27E098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5BC10DE-6561-163F-FFD3-3D0D4AD0368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B0CA02E-4F1F-2ADD-1541-153E1DC832F6}"/>
              </a:ext>
            </a:extLst>
          </p:cNvPr>
          <p:cNvSpPr/>
          <p:nvPr/>
        </p:nvSpPr>
        <p:spPr>
          <a:xfrm>
            <a:off x="2535382" y="3544585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FDA73E7-A41D-67BB-9F92-7FF6CC3BB94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38903" y="1606672"/>
            <a:ext cx="4241856" cy="489767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887377159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91B5A-6B49-6BD0-44FB-2123B3F40F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5A1FFAFF-9D04-D2A6-9B39-3F9F217198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1A914B21-3640-B717-911E-A1B7A0894A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98674BB4-512D-1E42-27A3-27C909D9ED0B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62D1FE4-4C43-1F9E-5A7E-C12CFA43B7BF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40C9F83-FA81-D920-9C1E-332249CC6E8F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D22C2B2-7EDD-9AD3-B0BE-7ECF8CC396E5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9EB73AB5-175F-7122-0BC9-EC8507914863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CFDA9D4-D1A6-7633-EF82-A835B6786695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CD7363F2-9EB7-3841-08D6-6C092E11D48B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F8ED35A6-CDD6-62C5-F40A-DAD8E214A682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EB41EA06-1319-E23A-A007-B420D28D37F8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28A03603-5E40-730D-1118-B8871F3FDEE2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355B6ACD-9D11-DDCF-C6D4-92C5DF19EC00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12C3A328-7B83-786B-E116-15F74B15BC43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B5920733-8D61-B32A-2A1F-7E069A178617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6573AF3-C7E8-9985-888B-444136A2F0D8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90F4BDCE-9FB3-113B-3934-07F1598F6FA3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909D53A-702A-C6D6-CE1C-A8266309E0E4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DF0D915F-EEEA-3FB9-1A30-926EB4D65FC6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7A572B94-FF52-5CD4-A78D-6A400AA80F80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7E61C502-F55E-3998-EF17-ADFF3B71A4CF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FA170973-B246-E594-A938-FFA15E746D96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D2F9C914-3C98-5F0B-26B0-510C5BA80BAD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9D1331DC-066D-FC78-34A2-E8B744D6C423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A5850568-0751-BCF1-6B97-19C11F2BCE12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501E9F1D-305B-F024-AD93-93DAEDE1AAD4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131B2032-1BE8-944B-C83F-6A3732C8DE0F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C2E070BD-EF11-AF25-8B10-9F63D18B21A5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D9350C1-304B-79BF-A472-FC1938BEDD4E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F157B6B-1C31-073F-A5DD-4ECD10B8063C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BCFF4C8-D67C-F54B-9981-0A4DF11F49B5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FF9B3E1-0CF5-8233-4A27-B04418878AE2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16ABAD3-62A7-6C98-508B-2ED4C654DA34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969C6AE-DAA4-5B41-5EAC-F54DAD2B1F2D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2D9BB09-CB03-FBBC-0FB4-9CF864EEA57C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B72F7EE-5D9A-A41B-720E-48F93CEB775D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F85BA6E-9DD5-B0CA-2E6D-BFD4413B6BFD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C422481-E292-ED26-2205-B945434DD7EA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A072E0B-F4B1-9EB3-E67B-B0CC73FD6033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A22ABBC-15C0-7F23-BC42-D2E07B1F51D1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01E333C-8B9A-21FB-6020-ABA9170C9710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70E573D-CEE4-0250-5938-8E42F5B427D3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7A2E154C-CEF4-8BD5-FBF6-DC2C7F33BD0C}"/>
              </a:ext>
            </a:extLst>
          </p:cNvPr>
          <p:cNvSpPr/>
          <p:nvPr/>
        </p:nvSpPr>
        <p:spPr>
          <a:xfrm>
            <a:off x="7829504" y="20601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2383ADA6-F6E8-ACB7-A770-6CD2040F832B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48C8B5DC-B243-5F08-830A-7A2E1B1E8B37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DD8EA01D-8A39-CA8F-BA27-65B5FBF93329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9F408CBF-6923-FBC3-3AE1-00AC2DFDE657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1B9BA9E1-895C-23C1-5CF2-BB88325F929F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6F5945AE-211F-A49A-4F44-0AB121C3EF69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78C58901-2F80-EE3C-4EC1-DA2543E8D6BE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566BF78C-0C14-D5F0-8F29-A0EE5761AB36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23827321-6DB1-BC86-8DE6-71918237762F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05BB2B9D-F498-D6D8-4E7C-9B0EE39505A1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D1A996FB-AF6F-2D3B-87DE-31D16F4F734F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26959483-8016-C806-5A17-B078769791E6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E7E8BE3E-BED8-32FF-23EC-9FC0470B00E0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E2ACB261-5BF4-35C2-BC1E-3AA56B08192E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FFB009C5-479D-CD2B-B412-95F786084501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B7D36561-3595-1FC7-45AE-31B78B60400C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1DA5C5A0-80A8-4A58-4E44-EEC02CA3892D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7FD50DAF-E15E-E56A-452D-5D80880201C7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F589FB99-F3BB-F206-2F6C-919B2A031470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51B5E38F-DA38-91DA-19A0-8C1EB7642A80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5208DACA-7BA3-7AFE-1B6E-988536061CFF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63FEC453-51EA-61DB-4F90-D40CA4A4C76C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E04C5B59-E714-6FE7-0D38-EE0B1B08B080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1DF7088C-8402-F421-DFEC-E580C19187D1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FE65B6BC-447D-7875-0627-43DA0B65F3E4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6EAAFD94-F51E-1C39-B093-3BD60EBA4959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393CF92D-429A-9B4C-0519-6554C6C934A6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5F6CDD29-4F19-FE6C-56BC-3456BF0A053B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A804FEFC-B990-DD43-EC8E-AC2310D08FB4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DA406FC2-2CC4-76C7-AC32-760449CB16A7}"/>
              </a:ext>
            </a:extLst>
          </p:cNvPr>
          <p:cNvSpPr/>
          <p:nvPr/>
        </p:nvSpPr>
        <p:spPr>
          <a:xfrm>
            <a:off x="3783806" y="2962439"/>
            <a:ext cx="749300" cy="41258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6171C847-C212-637B-C2E8-84767A7F22EE}"/>
              </a:ext>
            </a:extLst>
          </p:cNvPr>
          <p:cNvSpPr/>
          <p:nvPr/>
        </p:nvSpPr>
        <p:spPr>
          <a:xfrm>
            <a:off x="5583238" y="3342215"/>
            <a:ext cx="749300" cy="482072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167450FC-3B07-4E5A-B28C-A6F911987B04}"/>
              </a:ext>
            </a:extLst>
          </p:cNvPr>
          <p:cNvSpPr/>
          <p:nvPr/>
        </p:nvSpPr>
        <p:spPr>
          <a:xfrm>
            <a:off x="6707188" y="2066213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FD99B32F-4A35-C526-0A67-1E467B77D946}"/>
              </a:ext>
            </a:extLst>
          </p:cNvPr>
          <p:cNvSpPr/>
          <p:nvPr/>
        </p:nvSpPr>
        <p:spPr>
          <a:xfrm>
            <a:off x="6707188" y="3342215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E0E35C03-BDFD-922F-72E7-E13C9F787B03}"/>
              </a:ext>
            </a:extLst>
          </p:cNvPr>
          <p:cNvSpPr/>
          <p:nvPr/>
        </p:nvSpPr>
        <p:spPr>
          <a:xfrm>
            <a:off x="2282825" y="3341851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672CDF1B-7B01-8E82-4510-34E2B9BC4755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1864555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D769D-2C0A-8990-EEEC-BEDA86C406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B52A27-AA41-C8A4-1B32-3F1F7F9F1D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- 19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A59015D-C0A5-567C-4A87-9421CB916102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052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B2258EF-A374-F32C-3078-92EBE53DD2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864FD5E-06CE-5593-3C69-75D5A95E52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5D3BA38-704A-A422-3033-2630AE046E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4D886E6-BDF3-1C81-6838-03595C055D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0A9C97BA-C34F-0931-9A8F-4424B69F4E03}"/>
              </a:ext>
            </a:extLst>
          </p:cNvPr>
          <p:cNvSpPr/>
          <p:nvPr/>
        </p:nvSpPr>
        <p:spPr>
          <a:xfrm>
            <a:off x="2535382" y="3544585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A43A0E1-3AE0-8FA7-1882-EDB9E81613D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86239" y="2475816"/>
            <a:ext cx="7011378" cy="365811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926253238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B60F94-D7F9-A763-6FC3-7B39EAB00D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1C12BE2C-BEE2-E178-AD00-654F448FC2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0CCE7B3D-5E3B-4CDE-023A-A61151C91D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4C49BD73-C8E7-29DC-B7CB-A73373F8B03B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4F263E1-AC58-B506-222D-95FF10A0EB21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E5EA720-DEF6-08A1-B7B1-D1090D6F0FA6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E5943D3-8213-2737-87B8-6F54F7512A6C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E57F75AD-8E3F-B621-56AB-6FFB0DE194EA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A8FAE3A-8CC8-7289-86AB-09BE42BDA2E4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401D7380-8250-8AA3-D348-E78530AB2010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5E39D754-E022-AE39-EABD-24D41AD789B9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BC37ECE5-E22F-8917-20CE-BEDCB9C7CF6A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4969FB85-2E74-79CE-EDDC-690551A72E76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6825C4DD-207A-87ED-4F62-558F62415CBF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9C642300-9C9D-8327-E4A5-EE046827857F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E49179AA-E9D7-3B93-F992-22FA28B6223E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8E254068-E153-BB3C-0958-48D45993513E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43E5E627-76A3-2157-8F34-2D17CFCAE37D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B237277E-6F4E-0556-AA15-AD7C2D09C310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997B5257-33AF-2476-2ED9-5D28112A7789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5D50EE42-ABEE-554A-307D-BECA16B526AE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57AB6AFF-314D-77C3-DDE7-6BEEC47EEC42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F98D0337-C3E2-F842-5E11-6F2258899494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41271556-6EDD-F92B-33E0-B41DD87FC12B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3A4EC489-C1A9-34E4-0580-4DF1906B6F20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4BA70B8F-2023-02C1-C176-7DD9D4918F13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749685E5-DC73-5724-8CF6-77DC25458DD6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5AE02FF0-0811-C70E-6B49-972CF60BF531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629A92D8-06A6-D4B3-42ED-2A0D46AAC613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53E07A0-2D40-6498-A488-0B236ADEDE2C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259CE2B-6436-E14C-B658-5253F1BFCC09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279FC06-4AFE-50C9-1C0A-9F79C259AB1B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9ADD368-5604-B498-0FBA-AFABE2C23D12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FF71742-BC4C-3493-38DA-9A3EB5C02EBE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2B38E77-0EA6-7C98-BF2A-8B79843A342F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C6A4A66-587A-3768-6A67-CBD1F0A03BAA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15E88BF3-504A-FC95-7F97-18CC17745BAF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C76F411-10C9-08CB-520E-91C0AFE4A443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EE4DC26-A06B-2744-34BD-4B4582768613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B57778C-E112-E98A-B2CA-60AE0AE46016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B54543BB-5E77-10FD-4EEF-4B26636047D0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FB3AA77-2247-4D12-1469-3980968F95CD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EE20749-2AAD-27AC-CFF4-EBE6B3986ABD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7239BD25-59C2-6345-233B-93854E6CDB4E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2C0A3E8A-D45A-554E-3040-FF6EED99662C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A2791FB3-F628-262A-0565-B808FF967442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631D0FF5-73F3-28C5-BB9E-C7983A748D08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3E499699-7EB6-D5F4-77C9-7768E5335A70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D56DAA17-6BD4-3D8E-4961-4A61DDE5F5F2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BA590FF9-D663-326D-9E4F-A01740967A0B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928BA533-8843-F011-C39C-9D60E6788EBC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1F43D3EA-CF00-A882-1983-CB2FE1BE36E6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D9A298BA-C66B-F879-BC5C-67E7C0967E45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E1CADDC6-9176-0EEA-4E0F-90EF6A763C2B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09EEA976-9F93-214D-4E47-B62A58348E83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6D5FE953-887E-071C-0273-11DF6E6FE126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BBBD38B7-0C33-E8E4-B764-C7442E77EB16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876DF073-67BB-5353-EB5C-58BA6307BAE0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815DA709-9CF3-1011-12A5-D02A6453AA8D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2D65C1B5-4ED9-F12C-9CE6-E2617F68D8E4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736B53E9-6F23-B004-A92D-334144CDA769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BF42F8CE-8539-CEC7-050D-8956BB61D3E6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3DEFD1C4-BB83-271E-87D9-407908CACFEC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12D167B1-60EA-DDA8-7C5D-D992182287DB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2CF6FCC5-387B-FABD-E225-9FCC245D50CC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D3E31F27-93EA-2046-C501-F6C972A6A04D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25C3ED2D-3BE9-FDE8-7097-330E9BFF0195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65CAF731-74B0-8A1A-4F84-4B6A63D1E394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110FA75A-8BD5-C3E3-F395-791ED9D7AAA6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694D110-CE0D-E1F0-479D-A4A0AA96D54A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E4A8B8A7-3EB5-EEDD-DA05-C10AF664C074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A3210AF9-1532-F158-8516-40EDCEAAD6C8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8152F052-ED09-17A3-DF80-242CBA6E8041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BD32EBA8-F2C3-131B-438C-C05E1F614A07}"/>
              </a:ext>
            </a:extLst>
          </p:cNvPr>
          <p:cNvSpPr/>
          <p:nvPr/>
        </p:nvSpPr>
        <p:spPr>
          <a:xfrm>
            <a:off x="3783806" y="2962439"/>
            <a:ext cx="749300" cy="41258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582D236E-A06F-B6C1-EF07-FC00029AB7C6}"/>
              </a:ext>
            </a:extLst>
          </p:cNvPr>
          <p:cNvSpPr/>
          <p:nvPr/>
        </p:nvSpPr>
        <p:spPr>
          <a:xfrm>
            <a:off x="5583238" y="3342215"/>
            <a:ext cx="749300" cy="482072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536665CE-A97B-0C46-2F89-B981314D637F}"/>
              </a:ext>
            </a:extLst>
          </p:cNvPr>
          <p:cNvSpPr/>
          <p:nvPr/>
        </p:nvSpPr>
        <p:spPr>
          <a:xfrm>
            <a:off x="2282825" y="3341851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7B8C7114-5937-96BC-2A06-311595BE1BB0}"/>
              </a:ext>
            </a:extLst>
          </p:cNvPr>
          <p:cNvSpPr/>
          <p:nvPr/>
        </p:nvSpPr>
        <p:spPr>
          <a:xfrm>
            <a:off x="6707188" y="3342215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BDD4D54A-19F7-34F4-BF30-302A4646BBCD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9EEE92CB-1076-61A1-241E-280A3079E484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ABCDD693-ED92-3BC2-7721-F2C7D3480786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4FB80D1D-4DEA-9B91-F473-77E972AA1925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84F83807-FB34-1171-06B5-B2E5359364FD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06A94998-2392-2560-EE02-1A8F9F43E6A9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3393587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A60F91-CF0D-5C0E-852F-433C53DB16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BFECCF-101A-852E-8B33-F42711E2F3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- 20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A8AF0CD-2037-107A-49C7-B2B3171BBAE7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053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3086241-5AF1-7EF8-119A-42DC84E4C0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A7D7092-B117-6326-FE9F-E571D1AA84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C8204CD-B4F3-4535-499F-544AD7191E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6FFB54B-F8C4-EA07-B412-84AF8BC6F9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1EA61C4-1147-9857-1802-22A44DCF6A0C}"/>
              </a:ext>
            </a:extLst>
          </p:cNvPr>
          <p:cNvSpPr/>
          <p:nvPr/>
        </p:nvSpPr>
        <p:spPr>
          <a:xfrm>
            <a:off x="2535382" y="3544585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B979AC6-1EC8-29C6-2170-08C3C1606C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89065" y="2119846"/>
            <a:ext cx="6049156" cy="365423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523128007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C3CF29-BF10-8B0D-962F-702A5F7201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5B26D285-88BD-4C55-48A5-D04186DC4D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ABF4C8BB-E924-DF8B-DE04-5ACAB19F38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3B18F7A6-5122-1526-F571-C75CCFFD1902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2AE5EE6-7EC7-AC9B-4670-D8921620EAE6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478213D-C6AC-8009-D278-078FA3038F48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974A962-45C1-A166-36CC-0703D9BD56DC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B141233C-35C8-730C-3B18-C991C1B25FCE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284CE1-FD83-BB09-E16B-D7A7DA34C40C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FD93AA21-4212-4424-C378-FF080B3619E7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3676D3EC-CF43-9FBE-B77C-CED90E5DA86A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0A291EB5-8E11-11A5-815E-CCE1C64E3321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B096495-44FF-0451-DA80-934D61EFAA17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C5B6DA2C-7B3F-D219-EB45-34EDA7EA6D2A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30DD29CF-2884-DEF7-027B-ECA8225B9AB1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0962B21-D594-F009-F15D-F3F4C29972B3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73DCD3FF-B299-252C-9CF2-EC8A5D42EFFD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9D57BEB0-7361-72AA-4A24-5120277F5F15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2C196E36-9BD0-50E3-7CC7-205D9FC62FA6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09DBD8A5-9F1F-2B77-0E58-D4A92E770703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3C749720-EF1C-B248-69BE-DCF20EBADFDC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3146DAC9-385C-3D76-FF4C-8D7A8E4B8E4A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97B5E221-5C38-5D54-1D76-BD61ABE0A9BE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00C39C62-9724-9150-95A0-4E18BA719663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5A296CBC-CDA2-DDBC-994D-505E6606966F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73E5D752-A45F-1C57-B660-76D3789C6058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78BBE842-384C-7678-AE84-BE1DBA59DDDF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EEAA7764-C380-4E25-D5D8-83760D03D1F5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D760F58B-F5DB-BB12-EC65-ECD28766EC3D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686FBF3-4D4D-A266-3E2B-50E868348275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FA1E919-9B8D-CF49-8037-D7E4E38AB634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17C8AB5-C2FF-2900-786A-B10632DBDB48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050D379-2F66-38FD-034B-02AAA653D671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7C2563D-82D7-FA45-3870-357974F7BF06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62EC45B-4C72-BEC4-87D5-F634A6BFC0C9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A186227-9A34-BA97-9F6D-AC64A98F16DA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1F3110D-27AA-1626-5179-E128F3241EF3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EBBAB9D-0853-6D69-7866-90D32959B272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55BE76AB-6305-DF28-8548-82554FF0AC4D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0422646-5D30-17C8-B76F-C5762B8D7DAB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0D8F2F5-0BE4-2AD5-784A-B84935FCBBCC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1EA5E11-78B2-115A-1498-5E2F443EB4B2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1D53447-9EA9-6B64-7438-7FF3FCDBA33A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CD372F8-044C-957F-980E-DB3145843E78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E9EC3B2B-9FDF-3E2C-1E09-10F7924A971D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0EE53440-F8FD-CFFC-AE00-51D457E3B26D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2A59996-B52D-1CB8-64EE-1FA39908AC80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BC5B2B21-9B43-CCA9-6164-EA3CA1B36628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2B81DCFC-28A8-D2E4-0C83-0EBBBF084BB9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23ADF4EB-9367-C909-4423-03259A44E55A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D601D8C1-5328-E47D-0BB2-ED4A19528745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C26DBC87-8A5B-4E1F-0B4F-D36517C29A0C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94ED7A27-B4FF-AD40-9377-BA8D825EC0AE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09296157-71A1-DB12-1AA1-4BEAF06EE781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BF0768BD-20F5-B126-F832-73E0E6CC0228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B70FA11E-4C92-2FC6-F07D-E1656C21BC7B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DB6ECE91-DE87-8B1D-EF83-1076F865BEDD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01029376-E4EE-8DAD-451C-2AD249046C89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08E7AF80-BD81-93F9-03C7-48A61C2972D3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817879D2-C337-3D5F-DEAF-C8EE7D88B10B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B564674E-CFC2-D6AC-29DC-B15EE8A4A89C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B548FDD4-A5FC-3F62-D624-F47D95DCBF8F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D97F75C2-F411-BB3F-AF0F-721EDCFBF9E8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DB8E00DA-6992-2358-BB91-80FE3FD00FBB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D90EA062-5364-9AFD-20A2-4D522EF39BB9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6A54CF07-230F-64E9-B186-9D720BC57483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41E1DF31-4DE1-5627-283B-BDA35B445025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EAA8621D-4560-FC45-CDB4-4FE2DD10EBAA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C1C3FDCB-CDB1-B1A8-5E72-22FE2789CEC2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95757AA9-9D03-B024-E48A-5C0F1DC2D224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82E5B8F5-A4F7-6681-6195-28DFB36A568B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BD4ADDD3-F1FA-8A13-624D-8709C8E9492D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CE30DECA-BE65-20C1-3F6A-FB5625F3CFA9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72959C3E-5CFA-22C0-561C-AF1B0F1F0CDB}"/>
              </a:ext>
            </a:extLst>
          </p:cNvPr>
          <p:cNvSpPr/>
          <p:nvPr/>
        </p:nvSpPr>
        <p:spPr>
          <a:xfrm>
            <a:off x="3783806" y="2962439"/>
            <a:ext cx="749300" cy="41258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BF0B6901-8FDE-324D-90E5-2BD08901FD18}"/>
              </a:ext>
            </a:extLst>
          </p:cNvPr>
          <p:cNvSpPr/>
          <p:nvPr/>
        </p:nvSpPr>
        <p:spPr>
          <a:xfrm>
            <a:off x="5583238" y="3342215"/>
            <a:ext cx="749300" cy="482072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C6B98639-86A3-9EBE-FD4A-57059DAF6E75}"/>
              </a:ext>
            </a:extLst>
          </p:cNvPr>
          <p:cNvSpPr/>
          <p:nvPr/>
        </p:nvSpPr>
        <p:spPr>
          <a:xfrm>
            <a:off x="2282825" y="3341851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BEA5DF16-80D3-941A-4222-9315D1928EAA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B9C8A2B6-9BE6-257F-3DB0-FCAA35A85AF3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DF401558-A857-B51F-7DC6-DFA19BD5ADD7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00D6B21C-EAEA-5975-597D-8ACFA7A66CFE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8CE529AD-88BF-716C-681E-3A49FC91F7B5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48807765-FCD6-5D3D-30EE-3E4DD2B71F08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E7B25984-7A41-DBA9-A7B8-5C9098203610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977CD0CD-8598-2028-0AA5-342DD98C0505}"/>
              </a:ext>
            </a:extLst>
          </p:cNvPr>
          <p:cNvSpPr/>
          <p:nvPr/>
        </p:nvSpPr>
        <p:spPr>
          <a:xfrm>
            <a:off x="7888288" y="3341851"/>
            <a:ext cx="749300" cy="57292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BB04118E-E86C-0C72-5C2A-03E8D2580371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64747504-6177-9C49-57D8-383314057246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F89DB5B2-6882-74DB-6495-1B45E88924A0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2548280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CEE389-4B91-A6E7-6822-F84B470F7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9AF573-EA27-F1DB-C64D-E850F2CCD7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- 21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D51DC7E-312D-3490-6F9A-C9962B132309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054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FA2D55E-A3F0-ED38-3897-6A360FE5C7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F054740-924C-55D5-C091-3EBF36BCD5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DB15C65-2B03-7E5D-9622-689DE7C8EF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1DB1457-A0F0-FE22-8119-98324A2B6A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AB8454E-CFD2-6D79-37ED-6999B24267CF}"/>
              </a:ext>
            </a:extLst>
          </p:cNvPr>
          <p:cNvSpPr/>
          <p:nvPr/>
        </p:nvSpPr>
        <p:spPr>
          <a:xfrm>
            <a:off x="2535382" y="3544585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B87CA40-C56A-A7E3-1E5F-CF07D4FEAE8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32109" y="2002718"/>
            <a:ext cx="3712293" cy="43549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195A1BD-CD9D-5048-0635-D2F46DB739D8}"/>
              </a:ext>
            </a:extLst>
          </p:cNvPr>
          <p:cNvSpPr/>
          <p:nvPr/>
        </p:nvSpPr>
        <p:spPr>
          <a:xfrm>
            <a:off x="5902511" y="2132345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7D84C5B0-32DE-4970-BBA5-B5A83DD9B6D3}"/>
              </a:ext>
            </a:extLst>
          </p:cNvPr>
          <p:cNvSpPr/>
          <p:nvPr/>
        </p:nvSpPr>
        <p:spPr>
          <a:xfrm>
            <a:off x="4551680" y="3606800"/>
            <a:ext cx="1361440" cy="0"/>
          </a:xfrm>
          <a:custGeom>
            <a:avLst/>
            <a:gdLst>
              <a:gd name="csX0" fmla="*/ 0 w 1361440"/>
              <a:gd name="csY0" fmla="*/ 0 h 0"/>
              <a:gd name="csX1" fmla="*/ 1361440 w 136144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361440">
                <a:moveTo>
                  <a:pt x="0" y="0"/>
                </a:moveTo>
                <a:lnTo>
                  <a:pt x="136144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7812367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1E93E-BA69-23F5-71D6-07551C65D6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AC03953E-1ADC-7B3F-B010-9D86D7CD34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2D253BA1-C0F6-A4CA-3BE0-E168AD950F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300C49F2-D832-0CFB-0EA7-E03123901E12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B50D907-9FF9-983C-36A9-A9786C1FF406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36DE7B7-8751-26F5-5574-C2B77F08ECF6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5DB8F20-0134-91C8-A8C6-CF0B1B87739E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D25E2873-9A9D-334F-0D65-04223581A59C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05817F2-5E7C-FEA7-06DE-AFED3171092B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3E24B16D-29C0-D03D-B442-7149A99795C9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A6876C88-AE6E-79EB-76F3-481DC558ACFA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5F2095E9-5324-2F52-7C7B-EBFC33CD503F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D7498EC-502B-2333-8F4B-1CDB74F33919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0A549664-CCAD-D491-0395-562EE2B72148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B5E34779-DA2B-F13B-10F3-000A3ACBBDF4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35734965-238A-395C-1ABF-8CA504158BD0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FEB17F4D-1D15-D698-25F1-F29A0A80614E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02726AE8-9F83-07A3-9408-A48CDD146A63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F663F46-F3B3-B201-B839-81AAABDE2F14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D337D849-DE41-D65B-BE2F-7D03A79847D3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C968CDE-2B99-5D73-1645-BC3E1792969F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7FA42636-4573-53F6-DD4A-B7777B835A04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079558A0-A198-6F08-F568-22F80577FB17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E5BAFF4C-600A-5B83-45A2-8189B05D3DB9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F33343E3-E63C-0E5C-512F-1784F4375EE7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58E1749F-75CB-C550-B139-B0A7757986FD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AD36A794-5BD1-1A74-BEAE-F6E63BD3BE15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797522C7-7C87-0069-60B3-70FCE39189B3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3C596072-53B7-3EB8-A3CA-FDC93CDF7C39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3FF1E9B-3D01-AED9-F7AA-053303715E99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CD1A42C-F245-F562-D6D9-2236EA685BE0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4A463D6-49F4-2364-8904-8A8D53129A07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DB8F3D89-579B-B780-F1D2-6016D00400EA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2072603-6031-EE0A-EC1D-50C7C4A4DF8B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89F7D38-917B-2EE8-AF7F-A5B0BF36F997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68C9211-5F04-3FD2-C32C-C1B90B1BA360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67F0DC8D-BDB7-0EB1-42B3-1071A70D48E9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E7B06D74-E053-1544-66EE-0BB070FF6194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6B64630-5EBE-EE47-2D7B-A146B2D4E623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5BC6CE9-EBEE-AAA4-7C27-29C003A1B261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A817A975-734B-F990-B733-8A0801EBA5C5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1C6ED7B4-FABD-AD6A-2C66-2931EEB29DA1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F55407B5-D23C-6584-1C72-7E33EA93F1C7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1257A0F1-7794-9320-3121-8275DFB91E63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6960C23D-0E93-38F4-9C40-7ECC64251B84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9529EECB-FBBB-ECA6-0397-D8169DB50655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42A2669E-7F85-D8BA-D253-8F22816D2377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43D7040B-03CD-7414-8F24-CFFE69604B48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1E8DE0D-D121-9226-75DC-76773D564376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0644F834-685E-56A4-554D-1E6F76022C3E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A29B40D9-2750-423A-3B56-6C12ADC6B4B1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FBA7A73-EA0A-BD99-502A-645A5B44D6AA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039B9C79-B42F-7532-9542-578B818172ED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33AE465B-A654-051D-881E-8FEAD047E4BE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B59E68B9-8569-90B5-C3A7-74EECC515E91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563CCC74-58C1-FF51-807A-2CF96ABE684A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1B376693-61B5-6355-EFFE-F7F02D428F47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E385DE3A-B9AF-E50A-A438-46DC44017EEF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0593A30-299B-AD83-0240-AACF81B3E2D0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F882908B-9FF8-CF07-D9A5-3AFC70EBF792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3ADA4E0E-AE89-1CDD-6127-76CE9AA1B2E8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A11F7817-21C7-2C65-9055-6DB1321368B5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52F40A76-C3CF-0393-650D-4EAB17DEC0D1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60758E7B-1176-8071-210F-0CA4A8F9491D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8B0F7A5B-3B34-CF06-F27D-4553CDCD9C84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791ACE5A-88A3-C260-09EC-A167B4FB095F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03F60ECD-BBA5-5E4A-7406-FF946090E513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B8C0CEA4-F786-7019-55FB-F6138C8475E0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1E567DBF-3715-5A79-C6E0-E43D60A5DA3F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CC16E614-40EC-2A18-F8D8-02020DDA5AED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79E72D9F-184B-9AD0-DF2B-EB892DD08F4B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6694C915-2D3F-A879-DD98-A0D3C80B9004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5FAFFFB6-9A0D-8FFF-DEE6-5CD2BC1D4CE0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B5DD0748-E05C-BA17-992B-85D49C4ACB01}"/>
              </a:ext>
            </a:extLst>
          </p:cNvPr>
          <p:cNvSpPr/>
          <p:nvPr/>
        </p:nvSpPr>
        <p:spPr>
          <a:xfrm>
            <a:off x="3783806" y="2962439"/>
            <a:ext cx="749300" cy="41258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FF173D2C-315C-5853-05F7-DAC384C8EF21}"/>
              </a:ext>
            </a:extLst>
          </p:cNvPr>
          <p:cNvSpPr/>
          <p:nvPr/>
        </p:nvSpPr>
        <p:spPr>
          <a:xfrm>
            <a:off x="5583238" y="3342215"/>
            <a:ext cx="749300" cy="482072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33065D2E-52AD-268E-C882-44A692BB2324}"/>
              </a:ext>
            </a:extLst>
          </p:cNvPr>
          <p:cNvSpPr/>
          <p:nvPr/>
        </p:nvSpPr>
        <p:spPr>
          <a:xfrm>
            <a:off x="2282825" y="3341851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7520B01E-6F68-8A4A-4DDB-8CC7B94B797E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50B0C082-C08E-4591-C222-5D966EBD3A6B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6903FE52-D482-0D6D-D020-DA840CC21B8A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6BD9EB88-C8AB-1536-72CE-144891508BBA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A3888048-02FF-65AE-27FB-C744B6B6582E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53E7B781-456C-F043-B45C-8969FA2FFBC1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113A53D4-3FAF-B6B3-649D-C92CE42AD157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19AEFF9F-28F5-7160-0D6E-0B02C527E3F2}"/>
              </a:ext>
            </a:extLst>
          </p:cNvPr>
          <p:cNvSpPr/>
          <p:nvPr/>
        </p:nvSpPr>
        <p:spPr>
          <a:xfrm>
            <a:off x="7888288" y="3341851"/>
            <a:ext cx="749300" cy="57292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C82388EC-94CD-0E10-9BDB-93C6DDEFCC2E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F5D2312C-2A56-20AD-AD8A-75B5B8098CB1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5660DA3B-9D0B-8B28-4662-F4E042DB55C5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98094855-5DFB-B3E8-7BD5-A1BAA6C6D884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9F969E26-96F4-4F76-1642-995846CFF898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3425590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E50EA8-E1AE-4AD7-CEDC-BAE0F07C74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8E2AA9-1B4E-9156-EF42-E33AD3D043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- 22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D368DF4-B2D4-5D9E-625C-798434187E8A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055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7EE904A-0520-8000-AB04-FB358D7EEC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F73676F-D25E-9B08-46D7-0A7FD4B8C9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0F64142-E389-3FE1-D771-44E03B92B0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C68B725-EB24-D898-7CC9-477D7DEBD1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238B305-05DF-6C9C-5913-99702E6AA3BA}"/>
              </a:ext>
            </a:extLst>
          </p:cNvPr>
          <p:cNvSpPr/>
          <p:nvPr/>
        </p:nvSpPr>
        <p:spPr>
          <a:xfrm>
            <a:off x="2535382" y="3544585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F8F8F28-F191-9C47-3698-93AE1D951760}"/>
              </a:ext>
            </a:extLst>
          </p:cNvPr>
          <p:cNvSpPr/>
          <p:nvPr/>
        </p:nvSpPr>
        <p:spPr>
          <a:xfrm>
            <a:off x="5892800" y="3429000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53845A05-6673-FF43-59AF-2BB8679BFDEA}"/>
              </a:ext>
            </a:extLst>
          </p:cNvPr>
          <p:cNvSpPr/>
          <p:nvPr/>
        </p:nvSpPr>
        <p:spPr>
          <a:xfrm>
            <a:off x="4551680" y="3606800"/>
            <a:ext cx="1361440" cy="0"/>
          </a:xfrm>
          <a:custGeom>
            <a:avLst/>
            <a:gdLst>
              <a:gd name="csX0" fmla="*/ 0 w 1361440"/>
              <a:gd name="csY0" fmla="*/ 0 h 0"/>
              <a:gd name="csX1" fmla="*/ 1361440 w 136144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361440">
                <a:moveTo>
                  <a:pt x="0" y="0"/>
                </a:moveTo>
                <a:lnTo>
                  <a:pt x="136144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5EACEB8-A84E-EE73-3035-9DCDD0BBBFD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46112" y="2196380"/>
            <a:ext cx="3588688" cy="421431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649857363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63A6C-BB8E-1BCE-F266-E8C13EFF0A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39E0CA88-AD95-6BE5-A787-2CB3BEB3A1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776E1D48-6C2C-8ADB-AC3F-5BB777E897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5A91E169-1EE6-AE09-9EEA-8153D705FC97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020F78B-891E-C959-2DAA-6F450AC62191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0687E81-6EC4-1B31-9655-20A80CBB4170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35C09CE-9A73-9B71-C25F-807922BDB368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9B2A6DE3-2A23-8618-E523-F4326D08CE1C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48C8979-90B5-8A04-9426-335998247996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D382DDCB-DEF8-8F41-BE65-520A39C9D696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9286419E-7523-18B8-BC99-BED1B4F79B6B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984702CA-E876-8F2F-09A8-A7E84D16D102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0011CE5-FD7D-82D0-E07D-EDA61254541A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FFEAEA48-C0D7-2BB3-1A97-223739B7C966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43915E92-F631-CF18-DAC5-996EEE6BEA34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2A561596-3782-271C-2FC5-451765006B9F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3CC41B97-0735-DB33-08CB-14009B596880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2BBD3DB2-ABD6-E288-EB53-748920AC391F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DE0881C-AD12-C453-4950-CD549CA3F805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A332144C-2380-CA3A-F4ED-CBFC9C098062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5916F9F8-E4A9-4536-D408-8788D92B6F79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B07DD1AC-78B8-C6E6-99C8-3B7A5E5B1AEF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458EE868-23D4-A627-D63A-036E8341F8D9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D7D8399B-6DED-F678-5EBB-B63E6C753443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06B78B61-408C-94F6-E816-6F09C76A78DD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CD0657F9-F268-71CD-66C6-0AD5458DE490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95E20B89-E748-C6F4-94D2-7A9873DAD2B5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7474D90E-FD64-7C44-3618-F4640953AEC1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432D5AF7-D2F2-BF32-796A-666481CFAD67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E5E14AE-EEC2-657E-12ED-E68716B7BFE2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4E826A7-F90B-5930-7F6D-E0DD3E32B64A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FC38E43-3B27-D715-97CD-D031194A7727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9B0FB60-ED60-DF77-10B5-938179D8537C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BC1E477-892F-7BF6-1219-774F43E63767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08DE5DA-25E5-C4D6-1683-A89B6A062987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8D1A91B-2096-EDDF-427D-BE0A7286B2A3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002C7F0-8483-F70D-CBD5-4D02A0417FAF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FE03082-3458-1F2B-F93A-52663F41CEC6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8FBF756-F269-F1AB-5EFB-559E18114900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B763427-F3BA-7177-B0AE-1E342374448F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0DEC4BD-2E89-91A2-82DC-B9E294ABFA73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730255C-A361-50B5-0670-6B815E49E8B2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D6F88FC-EB9A-4D6E-CC66-3F67727E80CF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CF14FF75-E0DC-8E97-C889-413E24D184BC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28A1FB87-DF7D-C923-DDB2-9C7A36508993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BF77B3CF-6F1F-CBE8-F231-219A2EEC4583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83C2C140-5F8C-59C9-4C63-E0074CC7F5AB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2D04B1AA-6503-6CAA-1324-76B7E67A1879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258A9FE9-BD1D-8ED5-513A-10FB74ACF076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9E51B0E4-780B-8C83-D5AB-0A955A5F912E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589F620A-71E8-5BB2-B99D-BEE67B18F548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78C14BB7-3342-C8A4-7D7E-BD680B959E9E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30BD87A0-9443-99F5-630D-D3C393B03909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A530B755-9B6A-9F4B-698D-249A4EDC37DB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F27D5D93-B526-67B2-A522-3DD9DDD57422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4F5EB7DE-2810-95A2-E157-CA24D7C8F17A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0F5170F7-E243-4D81-15A9-06D9E997B9BA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8A1D433B-387A-984F-4398-1B2B1B38DB7B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3EFB4680-6710-0F04-3036-5D0BDCE02EC7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00165B53-B784-12BC-3683-939036EE8B39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EA27E612-1221-4646-7F3A-13E835318F89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A84AD2AC-65D1-45CD-ED25-EDAF16BF4FF0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A1F192B8-ECA5-D740-6392-CE01405867C7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44B0FBD8-857B-E5BE-45C2-826F85CDBF03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B17832BD-1DC6-763E-D785-6E88311157BE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CE2C5BAB-2883-2B83-F73B-E4F4722EC324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FF4F403A-ADE0-E948-A063-5E3AFC8418F9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CC741F2E-7CD0-D968-838A-A3872228E8AE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2BFA4289-C694-CDED-B402-E266CC70661B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EF1B7AC8-04DD-24F5-4F8D-6262478C61FB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109BFDD0-D199-02EB-B7B4-E280D1E21BF3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5EC9F518-5736-4686-329F-1B303B03F6B7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B80482A4-AF68-83E2-1502-5DA429998617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2958D686-BECA-5629-FB56-5D10A576CC05}"/>
              </a:ext>
            </a:extLst>
          </p:cNvPr>
          <p:cNvSpPr/>
          <p:nvPr/>
        </p:nvSpPr>
        <p:spPr>
          <a:xfrm>
            <a:off x="3783806" y="2962439"/>
            <a:ext cx="749300" cy="41258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ABA7A77B-ACDE-F28F-9293-A4148CEB4B96}"/>
              </a:ext>
            </a:extLst>
          </p:cNvPr>
          <p:cNvSpPr/>
          <p:nvPr/>
        </p:nvSpPr>
        <p:spPr>
          <a:xfrm>
            <a:off x="5583238" y="3342215"/>
            <a:ext cx="749300" cy="482072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06FBDCE5-4E57-67E9-61BD-04DE30BD9353}"/>
              </a:ext>
            </a:extLst>
          </p:cNvPr>
          <p:cNvSpPr/>
          <p:nvPr/>
        </p:nvSpPr>
        <p:spPr>
          <a:xfrm>
            <a:off x="2282825" y="3341851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C0759CDF-4088-CBD0-F859-C98BAE9DD679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543ED03E-923F-649A-5988-3BCDC64C7591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A7B707B2-A7F4-266C-0ED4-68396471FEE6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04E0B7FD-F13A-E9CB-72D9-D2137F24150C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99637559-CEEB-8F5B-9001-7B22B3B23842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1BEF05BC-7A78-115E-A871-BCFC7334A281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B411422A-C374-0206-4C22-1CAEF0F3F141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2BD43237-4CDE-826E-9AD1-BE0388581AC5}"/>
              </a:ext>
            </a:extLst>
          </p:cNvPr>
          <p:cNvSpPr/>
          <p:nvPr/>
        </p:nvSpPr>
        <p:spPr>
          <a:xfrm>
            <a:off x="7888288" y="3341851"/>
            <a:ext cx="749300" cy="57292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AA40CD27-5E24-DB23-FC63-468726CB746A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424FE82D-C5EE-876B-DEB9-D011E08D9A1D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B98C2C24-39EF-B9BD-994D-0BC22C511F76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AC9F08AF-3A23-D6E0-1F08-02BCF275C117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09FD8381-EF4E-F9CE-C7FD-46B7AE3F29F3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DEDF4A90-3867-A2C1-E97E-74C784A40B50}"/>
              </a:ext>
            </a:extLst>
          </p:cNvPr>
          <p:cNvSpPr/>
          <p:nvPr/>
        </p:nvSpPr>
        <p:spPr>
          <a:xfrm>
            <a:off x="2286000" y="5146839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69B08A5E-F2E3-81C5-2D12-FF1D9C6C73EC}"/>
              </a:ext>
            </a:extLst>
          </p:cNvPr>
          <p:cNvSpPr/>
          <p:nvPr/>
        </p:nvSpPr>
        <p:spPr>
          <a:xfrm>
            <a:off x="2278062" y="459224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B817FB61-9468-48CA-F549-6FDF41FB6178}"/>
              </a:ext>
            </a:extLst>
          </p:cNvPr>
          <p:cNvSpPr/>
          <p:nvPr/>
        </p:nvSpPr>
        <p:spPr>
          <a:xfrm>
            <a:off x="3043238" y="3248025"/>
            <a:ext cx="733425" cy="1524000"/>
          </a:xfrm>
          <a:custGeom>
            <a:avLst/>
            <a:gdLst>
              <a:gd name="csX0" fmla="*/ 733425 w 733425"/>
              <a:gd name="csY0" fmla="*/ 0 h 1524000"/>
              <a:gd name="csX1" fmla="*/ 61912 w 733425"/>
              <a:gd name="csY1" fmla="*/ 0 h 1524000"/>
              <a:gd name="csX2" fmla="*/ 52387 w 733425"/>
              <a:gd name="csY2" fmla="*/ 1524000 h 1524000"/>
              <a:gd name="csX3" fmla="*/ 0 w 733425"/>
              <a:gd name="csY3" fmla="*/ 1524000 h 152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33425" h="1524000">
                <a:moveTo>
                  <a:pt x="733425" y="0"/>
                </a:moveTo>
                <a:lnTo>
                  <a:pt x="61912" y="0"/>
                </a:lnTo>
                <a:lnTo>
                  <a:pt x="52387" y="1524000"/>
                </a:lnTo>
                <a:lnTo>
                  <a:pt x="0" y="15240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Freeform: Shape 93">
            <a:extLst>
              <a:ext uri="{FF2B5EF4-FFF2-40B4-BE49-F238E27FC236}">
                <a16:creationId xmlns:a16="http://schemas.microsoft.com/office/drawing/2014/main" id="{61BEBA80-AE22-80CF-BE32-9F9825F5DC80}"/>
              </a:ext>
            </a:extLst>
          </p:cNvPr>
          <p:cNvSpPr/>
          <p:nvPr/>
        </p:nvSpPr>
        <p:spPr>
          <a:xfrm>
            <a:off x="2657475" y="4957763"/>
            <a:ext cx="0" cy="133350"/>
          </a:xfrm>
          <a:custGeom>
            <a:avLst/>
            <a:gdLst>
              <a:gd name="csX0" fmla="*/ 0 w 0"/>
              <a:gd name="csY0" fmla="*/ 0 h 133350"/>
              <a:gd name="csX1" fmla="*/ 0 w 0"/>
              <a:gd name="csY1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5199979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A469E7-3EAD-7354-C4E6-3C3C49F9EB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3D155D-7C53-000C-CD96-9EB69FEDBA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- 23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91FB669-E510-2094-AFED-CC2606A28F0B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056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49D988B-ED5E-86D6-0825-76EF6F3565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C32FBE6-6A70-AFDE-5911-8158FA5923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083C9D8-1193-4822-D402-7596E035DC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FC167C2-109D-42DF-F578-8482C6529F4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65A8DD4E-2B26-FFA3-129A-28731295001E}"/>
              </a:ext>
            </a:extLst>
          </p:cNvPr>
          <p:cNvSpPr/>
          <p:nvPr/>
        </p:nvSpPr>
        <p:spPr>
          <a:xfrm>
            <a:off x="2535382" y="3544584"/>
            <a:ext cx="2036618" cy="3107273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A0A147-20EB-1AB0-A931-29CF829A2D9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34960" y="2002718"/>
            <a:ext cx="6135267" cy="429543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841358350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72DD86-71E2-99AE-CFB9-66EDDE713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CA439988-33E3-A0D2-5433-236420EBCD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006C7FFE-71FD-15B2-16D1-A745C19C2E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4B92EFA4-5C87-1392-34EE-E2B3D69BC38C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11688653-A695-FFCC-85C7-5CDD723B472C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AF00D0E-EFA4-65D7-3777-068F7C228DAC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914C577-D022-0B78-0BE7-5B3971CAB08D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37F24BDF-02D7-C2CA-5BC2-FE146D882AF5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5E2BFB5-7429-D3F0-AADA-7A9D6851DDB3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BDED0533-F204-C3B1-DC4E-3EBEB9080060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99FE40BA-A93D-5511-79ED-040872ED5510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EB271C38-A6B7-97E1-FF90-4EC779BC304D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3E26BABC-4F1D-D536-BB5C-8A41997FDD9E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B2BB6954-3680-65D2-8701-3673758ED776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36CA4958-97FB-E1E6-76E1-65A09FAAE589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FB35160-6DA0-4307-81CA-4A56E343A86C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D0E97875-63B9-BB20-A101-1B1040814747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E0ED9551-24FE-A202-862A-27FFA485535A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E6EC3E68-BCAE-6F5D-1048-6D2C3E4E7C8C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F8C4668B-E141-C3E9-B216-B2139D4476CF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AC339B7D-A0EA-86B3-D3D2-ABF9156BE79E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E2F0C35D-F389-4505-F4C2-FB67E047DBC7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9A9EC102-5F43-6FAC-28B3-E1258C91538B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1049C621-C6A4-05F3-6A69-FDA8E7D042C6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5C4DE54A-3599-8579-A18B-2D4BB8BD631B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AAD9D7B9-FE49-EE99-C7F9-9BA5F90C5CA8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7A292D6F-1915-06A9-4436-FA87CAAECC48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62D4F484-373C-7D30-6D50-4F1105191620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ECCB2B60-D85D-A0B8-CDA5-0E298FCD40E0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3B84173-0D61-E7D3-4184-9ADD9374726B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21D2525-3C2C-9458-A9B6-236253AA8E85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6E3F133-DAAE-D750-D776-A9329617A9AB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6A0EB88-E457-3C0D-25D1-5F111611A4D5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776A9E8-5252-09B4-D9E5-EC53D67F410E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547D7C6-4C55-F904-EBA7-A5609977DB10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05D9F4C-4667-2E18-7CF4-9926DD2F5975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B7F17886-5647-39BF-ED4F-8E4BD0692113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97563BD4-23AF-9DEB-15FD-AB1D997A51FD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026D5D0B-C6F4-1522-029D-400843DEBC6E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EB190AC-E5DE-5735-935E-01192890771A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C0E7C3C-2BC4-9CBD-3930-201C87B8DD57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EC70D5DD-BF9C-F4EB-7241-0B3E47772846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F3BED92-7D62-B19D-0A03-97D21BF74525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38A30214-F493-B2B1-C39E-A1050AFCAA55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542C3E9D-D1A9-999C-413E-DF769E890407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05130DD3-CF73-DB46-DD07-CB8877A1EB9B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8CB998C0-C0BE-3820-2A6F-94D5CF00CF23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D8AE4655-42E6-B6AD-C30C-93575806D0BD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130D864-CC68-51FB-637D-3C7116D6C3AB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7B9D1EEC-B3BF-0E31-1E31-C1AEA995A9F5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C080EECB-5FAC-245F-BE44-414AA3A1D82E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4035DA09-2B46-EB32-B851-95D164E9A499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59D79EC0-B12D-0FFA-10EC-68A117EBA939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D3F72A94-9885-BEB3-2364-05BD054EE5D3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290510E8-BD31-3B1D-BD5B-32842EA3F240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6C8785F2-DE84-935F-3A22-D6D461B82057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58E97C1D-EFA5-9B0D-2687-8DB5A5CE4CEC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4CBC0115-1199-041A-5C5D-42D0F0997791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82284CBF-C021-4F01-3869-DECC9AF18DB9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AF674239-785A-ACB9-A790-B71266929DB6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945A10A8-D86A-F7B8-4E4B-D6AD60F271DE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A3A2437A-C588-BE92-A5A5-C53D4F9862C7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1650D02F-0653-5746-30FC-4752547DB239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B564A873-AD02-CD35-4787-F34FA397BFB4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0398CB4C-29EE-7A9F-0B2D-144A8DC3FE0C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A26C4D36-872E-8C18-E086-F20292B4C0F9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45D4911D-69DE-C69A-5455-6A566E294C0E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E717843C-49D0-3F74-0F2D-0786B7F172AE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2998E180-5218-3057-5054-1A3AD3BAF5D6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06B73C88-0BBB-B4F0-5247-F19D1918BB56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BC946852-5CCC-7EC6-2038-4BC39DA53428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2B730EC5-E818-6FEF-5C54-3C136811CFCD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49E1E393-FFA0-16E2-E98A-A2E448913D9A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4AA92D27-3EAD-513A-AAFF-BD0078D32C87}"/>
              </a:ext>
            </a:extLst>
          </p:cNvPr>
          <p:cNvSpPr/>
          <p:nvPr/>
        </p:nvSpPr>
        <p:spPr>
          <a:xfrm>
            <a:off x="3783806" y="2962439"/>
            <a:ext cx="749300" cy="41258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F105F950-5408-1EDD-4221-5D4D5DA255A8}"/>
              </a:ext>
            </a:extLst>
          </p:cNvPr>
          <p:cNvSpPr/>
          <p:nvPr/>
        </p:nvSpPr>
        <p:spPr>
          <a:xfrm>
            <a:off x="5583238" y="3342215"/>
            <a:ext cx="749300" cy="482072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FD6E5D52-2EA2-03F1-9298-BEF6FFEF2F6A}"/>
              </a:ext>
            </a:extLst>
          </p:cNvPr>
          <p:cNvSpPr/>
          <p:nvPr/>
        </p:nvSpPr>
        <p:spPr>
          <a:xfrm>
            <a:off x="7200106" y="5653087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B39DB6B5-872E-AA94-A3D8-7D0B13C2D075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C854269B-23F2-6DF4-8903-A6BD316E9C7E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26FABBEB-E644-7038-94F6-50CF506B9AB5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93DCFCE6-FE6A-810B-9AB2-677C0043CDF1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A377B1ED-D9B1-7B7F-0E2B-554E714E8608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AD97E7FB-230F-2C83-E051-E56AF594D46B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BF50E82A-4398-2481-1AC2-158D8B909571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9200CFB2-0913-27C6-BC5C-7E8AC6B485C4}"/>
              </a:ext>
            </a:extLst>
          </p:cNvPr>
          <p:cNvSpPr/>
          <p:nvPr/>
        </p:nvSpPr>
        <p:spPr>
          <a:xfrm>
            <a:off x="7888288" y="3341851"/>
            <a:ext cx="749300" cy="57292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4956195A-C658-F6B1-98E8-38DA5D24B98F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16FFE225-15EC-B935-274C-8F976C094CF5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26EB6F35-D4B4-572A-CABB-A784832478D2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BD1EC124-59E4-C97F-5222-BC2F50F8A490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A0F0AAEE-06E6-39BA-6133-A81898070043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6257C644-CDD3-97F9-7287-02D82A935316}"/>
              </a:ext>
            </a:extLst>
          </p:cNvPr>
          <p:cNvSpPr/>
          <p:nvPr/>
        </p:nvSpPr>
        <p:spPr>
          <a:xfrm>
            <a:off x="2286000" y="5146839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4F428B1C-48EA-E8AC-21FB-829B86F23934}"/>
              </a:ext>
            </a:extLst>
          </p:cNvPr>
          <p:cNvSpPr/>
          <p:nvPr/>
        </p:nvSpPr>
        <p:spPr>
          <a:xfrm>
            <a:off x="2278062" y="459224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2EE02DCB-5873-A08A-D494-98FB010F7382}"/>
              </a:ext>
            </a:extLst>
          </p:cNvPr>
          <p:cNvSpPr/>
          <p:nvPr/>
        </p:nvSpPr>
        <p:spPr>
          <a:xfrm>
            <a:off x="3043238" y="3248025"/>
            <a:ext cx="733425" cy="1524000"/>
          </a:xfrm>
          <a:custGeom>
            <a:avLst/>
            <a:gdLst>
              <a:gd name="csX0" fmla="*/ 733425 w 733425"/>
              <a:gd name="csY0" fmla="*/ 0 h 1524000"/>
              <a:gd name="csX1" fmla="*/ 61912 w 733425"/>
              <a:gd name="csY1" fmla="*/ 0 h 1524000"/>
              <a:gd name="csX2" fmla="*/ 52387 w 733425"/>
              <a:gd name="csY2" fmla="*/ 1524000 h 1524000"/>
              <a:gd name="csX3" fmla="*/ 0 w 733425"/>
              <a:gd name="csY3" fmla="*/ 1524000 h 152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33425" h="1524000">
                <a:moveTo>
                  <a:pt x="733425" y="0"/>
                </a:moveTo>
                <a:lnTo>
                  <a:pt x="61912" y="0"/>
                </a:lnTo>
                <a:lnTo>
                  <a:pt x="52387" y="1524000"/>
                </a:lnTo>
                <a:lnTo>
                  <a:pt x="0" y="15240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Freeform: Shape 93">
            <a:extLst>
              <a:ext uri="{FF2B5EF4-FFF2-40B4-BE49-F238E27FC236}">
                <a16:creationId xmlns:a16="http://schemas.microsoft.com/office/drawing/2014/main" id="{F786EC6B-D15F-C3D2-C0C9-4E592BAEE735}"/>
              </a:ext>
            </a:extLst>
          </p:cNvPr>
          <p:cNvSpPr/>
          <p:nvPr/>
        </p:nvSpPr>
        <p:spPr>
          <a:xfrm>
            <a:off x="2657475" y="4957763"/>
            <a:ext cx="0" cy="133350"/>
          </a:xfrm>
          <a:custGeom>
            <a:avLst/>
            <a:gdLst>
              <a:gd name="csX0" fmla="*/ 0 w 0"/>
              <a:gd name="csY0" fmla="*/ 0 h 133350"/>
              <a:gd name="csX1" fmla="*/ 0 w 0"/>
              <a:gd name="csY1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49F608B6-87FC-F31F-74D7-D99CC9B994E0}"/>
              </a:ext>
            </a:extLst>
          </p:cNvPr>
          <p:cNvSpPr/>
          <p:nvPr/>
        </p:nvSpPr>
        <p:spPr>
          <a:xfrm>
            <a:off x="4540250" y="3060700"/>
            <a:ext cx="3041650" cy="2590800"/>
          </a:xfrm>
          <a:custGeom>
            <a:avLst/>
            <a:gdLst>
              <a:gd name="csX0" fmla="*/ 0 w 3041650"/>
              <a:gd name="csY0" fmla="*/ 25400 h 2590800"/>
              <a:gd name="csX1" fmla="*/ 1555750 w 3041650"/>
              <a:gd name="csY1" fmla="*/ 25400 h 2590800"/>
              <a:gd name="csX2" fmla="*/ 1581150 w 3041650"/>
              <a:gd name="csY2" fmla="*/ 0 h 2590800"/>
              <a:gd name="csX3" fmla="*/ 1752600 w 3041650"/>
              <a:gd name="csY3" fmla="*/ 0 h 2590800"/>
              <a:gd name="csX4" fmla="*/ 1797050 w 3041650"/>
              <a:gd name="csY4" fmla="*/ 31750 h 2590800"/>
              <a:gd name="csX5" fmla="*/ 3035300 w 3041650"/>
              <a:gd name="csY5" fmla="*/ 38100 h 2590800"/>
              <a:gd name="csX6" fmla="*/ 3041650 w 3041650"/>
              <a:gd name="csY6" fmla="*/ 2590800 h 2590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041650" h="2590800">
                <a:moveTo>
                  <a:pt x="0" y="25400"/>
                </a:moveTo>
                <a:lnTo>
                  <a:pt x="1555750" y="25400"/>
                </a:lnTo>
                <a:lnTo>
                  <a:pt x="1581150" y="0"/>
                </a:lnTo>
                <a:lnTo>
                  <a:pt x="1752600" y="0"/>
                </a:lnTo>
                <a:lnTo>
                  <a:pt x="1797050" y="31750"/>
                </a:lnTo>
                <a:lnTo>
                  <a:pt x="3035300" y="38100"/>
                </a:lnTo>
                <a:cubicBezTo>
                  <a:pt x="3037417" y="889000"/>
                  <a:pt x="3039533" y="1739900"/>
                  <a:pt x="3041650" y="25908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5850519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9DF299-5D17-E076-B61E-30E52F2D85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8A30B4-B5EF-8F7C-090C-AC01FB5897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- 24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4D7DCE79-50FA-ED94-5A84-BEE9785AA59A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057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AB7C71E-DD9B-D56F-C8CB-0EEBE363F8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21557C0-6E94-29B0-CC6D-DB0857C8F9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ACE6C39-CDAC-800E-E261-EF8C605D0D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6CEED59-C627-94BE-B5A6-02F776E80C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93D9784-96D0-50A9-ABD1-CEC7070FFF45}"/>
              </a:ext>
            </a:extLst>
          </p:cNvPr>
          <p:cNvSpPr/>
          <p:nvPr/>
        </p:nvSpPr>
        <p:spPr>
          <a:xfrm>
            <a:off x="2535382" y="3544584"/>
            <a:ext cx="2036618" cy="3107273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443883D-FC66-9249-1BCA-3BDC57CD58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76963" y="2204662"/>
            <a:ext cx="6694670" cy="411485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15051181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F561F-7D02-1283-5785-9A392F140C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91B6AA1D-2062-2BE6-7953-9BCC09185E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4B6E9A99-28A2-037E-0188-19C81EB252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B104D138-F488-CB2E-E034-FE1BE3F046C0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53D8058B-A88A-220A-37B1-05FDCCCA2083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E193523-6206-BE27-E577-6953A5E2708B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6144DC1-4ED7-88B7-C06D-B4BB307C729B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7B494B2F-6C8E-7E77-D1F1-66E93C687C28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CF307EA-EA4A-3559-C99A-3101A4BD65E7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E183CCFC-6D6E-A497-0F4B-415B8D1FFB4C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D8992450-05A6-1AAA-9602-51DE33FBA642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E66E6BE6-9FCC-8C3D-3DE6-86CD142CBEE4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CB45122-CE4E-BF73-71B8-AB2AE2E23FBB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47793F71-C8E2-D8A7-04DF-6DD2DDD0D813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C10D8EF3-D3AC-51D3-F656-8C44EA0B996A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212F44CD-04A6-F69B-B9F6-5B91322AEE07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13038C7-B6D6-B66E-0143-7D190239AB55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86D73C8D-24F6-6C27-0AEE-D42814223C7B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10D54093-9CD7-6D1D-C1C4-6C1905802F58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11C969E1-992F-927C-6B6F-CD211F3A8922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52B846DD-825D-48C6-BBC9-E21E31C5C7A2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B56F702C-6265-83F8-1269-5F51BDC6D6EE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429158D4-EF7E-A6C6-1687-5FFFBD473E16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88E1E2DD-7F97-C17C-830E-12D8741275DA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39F81DE9-D8D5-4458-59EF-ABE43549ED2E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F33AF245-CBEA-B0AE-468A-25F6B13CCF27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8D29D136-407B-F294-A368-B8B4E49AF133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12173B8F-2CDD-EB8D-2DEF-B5371EFF89CF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2FDA1E06-99E1-AFD2-AA81-ACBE6047EB50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CC57B01-7552-472D-7667-CBDE77CA9A87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86C5E0C-A256-8331-6FD8-421CCBAC17FC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BA985AC-DFA7-F008-34C3-ADD01D9D8DB4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B6E88EC-D6D4-E55F-BE0D-69B42D3FDF4A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02DC8FE-89C9-9D68-B4BB-AAD0D47743BC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AE39EC8-49D5-31B8-E677-6D767A27D09C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DE5702D-09E4-54C0-40F8-48EF8C1E8919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B8060DB-0773-9D67-2554-797F3F111E9B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E084FCDF-933C-ABC8-C610-826F7F5F7027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D865BB55-3D25-006A-E739-9533FA5CAD4A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D3EFB3A-BA49-078C-3E2F-01B24EB22199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1F400F5-1DF4-1EA5-F511-E82ABDDB7B91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BC08BFC-A971-315A-1D79-6CE3B2FD1A2F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FEEFE466-14D7-395D-0EDA-840D100F5949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0AF73DC1-77B6-70A6-2B0C-76E8D2EF3553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9BF62D42-19EC-88C6-1A1E-28D3AC7B361E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CD185DF1-B52E-D386-64EE-E9EFA25C482E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83360AE-0CA9-3E02-2D8F-9F10C78C4C55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ECB170AB-DC28-B37D-71BD-2F6DC3F76BBE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F6570BB-A422-1ACF-AF63-601F963DE4DD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B6062C1C-C195-AF49-CB28-0713B016241C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418655FA-AE0B-32EE-506A-8D097464D856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EDE185FA-E553-638D-A025-65AD53C6A45B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3D8A24C5-6235-A4BC-6F00-A7BDDEF63EA0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60448306-F3C3-75EE-BFA3-3BC3E0986D40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A0DEB897-DFCB-54AB-428F-6B6F9A78BA6E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71A97E36-550C-890E-AC7F-4787402920D9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55BBDA2-66C5-FDB1-1695-9824D58667E0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D14E989E-8F44-C41D-F17F-F1625FC5AD52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7D835C03-C507-67B2-63BE-6501EE5BF247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090B33E2-21E2-5BE3-4577-F7936340B72F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CED00403-A055-1FAD-12A0-A828DA855C29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5F60BCB7-8A2F-C07D-8AA6-CE903A6FEA0B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BD4F2189-DC40-06D6-5E31-F49E9CB92F73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09B31CA7-8D88-5E23-963B-7DBF9604766A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1144E5FC-3F5F-3CE0-0654-0F246D76E983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85B7BFAF-2586-115D-2FFE-BDBA7BF62917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84E3C952-0D81-E222-A3F7-2BA8F0618133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7805AFB3-80B6-3F96-687E-886050012750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BD50E5DA-4C13-5E01-7823-FB213A37A550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AC6D507-71D6-AAE1-6BD4-B53E3890F488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33510E41-68FE-603A-74AB-31D58E9E862E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AEADA32A-9C74-DF95-C331-BD83C06E3920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4C7F8364-04C9-7014-8556-101FBA9BF8E7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23AD03D3-99EC-63E4-5ACE-C3D5809F52EA}"/>
              </a:ext>
            </a:extLst>
          </p:cNvPr>
          <p:cNvSpPr/>
          <p:nvPr/>
        </p:nvSpPr>
        <p:spPr>
          <a:xfrm>
            <a:off x="5583238" y="3342215"/>
            <a:ext cx="749300" cy="482072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60B7DE73-D0CC-4B86-9112-2E2B8F5B4C0C}"/>
              </a:ext>
            </a:extLst>
          </p:cNvPr>
          <p:cNvSpPr/>
          <p:nvPr/>
        </p:nvSpPr>
        <p:spPr>
          <a:xfrm>
            <a:off x="7200106" y="5653087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67C15ACB-9813-97B4-AB4C-631FA219804F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46C3BA0C-0584-C3C3-D235-A22AFEC64A9F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914F44F6-D41C-BF40-719C-B144D85BE980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6B8868F1-B2DF-042A-3A38-FBEAFE93A517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29A63DD3-864F-A66F-A1D8-119E1B9200C7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16B51BBF-9046-617F-DEDD-8111D2F3E8A1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81E826B2-2539-00A3-44AF-85F57CFF1AC7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821D5E62-7B7C-9D49-05B0-BD58F41E138D}"/>
              </a:ext>
            </a:extLst>
          </p:cNvPr>
          <p:cNvSpPr/>
          <p:nvPr/>
        </p:nvSpPr>
        <p:spPr>
          <a:xfrm>
            <a:off x="8078788" y="4775739"/>
            <a:ext cx="749300" cy="472910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53021706-7093-B0FF-326C-1EE13AC3713D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070E5482-830B-9F2A-BEF2-45666B82DBDA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5A4E857B-EE2E-DFB0-5F70-25C916195CE2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2426D8C2-D80A-4BC6-DD32-A7B431BCEB11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98E1A705-CCD9-063F-ABE4-D054C002FB90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4B59E0FA-7218-24FC-2328-4C496FC7B80B}"/>
              </a:ext>
            </a:extLst>
          </p:cNvPr>
          <p:cNvSpPr/>
          <p:nvPr/>
        </p:nvSpPr>
        <p:spPr>
          <a:xfrm>
            <a:off x="2286000" y="5146839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B5A2EE35-A800-CDD4-9E4F-56610A312495}"/>
              </a:ext>
            </a:extLst>
          </p:cNvPr>
          <p:cNvSpPr/>
          <p:nvPr/>
        </p:nvSpPr>
        <p:spPr>
          <a:xfrm>
            <a:off x="2278062" y="459224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1A633EE9-4A2E-D8C3-47A8-0905D73B0016}"/>
              </a:ext>
            </a:extLst>
          </p:cNvPr>
          <p:cNvSpPr/>
          <p:nvPr/>
        </p:nvSpPr>
        <p:spPr>
          <a:xfrm>
            <a:off x="3043238" y="3248025"/>
            <a:ext cx="733425" cy="1524000"/>
          </a:xfrm>
          <a:custGeom>
            <a:avLst/>
            <a:gdLst>
              <a:gd name="csX0" fmla="*/ 733425 w 733425"/>
              <a:gd name="csY0" fmla="*/ 0 h 1524000"/>
              <a:gd name="csX1" fmla="*/ 61912 w 733425"/>
              <a:gd name="csY1" fmla="*/ 0 h 1524000"/>
              <a:gd name="csX2" fmla="*/ 52387 w 733425"/>
              <a:gd name="csY2" fmla="*/ 1524000 h 1524000"/>
              <a:gd name="csX3" fmla="*/ 0 w 733425"/>
              <a:gd name="csY3" fmla="*/ 1524000 h 152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33425" h="1524000">
                <a:moveTo>
                  <a:pt x="733425" y="0"/>
                </a:moveTo>
                <a:lnTo>
                  <a:pt x="61912" y="0"/>
                </a:lnTo>
                <a:lnTo>
                  <a:pt x="52387" y="1524000"/>
                </a:lnTo>
                <a:lnTo>
                  <a:pt x="0" y="15240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Freeform: Shape 93">
            <a:extLst>
              <a:ext uri="{FF2B5EF4-FFF2-40B4-BE49-F238E27FC236}">
                <a16:creationId xmlns:a16="http://schemas.microsoft.com/office/drawing/2014/main" id="{91072C19-068C-0FDF-C277-C72175A6C6C6}"/>
              </a:ext>
            </a:extLst>
          </p:cNvPr>
          <p:cNvSpPr/>
          <p:nvPr/>
        </p:nvSpPr>
        <p:spPr>
          <a:xfrm>
            <a:off x="2657475" y="4957763"/>
            <a:ext cx="0" cy="133350"/>
          </a:xfrm>
          <a:custGeom>
            <a:avLst/>
            <a:gdLst>
              <a:gd name="csX0" fmla="*/ 0 w 0"/>
              <a:gd name="csY0" fmla="*/ 0 h 133350"/>
              <a:gd name="csX1" fmla="*/ 0 w 0"/>
              <a:gd name="csY1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3908C392-1F6A-2AC9-B685-757C114D4D70}"/>
              </a:ext>
            </a:extLst>
          </p:cNvPr>
          <p:cNvSpPr/>
          <p:nvPr/>
        </p:nvSpPr>
        <p:spPr>
          <a:xfrm>
            <a:off x="4540250" y="3060700"/>
            <a:ext cx="3041650" cy="2590800"/>
          </a:xfrm>
          <a:custGeom>
            <a:avLst/>
            <a:gdLst>
              <a:gd name="csX0" fmla="*/ 0 w 3041650"/>
              <a:gd name="csY0" fmla="*/ 25400 h 2590800"/>
              <a:gd name="csX1" fmla="*/ 1555750 w 3041650"/>
              <a:gd name="csY1" fmla="*/ 25400 h 2590800"/>
              <a:gd name="csX2" fmla="*/ 1581150 w 3041650"/>
              <a:gd name="csY2" fmla="*/ 0 h 2590800"/>
              <a:gd name="csX3" fmla="*/ 1752600 w 3041650"/>
              <a:gd name="csY3" fmla="*/ 0 h 2590800"/>
              <a:gd name="csX4" fmla="*/ 1797050 w 3041650"/>
              <a:gd name="csY4" fmla="*/ 31750 h 2590800"/>
              <a:gd name="csX5" fmla="*/ 3035300 w 3041650"/>
              <a:gd name="csY5" fmla="*/ 38100 h 2590800"/>
              <a:gd name="csX6" fmla="*/ 3041650 w 3041650"/>
              <a:gd name="csY6" fmla="*/ 2590800 h 2590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041650" h="2590800">
                <a:moveTo>
                  <a:pt x="0" y="25400"/>
                </a:moveTo>
                <a:lnTo>
                  <a:pt x="1555750" y="25400"/>
                </a:lnTo>
                <a:lnTo>
                  <a:pt x="1581150" y="0"/>
                </a:lnTo>
                <a:lnTo>
                  <a:pt x="1752600" y="0"/>
                </a:lnTo>
                <a:lnTo>
                  <a:pt x="1797050" y="31750"/>
                </a:lnTo>
                <a:lnTo>
                  <a:pt x="3035300" y="38100"/>
                </a:lnTo>
                <a:cubicBezTo>
                  <a:pt x="3037417" y="889000"/>
                  <a:pt x="3039533" y="1739900"/>
                  <a:pt x="3041650" y="25908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Freeform: Shape 92">
            <a:extLst>
              <a:ext uri="{FF2B5EF4-FFF2-40B4-BE49-F238E27FC236}">
                <a16:creationId xmlns:a16="http://schemas.microsoft.com/office/drawing/2014/main" id="{0A9323ED-461A-40FC-9AF3-3DF388325893}"/>
              </a:ext>
            </a:extLst>
          </p:cNvPr>
          <p:cNvSpPr/>
          <p:nvPr/>
        </p:nvSpPr>
        <p:spPr>
          <a:xfrm>
            <a:off x="4540250" y="3003550"/>
            <a:ext cx="3530600" cy="1962150"/>
          </a:xfrm>
          <a:custGeom>
            <a:avLst/>
            <a:gdLst>
              <a:gd name="csX0" fmla="*/ 0 w 3530600"/>
              <a:gd name="csY0" fmla="*/ 31750 h 1962150"/>
              <a:gd name="csX1" fmla="*/ 1524000 w 3530600"/>
              <a:gd name="csY1" fmla="*/ 31750 h 1962150"/>
              <a:gd name="csX2" fmla="*/ 1562100 w 3530600"/>
              <a:gd name="csY2" fmla="*/ 0 h 1962150"/>
              <a:gd name="csX3" fmla="*/ 1778000 w 3530600"/>
              <a:gd name="csY3" fmla="*/ 6350 h 1962150"/>
              <a:gd name="csX4" fmla="*/ 1809750 w 3530600"/>
              <a:gd name="csY4" fmla="*/ 38100 h 1962150"/>
              <a:gd name="csX5" fmla="*/ 3155950 w 3530600"/>
              <a:gd name="csY5" fmla="*/ 38100 h 1962150"/>
              <a:gd name="csX6" fmla="*/ 3162300 w 3530600"/>
              <a:gd name="csY6" fmla="*/ 1962150 h 1962150"/>
              <a:gd name="csX7" fmla="*/ 3530600 w 3530600"/>
              <a:gd name="csY7" fmla="*/ 1955800 h 1962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530600" h="1962150">
                <a:moveTo>
                  <a:pt x="0" y="31750"/>
                </a:moveTo>
                <a:lnTo>
                  <a:pt x="1524000" y="31750"/>
                </a:lnTo>
                <a:lnTo>
                  <a:pt x="1562100" y="0"/>
                </a:lnTo>
                <a:lnTo>
                  <a:pt x="1778000" y="6350"/>
                </a:lnTo>
                <a:lnTo>
                  <a:pt x="1809750" y="38100"/>
                </a:lnTo>
                <a:lnTo>
                  <a:pt x="3155950" y="38100"/>
                </a:lnTo>
                <a:cubicBezTo>
                  <a:pt x="3158067" y="679450"/>
                  <a:pt x="3160183" y="1320800"/>
                  <a:pt x="3162300" y="1962150"/>
                </a:cubicBezTo>
                <a:lnTo>
                  <a:pt x="3530600" y="1955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A89F5E48-54EE-C00B-4C98-2BF8C7600D9B}"/>
              </a:ext>
            </a:extLst>
          </p:cNvPr>
          <p:cNvSpPr/>
          <p:nvPr/>
        </p:nvSpPr>
        <p:spPr>
          <a:xfrm>
            <a:off x="7956550" y="5251450"/>
            <a:ext cx="501650" cy="596900"/>
          </a:xfrm>
          <a:custGeom>
            <a:avLst/>
            <a:gdLst>
              <a:gd name="csX0" fmla="*/ 0 w 501650"/>
              <a:gd name="csY0" fmla="*/ 596900 h 596900"/>
              <a:gd name="csX1" fmla="*/ 501650 w 501650"/>
              <a:gd name="csY1" fmla="*/ 596900 h 596900"/>
              <a:gd name="csX2" fmla="*/ 501650 w 501650"/>
              <a:gd name="csY2" fmla="*/ 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1650" h="596900">
                <a:moveTo>
                  <a:pt x="0" y="596900"/>
                </a:moveTo>
                <a:lnTo>
                  <a:pt x="501650" y="596900"/>
                </a:lnTo>
                <a:lnTo>
                  <a:pt x="501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B975D93B-1604-433E-DEF1-C0EA29A5C0BA}"/>
              </a:ext>
            </a:extLst>
          </p:cNvPr>
          <p:cNvSpPr/>
          <p:nvPr/>
        </p:nvSpPr>
        <p:spPr>
          <a:xfrm>
            <a:off x="3783806" y="29622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5BF08AF4-891A-CE4A-4920-FEB16B274EDC}"/>
              </a:ext>
            </a:extLst>
          </p:cNvPr>
          <p:cNvSpPr/>
          <p:nvPr/>
        </p:nvSpPr>
        <p:spPr>
          <a:xfrm>
            <a:off x="7875587" y="3346796"/>
            <a:ext cx="763588" cy="583854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352D269F-00E2-A869-98B5-5FA06AB417CB}"/>
              </a:ext>
            </a:extLst>
          </p:cNvPr>
          <p:cNvSpPr/>
          <p:nvPr/>
        </p:nvSpPr>
        <p:spPr>
          <a:xfrm>
            <a:off x="2283782" y="3345094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1724521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9895E2-AB90-4ACC-8D97-104DCBD95E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006283-C8AF-69F3-2DE1-F820801BF0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</a:t>
            </a:r>
            <a:r>
              <a:rPr lang="en-US" sz="4800" b="1"/>
              <a:t>- 25</a:t>
            </a:r>
            <a:endParaRPr lang="en-US" sz="4800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66A622E-E68A-96E2-0EBA-FBD3470F9E75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058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954C2AF-3748-B6AA-B7F4-0BE4B71B27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8C78370-D579-A162-988C-5549D865AE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E11A03E-3D2C-607C-E5BB-EE14AACB30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BBD344F-D6D9-3C39-3B3C-8CF9D07D50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A739627-DC47-D2C9-EDF7-874498F2F5C5}"/>
              </a:ext>
            </a:extLst>
          </p:cNvPr>
          <p:cNvSpPr/>
          <p:nvPr/>
        </p:nvSpPr>
        <p:spPr>
          <a:xfrm>
            <a:off x="2535382" y="3544584"/>
            <a:ext cx="2036618" cy="1687815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3A8E161-0E25-C878-A306-FF077694C75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41244" y="1457202"/>
            <a:ext cx="4144427" cy="513080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523792126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189746-8455-969D-48A3-06D39E2845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EAF99B4A-C2B6-0ED6-61CB-DFDFF557E2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3594B9DA-0729-88F2-432D-25F7CC39C8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AC14A21D-1598-308D-D5FC-BD3482A2DF8A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97D38DB-6767-0C6B-9DD5-89C96ED4A8DB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FDCADAD-8C7A-95A2-EDCA-076B700AA9E1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32235BE-23B4-0C7F-FDFB-85A20F092CBC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B435662F-242E-F671-FF1D-F0136880E304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7B3B4F0C-FF56-092D-D82A-164F205AD80E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276B5D1D-2098-FB54-B3F5-D0570B226DE2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F43D6850-E646-0F74-37C2-205434C9C92B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B55C2137-FC4E-67C2-73C6-5B57780059B1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ACD15D5-06D5-F072-6FE9-20DD77888E67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38DFAC21-5B8B-D59E-A4BD-87C5A676911A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1399B4E8-68E1-1147-EFB2-398A35CCB67A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AF126E15-C875-F90B-72EB-3C591E8B44F3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7C8006F1-52B0-0BFC-69A6-CA61919393E0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79FB618B-57C9-6565-6EEC-262C4B8A0189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FDC653AA-4EA0-180E-96CC-D7E90C8736D4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356DD314-B083-4F12-A4D9-CE768E5A1D2C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5ED870D7-F3AC-45B8-6368-99C0201F63C9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6B9304A0-7643-055C-889F-B8B50D7E1C4A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F9E38261-94A0-192E-9F35-07A243B4CDC9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DA637D5F-6550-749F-AFF7-F257D6D3A1D8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3A0D698A-725F-9B76-C3FF-12C49C2F014B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D2DCBFEC-DDC7-14D5-5E74-69FD6E37BBCD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38E3291-8E27-132C-B8DE-BD3B4F42679C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C7E6C138-8F47-240F-1850-EB46B7701A33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41A0DB70-B8E3-2FA1-4E80-66AE78666F0F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2FF01C2-7B2B-19A5-C81D-1B36E06D5B1C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0BA1A4E-A8D1-9B17-9C0E-91104E269C40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F13F5C8-109A-88B0-FC48-F64338E3319C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67BE96B-6A42-C8AA-A0FB-0823EF51AA28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D995210-C6AD-246E-1D31-A19B09D59AA1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AA974B5-16F5-20B2-7F96-A3A0EE868637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C68778D-456B-0119-9C6D-6458F8D54F0D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81DC4AC-7932-115D-EC0E-9FE1A9E466D4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529DFF82-BD91-32A6-82DE-085DCE17688A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EDCAE95-F800-FDAB-94E9-C5A30C487B12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F9ADA89C-55C4-E000-A6B6-FD2D461353DA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5B7893F-D136-349D-EC9D-4DD3FAE12925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D293A16-55F1-083B-DACB-6CF9430C0725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88ECED4-3AD4-6742-2ED0-6D7E0232BB7D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2FD23824-037E-A1B0-BD02-7C40230290DF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44C878B-2462-5BAE-AF66-5135A450BE93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2C6DBD25-0EF4-A2D9-6272-D727FD0EAE44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ADF9AFF3-30CE-41D1-DA0D-B0993C9F363B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95D3DA38-64FB-C5E0-7BD4-8635B0165116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2DBC01D2-5206-FEFA-B050-633E9F408983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1F013922-5B9C-C821-A212-4A12276C7292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1BA2928A-29D9-8AF9-7967-4ED1715CE289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E24C7E89-EC76-C491-713D-782355BAE214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2D684F11-12AB-C839-C588-82B807FFAE23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2A93AF50-6858-F31A-892D-0E9C4873038A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632C2CDF-552C-1A10-7F72-38F6BE8FA390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FF797370-5F8F-993A-3E8F-8B4A512D7781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4FA0BB78-5A75-3EDE-99E2-FF9C7EC04364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097B56B1-E4A9-1CB5-33F5-97055D80B4C1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C1A6BC3C-C31B-9851-8D14-4DD02226FCCF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06B19C21-096B-9CC7-FB58-B1E923A55A6F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E9A1A505-9230-51C9-36BF-C7F4B1C7D6EC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5B3A0E53-2B5D-2EBC-EB67-B22EA6157EC3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C1206A7F-EC60-EAAA-611A-D16A2220714E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BACEF7C1-EF00-6B8D-0627-7974180362C2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3002A32E-70A3-270F-8AF9-E78B304120A4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7712E439-3534-29A5-FAEA-B3A9754946EF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2DE9984E-12DF-79D6-DD63-8DFE899A5539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ECE39FD1-E4ED-0A3A-3E04-0178478FF606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530C751C-ADE6-8265-1CD9-127FC39BE3FB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32648503-4376-04EA-D8F4-D5B57A051B0F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A79F1FFF-32BD-6409-E556-C94B81933C4B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71D19E2B-BFF5-A34E-373B-29308EAA5F76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A281876C-3170-4EBE-A4EA-D0ECCAF658C5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C78373DC-73FA-E5EF-413D-3BE3675882ED}"/>
              </a:ext>
            </a:extLst>
          </p:cNvPr>
          <p:cNvSpPr/>
          <p:nvPr/>
        </p:nvSpPr>
        <p:spPr>
          <a:xfrm>
            <a:off x="5583238" y="3342215"/>
            <a:ext cx="749300" cy="482072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1545CF9D-CEF9-ECF4-3B70-94F1C4268975}"/>
              </a:ext>
            </a:extLst>
          </p:cNvPr>
          <p:cNvSpPr/>
          <p:nvPr/>
        </p:nvSpPr>
        <p:spPr>
          <a:xfrm>
            <a:off x="7200106" y="5653087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503AD159-0AC2-9572-8E2A-F2A057E0F65C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D7DE9E1D-6CC8-29C5-6A67-C1120C83C861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8D9E1B77-2643-2520-C360-25CB0E923B29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353B0F83-C8D9-2CDB-5B13-8F882D64B71F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1B8A36A6-1877-644F-6EB4-1E7E24E7CB9C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2B02253B-51AC-2F6D-23E5-F57F42A6D641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51191731-54FA-A19C-E9F8-F408E910B766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FDF98F88-A52E-50F0-6E85-F5977837E891}"/>
              </a:ext>
            </a:extLst>
          </p:cNvPr>
          <p:cNvSpPr/>
          <p:nvPr/>
        </p:nvSpPr>
        <p:spPr>
          <a:xfrm>
            <a:off x="8078788" y="4775739"/>
            <a:ext cx="749300" cy="472910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545C0BDE-E144-EB64-3C0B-25026AB0215D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EA03E9BB-E27B-AE72-9329-098A0089124B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F50D71D7-C18A-15B8-45A8-FFD71E40D889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A4135AC3-815B-C947-93C9-56411DA8F1A6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C43DEB9A-9E53-D2CF-FA1E-E76B886D495C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4798E892-F167-F189-A13B-40495ED06036}"/>
              </a:ext>
            </a:extLst>
          </p:cNvPr>
          <p:cNvSpPr/>
          <p:nvPr/>
        </p:nvSpPr>
        <p:spPr>
          <a:xfrm>
            <a:off x="2286000" y="5146839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72B4D766-F88F-7A12-BFF4-F2C03314A30A}"/>
              </a:ext>
            </a:extLst>
          </p:cNvPr>
          <p:cNvSpPr/>
          <p:nvPr/>
        </p:nvSpPr>
        <p:spPr>
          <a:xfrm>
            <a:off x="2278062" y="459224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465FB9C8-2B0A-8975-3410-23FC425572D7}"/>
              </a:ext>
            </a:extLst>
          </p:cNvPr>
          <p:cNvSpPr/>
          <p:nvPr/>
        </p:nvSpPr>
        <p:spPr>
          <a:xfrm>
            <a:off x="3043238" y="3248025"/>
            <a:ext cx="733425" cy="1524000"/>
          </a:xfrm>
          <a:custGeom>
            <a:avLst/>
            <a:gdLst>
              <a:gd name="csX0" fmla="*/ 733425 w 733425"/>
              <a:gd name="csY0" fmla="*/ 0 h 1524000"/>
              <a:gd name="csX1" fmla="*/ 61912 w 733425"/>
              <a:gd name="csY1" fmla="*/ 0 h 1524000"/>
              <a:gd name="csX2" fmla="*/ 52387 w 733425"/>
              <a:gd name="csY2" fmla="*/ 1524000 h 1524000"/>
              <a:gd name="csX3" fmla="*/ 0 w 733425"/>
              <a:gd name="csY3" fmla="*/ 1524000 h 152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33425" h="1524000">
                <a:moveTo>
                  <a:pt x="733425" y="0"/>
                </a:moveTo>
                <a:lnTo>
                  <a:pt x="61912" y="0"/>
                </a:lnTo>
                <a:lnTo>
                  <a:pt x="52387" y="1524000"/>
                </a:lnTo>
                <a:lnTo>
                  <a:pt x="0" y="15240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Freeform: Shape 93">
            <a:extLst>
              <a:ext uri="{FF2B5EF4-FFF2-40B4-BE49-F238E27FC236}">
                <a16:creationId xmlns:a16="http://schemas.microsoft.com/office/drawing/2014/main" id="{B63AA23D-E3CC-8B8E-1BA8-2A441744C269}"/>
              </a:ext>
            </a:extLst>
          </p:cNvPr>
          <p:cNvSpPr/>
          <p:nvPr/>
        </p:nvSpPr>
        <p:spPr>
          <a:xfrm>
            <a:off x="2657475" y="4957763"/>
            <a:ext cx="0" cy="133350"/>
          </a:xfrm>
          <a:custGeom>
            <a:avLst/>
            <a:gdLst>
              <a:gd name="csX0" fmla="*/ 0 w 0"/>
              <a:gd name="csY0" fmla="*/ 0 h 133350"/>
              <a:gd name="csX1" fmla="*/ 0 w 0"/>
              <a:gd name="csY1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1C2A94AE-5B2F-3801-A458-8D7A8DA18569}"/>
              </a:ext>
            </a:extLst>
          </p:cNvPr>
          <p:cNvSpPr/>
          <p:nvPr/>
        </p:nvSpPr>
        <p:spPr>
          <a:xfrm>
            <a:off x="4540250" y="3060700"/>
            <a:ext cx="3041650" cy="2590800"/>
          </a:xfrm>
          <a:custGeom>
            <a:avLst/>
            <a:gdLst>
              <a:gd name="csX0" fmla="*/ 0 w 3041650"/>
              <a:gd name="csY0" fmla="*/ 25400 h 2590800"/>
              <a:gd name="csX1" fmla="*/ 1555750 w 3041650"/>
              <a:gd name="csY1" fmla="*/ 25400 h 2590800"/>
              <a:gd name="csX2" fmla="*/ 1581150 w 3041650"/>
              <a:gd name="csY2" fmla="*/ 0 h 2590800"/>
              <a:gd name="csX3" fmla="*/ 1752600 w 3041650"/>
              <a:gd name="csY3" fmla="*/ 0 h 2590800"/>
              <a:gd name="csX4" fmla="*/ 1797050 w 3041650"/>
              <a:gd name="csY4" fmla="*/ 31750 h 2590800"/>
              <a:gd name="csX5" fmla="*/ 3035300 w 3041650"/>
              <a:gd name="csY5" fmla="*/ 38100 h 2590800"/>
              <a:gd name="csX6" fmla="*/ 3041650 w 3041650"/>
              <a:gd name="csY6" fmla="*/ 2590800 h 2590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041650" h="2590800">
                <a:moveTo>
                  <a:pt x="0" y="25400"/>
                </a:moveTo>
                <a:lnTo>
                  <a:pt x="1555750" y="25400"/>
                </a:lnTo>
                <a:lnTo>
                  <a:pt x="1581150" y="0"/>
                </a:lnTo>
                <a:lnTo>
                  <a:pt x="1752600" y="0"/>
                </a:lnTo>
                <a:lnTo>
                  <a:pt x="1797050" y="31750"/>
                </a:lnTo>
                <a:lnTo>
                  <a:pt x="3035300" y="38100"/>
                </a:lnTo>
                <a:cubicBezTo>
                  <a:pt x="3037417" y="889000"/>
                  <a:pt x="3039533" y="1739900"/>
                  <a:pt x="3041650" y="25908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Freeform: Shape 92">
            <a:extLst>
              <a:ext uri="{FF2B5EF4-FFF2-40B4-BE49-F238E27FC236}">
                <a16:creationId xmlns:a16="http://schemas.microsoft.com/office/drawing/2014/main" id="{39632DD4-8D8A-0699-32C5-F49C452D1E71}"/>
              </a:ext>
            </a:extLst>
          </p:cNvPr>
          <p:cNvSpPr/>
          <p:nvPr/>
        </p:nvSpPr>
        <p:spPr>
          <a:xfrm>
            <a:off x="4540250" y="3003550"/>
            <a:ext cx="3530600" cy="1962150"/>
          </a:xfrm>
          <a:custGeom>
            <a:avLst/>
            <a:gdLst>
              <a:gd name="csX0" fmla="*/ 0 w 3530600"/>
              <a:gd name="csY0" fmla="*/ 31750 h 1962150"/>
              <a:gd name="csX1" fmla="*/ 1524000 w 3530600"/>
              <a:gd name="csY1" fmla="*/ 31750 h 1962150"/>
              <a:gd name="csX2" fmla="*/ 1562100 w 3530600"/>
              <a:gd name="csY2" fmla="*/ 0 h 1962150"/>
              <a:gd name="csX3" fmla="*/ 1778000 w 3530600"/>
              <a:gd name="csY3" fmla="*/ 6350 h 1962150"/>
              <a:gd name="csX4" fmla="*/ 1809750 w 3530600"/>
              <a:gd name="csY4" fmla="*/ 38100 h 1962150"/>
              <a:gd name="csX5" fmla="*/ 3155950 w 3530600"/>
              <a:gd name="csY5" fmla="*/ 38100 h 1962150"/>
              <a:gd name="csX6" fmla="*/ 3162300 w 3530600"/>
              <a:gd name="csY6" fmla="*/ 1962150 h 1962150"/>
              <a:gd name="csX7" fmla="*/ 3530600 w 3530600"/>
              <a:gd name="csY7" fmla="*/ 1955800 h 1962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530600" h="1962150">
                <a:moveTo>
                  <a:pt x="0" y="31750"/>
                </a:moveTo>
                <a:lnTo>
                  <a:pt x="1524000" y="31750"/>
                </a:lnTo>
                <a:lnTo>
                  <a:pt x="1562100" y="0"/>
                </a:lnTo>
                <a:lnTo>
                  <a:pt x="1778000" y="6350"/>
                </a:lnTo>
                <a:lnTo>
                  <a:pt x="1809750" y="38100"/>
                </a:lnTo>
                <a:lnTo>
                  <a:pt x="3155950" y="38100"/>
                </a:lnTo>
                <a:cubicBezTo>
                  <a:pt x="3158067" y="679450"/>
                  <a:pt x="3160183" y="1320800"/>
                  <a:pt x="3162300" y="1962150"/>
                </a:cubicBezTo>
                <a:lnTo>
                  <a:pt x="3530600" y="1955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E9C874BD-4104-D9CD-8224-9645E27BAC02}"/>
              </a:ext>
            </a:extLst>
          </p:cNvPr>
          <p:cNvSpPr/>
          <p:nvPr/>
        </p:nvSpPr>
        <p:spPr>
          <a:xfrm>
            <a:off x="7956550" y="5251450"/>
            <a:ext cx="501650" cy="596900"/>
          </a:xfrm>
          <a:custGeom>
            <a:avLst/>
            <a:gdLst>
              <a:gd name="csX0" fmla="*/ 0 w 501650"/>
              <a:gd name="csY0" fmla="*/ 596900 h 596900"/>
              <a:gd name="csX1" fmla="*/ 501650 w 501650"/>
              <a:gd name="csY1" fmla="*/ 596900 h 596900"/>
              <a:gd name="csX2" fmla="*/ 501650 w 501650"/>
              <a:gd name="csY2" fmla="*/ 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1650" h="596900">
                <a:moveTo>
                  <a:pt x="0" y="596900"/>
                </a:moveTo>
                <a:lnTo>
                  <a:pt x="501650" y="596900"/>
                </a:lnTo>
                <a:lnTo>
                  <a:pt x="501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15DA8F18-A7BA-15FC-9F88-7B857FA265B9}"/>
              </a:ext>
            </a:extLst>
          </p:cNvPr>
          <p:cNvSpPr/>
          <p:nvPr/>
        </p:nvSpPr>
        <p:spPr>
          <a:xfrm>
            <a:off x="3783806" y="29622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AE583303-6B27-26EA-A5F7-C31140A62AA8}"/>
              </a:ext>
            </a:extLst>
          </p:cNvPr>
          <p:cNvSpPr/>
          <p:nvPr/>
        </p:nvSpPr>
        <p:spPr>
          <a:xfrm>
            <a:off x="7875587" y="3346796"/>
            <a:ext cx="763588" cy="583854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7AD1A6CF-9E6B-7F1D-A6C4-950E5C5CDDD5}"/>
              </a:ext>
            </a:extLst>
          </p:cNvPr>
          <p:cNvSpPr/>
          <p:nvPr/>
        </p:nvSpPr>
        <p:spPr>
          <a:xfrm>
            <a:off x="2284413" y="333851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DC8269D4-7E60-9BE1-569A-F0517DE0D014}"/>
              </a:ext>
            </a:extLst>
          </p:cNvPr>
          <p:cNvSpPr/>
          <p:nvPr/>
        </p:nvSpPr>
        <p:spPr>
          <a:xfrm>
            <a:off x="2165350" y="3530600"/>
            <a:ext cx="1860550" cy="2603500"/>
          </a:xfrm>
          <a:custGeom>
            <a:avLst/>
            <a:gdLst>
              <a:gd name="csX0" fmla="*/ 120650 w 1860550"/>
              <a:gd name="csY0" fmla="*/ 0 h 2603500"/>
              <a:gd name="csX1" fmla="*/ 0 w 1860550"/>
              <a:gd name="csY1" fmla="*/ 6350 h 2603500"/>
              <a:gd name="csX2" fmla="*/ 0 w 1860550"/>
              <a:gd name="csY2" fmla="*/ 2603500 h 2603500"/>
              <a:gd name="csX3" fmla="*/ 1860550 w 1860550"/>
              <a:gd name="csY3" fmla="*/ 2603500 h 260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860550" h="2603500">
                <a:moveTo>
                  <a:pt x="120650" y="0"/>
                </a:moveTo>
                <a:lnTo>
                  <a:pt x="0" y="6350"/>
                </a:lnTo>
                <a:lnTo>
                  <a:pt x="0" y="2603500"/>
                </a:lnTo>
                <a:lnTo>
                  <a:pt x="1860550" y="26035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1310C919-314E-7CF8-DE8A-33944F25DA9C}"/>
              </a:ext>
            </a:extLst>
          </p:cNvPr>
          <p:cNvSpPr/>
          <p:nvPr/>
        </p:nvSpPr>
        <p:spPr>
          <a:xfrm>
            <a:off x="4025900" y="5958780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7383789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65A4AF-1197-44C8-D7FC-1498F0509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CE2E9C-EB56-E07B-B792-984C662599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- 26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F3FFB87-B2B5-DA37-5E3B-9ACA1835D15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059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A3D1135-2191-33A5-FD02-CC334435F8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D2C1E20-A6F9-CA71-6A83-D297308E9E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9DFE0D6-4529-1D67-913D-6A2C8F3020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113B11B-5E38-6760-821C-F4A013C871E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C04DCD3-CEAB-0B80-B2AE-5062A668554A}"/>
              </a:ext>
            </a:extLst>
          </p:cNvPr>
          <p:cNvSpPr/>
          <p:nvPr/>
        </p:nvSpPr>
        <p:spPr>
          <a:xfrm>
            <a:off x="2535382" y="3544584"/>
            <a:ext cx="2036618" cy="1687815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48600F5-84DB-B8EC-4CFF-CF01460DB7F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34003" y="2312786"/>
            <a:ext cx="5334728" cy="383560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720070729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7DC9AD-35D1-219B-A753-1B0955534A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4DF813C3-8269-6897-3DD9-0BB221C59C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9C80C499-0876-1A31-E470-31E616C5DF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45E54EC1-694D-7915-55FA-C521823872A8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0E64A95-6279-098D-CC6F-C4043BDD88C8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416B0D9-5589-6022-7009-057FB268C9D8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CCCC7E5-D451-B9D8-6344-E508EDB7E278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E6FC0F7F-9799-1A3D-56AA-6F166F8A6DEB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BA91A9D-3670-7043-500F-7FCBB3BFF97D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3DCF94F7-456A-D582-41C2-C1FAAE1A75FA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2067750C-6854-514C-0960-7F4D52352475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0FF0ED14-0025-10D8-15EB-63E0970DFCB5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92ABB6D-FC00-B65F-75F1-DB5666529A04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16337CD3-F308-CAA3-4563-8A127BCF774F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9C6A30BC-6582-E3F9-9BC8-15D1B8BB5400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37833440-90E3-9F0F-06F9-DC664A74FA00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334FEA2D-5DF2-7259-6BDD-2E1EC170CFE0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06B50579-A2FB-E76C-4452-FAE2A486A69A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783C77BE-FDF4-0F4F-0C09-8D46663BC732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81C7D2A2-5CC7-DC19-DE3E-E9E9B205FDE8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8F8CDDEB-536E-0119-52B8-3E3832435CE5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190D8546-8B22-146F-480D-5A04F3BE0A6E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3DC5D43A-7482-4F27-5E77-39E5196075DB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2B22A377-8923-3D9C-A1E1-BAA1C0C17166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621FBC0B-4767-9769-7AFB-F1426B67E5EF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6D1225F9-FE17-AB3B-2111-1D41B44B76E8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5372557E-C28D-B5F2-1224-8EAAC0A5FD9D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339D1683-0117-7204-A28D-A9FADA2D2FB4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92250247-3666-D872-24E0-A4F72D4AEA2B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B0A2626-485C-F74D-FF31-0CCD054D85EA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67B4E4A-62B0-1BC9-7FFF-F786BC344125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AB4A69E-858B-3997-A7FB-103E2D7713B7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C2738C5-449E-32C0-2314-C86CFE96B910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A5E9764B-51B1-0B90-F565-56DB2876ECF4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7016CFD-1A1F-AD04-80F4-C7BA313D927F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6C870C7-A383-78ED-E45A-8976178B9ED8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4C6F093-8705-1E0C-C9C1-D0C6D02ED557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EF3FAF6-B46F-A1A6-5A13-FA09A2D67D81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1BB7A4C7-B3AF-D4F8-9AD0-E1E0791D2F58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C65FB65-F220-3035-3C82-3D0D52A70CB4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D54E6509-7B74-94D5-EB94-7B483336817A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0D5D281D-DEE6-FE27-B628-B44794F0CC41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6D4FE1F-2FC6-3AF1-6533-F3CDC6409C9D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7446D1F-8EC0-5BE6-E374-B6EDEAEACB16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8953DA55-D842-3168-6E38-130C9BAF89AA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0E437375-F2AF-A2CB-2CE6-9992A7596AE1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225F455C-FC2A-2818-DC1F-B909834C0B72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C8048706-3292-71A2-07B9-91065856D303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DEE73E29-12F2-8D13-1FC0-193462576ED2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48A86752-1C72-109B-78BF-ED3330546EE6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68DF66BB-9D60-C6EB-C4BE-559C5764D176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C8C31CC-4C63-735A-6110-E6A924516475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00EBCBF7-872B-8213-9DA3-F98B8758F3ED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54D585D5-1001-EA79-263F-A26BE6E4A03F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61E76AE4-72F6-7E42-D7C0-7039DC82C387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A5F0994A-2A89-7EC4-12D3-8DCEFFA0C1A6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DC98C970-4EFA-E8C5-9FED-18A141C51B15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A98C734D-EC6C-55C5-AAF2-3B819178B4AB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48B49435-AF48-A12B-BE87-0FED0FFD81CE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73210F95-2B63-0612-3C89-2C5DB2A18AC7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F911178E-BC1A-D84A-0B0F-7063469CD50F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1AEE878F-44B1-2FEE-51D5-C640568DC312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759E1A88-A1E3-EA55-D202-A576B7B862CA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7312AEEC-2F63-4A60-464D-A5DE7A82F1F1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F182CC72-7C66-296B-866B-31BA7E83D326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035C879B-D83F-7544-49DE-0345D97E93F6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E0D20249-550C-7B68-ABDF-550BD99B9FA1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2386951D-1AB7-56EA-3405-E85FBCC811F5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4D3FA035-70A8-3C5E-2D40-9A7488684135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507E94C9-2417-0903-8B29-64A5954211C6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FC29C486-2770-18C0-2F35-C27576157CAC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043CE7E4-5B27-EDB3-EDE3-AF29310E4D28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1B151BA1-FEF7-CD2A-6CA7-56020ED8B5B5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2207B229-715A-B1B1-AE86-2384FA7403EE}"/>
              </a:ext>
            </a:extLst>
          </p:cNvPr>
          <p:cNvSpPr/>
          <p:nvPr/>
        </p:nvSpPr>
        <p:spPr>
          <a:xfrm>
            <a:off x="7200106" y="5653087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CA3CED77-1C54-2DCD-06A7-BADCCC198E0C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E25F1BC5-4448-83C5-34C8-8D1FD0C1D57A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E6F2D452-4F86-2716-EEF7-DE72252D1274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9611642F-5A87-4007-2496-98FADE2BA3A9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2F400330-4943-921F-9454-F9631F8D5A6C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54D85D0B-39E6-CEA4-9AC9-D882002F29A7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B0503ECC-CE78-3AA4-F56E-83919052BD7E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FEBF4435-F5F0-3DE4-6728-5FD4EC973A03}"/>
              </a:ext>
            </a:extLst>
          </p:cNvPr>
          <p:cNvSpPr/>
          <p:nvPr/>
        </p:nvSpPr>
        <p:spPr>
          <a:xfrm>
            <a:off x="8078788" y="4775739"/>
            <a:ext cx="749300" cy="472910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8CA144E7-43E2-362E-E9A0-44CE9EAA59D7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583557DA-CF60-E87C-2A19-A08EDCD531D1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0CA46798-BB54-1E5E-4BA6-C1A1E7AB2BA8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0AEE3FDE-D9B0-AB31-FEC4-E2AC77C9EB55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00394190-0B5B-4A45-7442-E3EA43363D22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E314A7BA-FFE1-D940-113C-1D2979733375}"/>
              </a:ext>
            </a:extLst>
          </p:cNvPr>
          <p:cNvSpPr/>
          <p:nvPr/>
        </p:nvSpPr>
        <p:spPr>
          <a:xfrm>
            <a:off x="2286000" y="5146839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C7B97BAB-C77E-F494-C431-E344ABDD9619}"/>
              </a:ext>
            </a:extLst>
          </p:cNvPr>
          <p:cNvSpPr/>
          <p:nvPr/>
        </p:nvSpPr>
        <p:spPr>
          <a:xfrm>
            <a:off x="2278062" y="459224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2BCA07E6-571C-7ACD-FA9F-74FE0434C65A}"/>
              </a:ext>
            </a:extLst>
          </p:cNvPr>
          <p:cNvSpPr/>
          <p:nvPr/>
        </p:nvSpPr>
        <p:spPr>
          <a:xfrm>
            <a:off x="3043238" y="3248025"/>
            <a:ext cx="733425" cy="1524000"/>
          </a:xfrm>
          <a:custGeom>
            <a:avLst/>
            <a:gdLst>
              <a:gd name="csX0" fmla="*/ 733425 w 733425"/>
              <a:gd name="csY0" fmla="*/ 0 h 1524000"/>
              <a:gd name="csX1" fmla="*/ 61912 w 733425"/>
              <a:gd name="csY1" fmla="*/ 0 h 1524000"/>
              <a:gd name="csX2" fmla="*/ 52387 w 733425"/>
              <a:gd name="csY2" fmla="*/ 1524000 h 1524000"/>
              <a:gd name="csX3" fmla="*/ 0 w 733425"/>
              <a:gd name="csY3" fmla="*/ 1524000 h 152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33425" h="1524000">
                <a:moveTo>
                  <a:pt x="733425" y="0"/>
                </a:moveTo>
                <a:lnTo>
                  <a:pt x="61912" y="0"/>
                </a:lnTo>
                <a:lnTo>
                  <a:pt x="52387" y="1524000"/>
                </a:lnTo>
                <a:lnTo>
                  <a:pt x="0" y="15240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Freeform: Shape 93">
            <a:extLst>
              <a:ext uri="{FF2B5EF4-FFF2-40B4-BE49-F238E27FC236}">
                <a16:creationId xmlns:a16="http://schemas.microsoft.com/office/drawing/2014/main" id="{089AB638-863D-DFE4-660C-410AB4EB465B}"/>
              </a:ext>
            </a:extLst>
          </p:cNvPr>
          <p:cNvSpPr/>
          <p:nvPr/>
        </p:nvSpPr>
        <p:spPr>
          <a:xfrm>
            <a:off x="2657475" y="4957763"/>
            <a:ext cx="0" cy="133350"/>
          </a:xfrm>
          <a:custGeom>
            <a:avLst/>
            <a:gdLst>
              <a:gd name="csX0" fmla="*/ 0 w 0"/>
              <a:gd name="csY0" fmla="*/ 0 h 133350"/>
              <a:gd name="csX1" fmla="*/ 0 w 0"/>
              <a:gd name="csY1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4B6D65DE-584E-4533-9481-68784F5BE304}"/>
              </a:ext>
            </a:extLst>
          </p:cNvPr>
          <p:cNvSpPr/>
          <p:nvPr/>
        </p:nvSpPr>
        <p:spPr>
          <a:xfrm>
            <a:off x="4540250" y="3060700"/>
            <a:ext cx="3041650" cy="2590800"/>
          </a:xfrm>
          <a:custGeom>
            <a:avLst/>
            <a:gdLst>
              <a:gd name="csX0" fmla="*/ 0 w 3041650"/>
              <a:gd name="csY0" fmla="*/ 25400 h 2590800"/>
              <a:gd name="csX1" fmla="*/ 1555750 w 3041650"/>
              <a:gd name="csY1" fmla="*/ 25400 h 2590800"/>
              <a:gd name="csX2" fmla="*/ 1581150 w 3041650"/>
              <a:gd name="csY2" fmla="*/ 0 h 2590800"/>
              <a:gd name="csX3" fmla="*/ 1752600 w 3041650"/>
              <a:gd name="csY3" fmla="*/ 0 h 2590800"/>
              <a:gd name="csX4" fmla="*/ 1797050 w 3041650"/>
              <a:gd name="csY4" fmla="*/ 31750 h 2590800"/>
              <a:gd name="csX5" fmla="*/ 3035300 w 3041650"/>
              <a:gd name="csY5" fmla="*/ 38100 h 2590800"/>
              <a:gd name="csX6" fmla="*/ 3041650 w 3041650"/>
              <a:gd name="csY6" fmla="*/ 2590800 h 2590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041650" h="2590800">
                <a:moveTo>
                  <a:pt x="0" y="25400"/>
                </a:moveTo>
                <a:lnTo>
                  <a:pt x="1555750" y="25400"/>
                </a:lnTo>
                <a:lnTo>
                  <a:pt x="1581150" y="0"/>
                </a:lnTo>
                <a:lnTo>
                  <a:pt x="1752600" y="0"/>
                </a:lnTo>
                <a:lnTo>
                  <a:pt x="1797050" y="31750"/>
                </a:lnTo>
                <a:lnTo>
                  <a:pt x="3035300" y="38100"/>
                </a:lnTo>
                <a:cubicBezTo>
                  <a:pt x="3037417" y="889000"/>
                  <a:pt x="3039533" y="1739900"/>
                  <a:pt x="3041650" y="25908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Freeform: Shape 92">
            <a:extLst>
              <a:ext uri="{FF2B5EF4-FFF2-40B4-BE49-F238E27FC236}">
                <a16:creationId xmlns:a16="http://schemas.microsoft.com/office/drawing/2014/main" id="{74FF52BC-2820-80C1-5DCC-3572300C614D}"/>
              </a:ext>
            </a:extLst>
          </p:cNvPr>
          <p:cNvSpPr/>
          <p:nvPr/>
        </p:nvSpPr>
        <p:spPr>
          <a:xfrm>
            <a:off x="4540250" y="3003550"/>
            <a:ext cx="3530600" cy="1962150"/>
          </a:xfrm>
          <a:custGeom>
            <a:avLst/>
            <a:gdLst>
              <a:gd name="csX0" fmla="*/ 0 w 3530600"/>
              <a:gd name="csY0" fmla="*/ 31750 h 1962150"/>
              <a:gd name="csX1" fmla="*/ 1524000 w 3530600"/>
              <a:gd name="csY1" fmla="*/ 31750 h 1962150"/>
              <a:gd name="csX2" fmla="*/ 1562100 w 3530600"/>
              <a:gd name="csY2" fmla="*/ 0 h 1962150"/>
              <a:gd name="csX3" fmla="*/ 1778000 w 3530600"/>
              <a:gd name="csY3" fmla="*/ 6350 h 1962150"/>
              <a:gd name="csX4" fmla="*/ 1809750 w 3530600"/>
              <a:gd name="csY4" fmla="*/ 38100 h 1962150"/>
              <a:gd name="csX5" fmla="*/ 3155950 w 3530600"/>
              <a:gd name="csY5" fmla="*/ 38100 h 1962150"/>
              <a:gd name="csX6" fmla="*/ 3162300 w 3530600"/>
              <a:gd name="csY6" fmla="*/ 1962150 h 1962150"/>
              <a:gd name="csX7" fmla="*/ 3530600 w 3530600"/>
              <a:gd name="csY7" fmla="*/ 1955800 h 1962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530600" h="1962150">
                <a:moveTo>
                  <a:pt x="0" y="31750"/>
                </a:moveTo>
                <a:lnTo>
                  <a:pt x="1524000" y="31750"/>
                </a:lnTo>
                <a:lnTo>
                  <a:pt x="1562100" y="0"/>
                </a:lnTo>
                <a:lnTo>
                  <a:pt x="1778000" y="6350"/>
                </a:lnTo>
                <a:lnTo>
                  <a:pt x="1809750" y="38100"/>
                </a:lnTo>
                <a:lnTo>
                  <a:pt x="3155950" y="38100"/>
                </a:lnTo>
                <a:cubicBezTo>
                  <a:pt x="3158067" y="679450"/>
                  <a:pt x="3160183" y="1320800"/>
                  <a:pt x="3162300" y="1962150"/>
                </a:cubicBezTo>
                <a:lnTo>
                  <a:pt x="3530600" y="1955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EE3E054C-CF4D-034D-D028-04414AFD7985}"/>
              </a:ext>
            </a:extLst>
          </p:cNvPr>
          <p:cNvSpPr/>
          <p:nvPr/>
        </p:nvSpPr>
        <p:spPr>
          <a:xfrm>
            <a:off x="7956550" y="5251450"/>
            <a:ext cx="501650" cy="596900"/>
          </a:xfrm>
          <a:custGeom>
            <a:avLst/>
            <a:gdLst>
              <a:gd name="csX0" fmla="*/ 0 w 501650"/>
              <a:gd name="csY0" fmla="*/ 596900 h 596900"/>
              <a:gd name="csX1" fmla="*/ 501650 w 501650"/>
              <a:gd name="csY1" fmla="*/ 596900 h 596900"/>
              <a:gd name="csX2" fmla="*/ 501650 w 501650"/>
              <a:gd name="csY2" fmla="*/ 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1650" h="596900">
                <a:moveTo>
                  <a:pt x="0" y="596900"/>
                </a:moveTo>
                <a:lnTo>
                  <a:pt x="501650" y="596900"/>
                </a:lnTo>
                <a:lnTo>
                  <a:pt x="501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87676476-7174-E9BB-D05E-0A593CADBCA5}"/>
              </a:ext>
            </a:extLst>
          </p:cNvPr>
          <p:cNvSpPr/>
          <p:nvPr/>
        </p:nvSpPr>
        <p:spPr>
          <a:xfrm>
            <a:off x="3783806" y="29622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96FA18DC-289E-E76E-9837-4A91F48015F0}"/>
              </a:ext>
            </a:extLst>
          </p:cNvPr>
          <p:cNvSpPr/>
          <p:nvPr/>
        </p:nvSpPr>
        <p:spPr>
          <a:xfrm>
            <a:off x="7875587" y="3346796"/>
            <a:ext cx="763588" cy="583854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B824B887-7529-E3E7-7D95-1CE806204619}"/>
              </a:ext>
            </a:extLst>
          </p:cNvPr>
          <p:cNvSpPr/>
          <p:nvPr/>
        </p:nvSpPr>
        <p:spPr>
          <a:xfrm>
            <a:off x="2284413" y="333851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1A06A21C-2EDF-8BB9-6107-693288A23357}"/>
              </a:ext>
            </a:extLst>
          </p:cNvPr>
          <p:cNvSpPr/>
          <p:nvPr/>
        </p:nvSpPr>
        <p:spPr>
          <a:xfrm>
            <a:off x="2165350" y="3530600"/>
            <a:ext cx="1860550" cy="2603500"/>
          </a:xfrm>
          <a:custGeom>
            <a:avLst/>
            <a:gdLst>
              <a:gd name="csX0" fmla="*/ 120650 w 1860550"/>
              <a:gd name="csY0" fmla="*/ 0 h 2603500"/>
              <a:gd name="csX1" fmla="*/ 0 w 1860550"/>
              <a:gd name="csY1" fmla="*/ 6350 h 2603500"/>
              <a:gd name="csX2" fmla="*/ 0 w 1860550"/>
              <a:gd name="csY2" fmla="*/ 2603500 h 2603500"/>
              <a:gd name="csX3" fmla="*/ 1860550 w 1860550"/>
              <a:gd name="csY3" fmla="*/ 2603500 h 260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860550" h="2603500">
                <a:moveTo>
                  <a:pt x="120650" y="0"/>
                </a:moveTo>
                <a:lnTo>
                  <a:pt x="0" y="6350"/>
                </a:lnTo>
                <a:lnTo>
                  <a:pt x="0" y="2603500"/>
                </a:lnTo>
                <a:lnTo>
                  <a:pt x="1860550" y="26035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EB208B84-E132-8427-2E00-2E40CFDBC42A}"/>
              </a:ext>
            </a:extLst>
          </p:cNvPr>
          <p:cNvSpPr/>
          <p:nvPr/>
        </p:nvSpPr>
        <p:spPr>
          <a:xfrm>
            <a:off x="4025900" y="5958780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F7C72A74-D368-C8DB-A202-C7C2C073A03F}"/>
              </a:ext>
            </a:extLst>
          </p:cNvPr>
          <p:cNvSpPr/>
          <p:nvPr/>
        </p:nvSpPr>
        <p:spPr>
          <a:xfrm>
            <a:off x="5583237" y="3338512"/>
            <a:ext cx="751681" cy="4955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5C5AE2D7-710F-D2D2-3B4F-500D4636C6FD}"/>
              </a:ext>
            </a:extLst>
          </p:cNvPr>
          <p:cNvSpPr/>
          <p:nvPr/>
        </p:nvSpPr>
        <p:spPr>
          <a:xfrm flipH="1">
            <a:off x="5910581" y="3835400"/>
            <a:ext cx="45719" cy="234156"/>
          </a:xfrm>
          <a:custGeom>
            <a:avLst/>
            <a:gdLst>
              <a:gd name="csX0" fmla="*/ 0 w 0"/>
              <a:gd name="csY0" fmla="*/ 0 h 247650"/>
              <a:gd name="csX1" fmla="*/ 0 w 0"/>
              <a:gd name="csY1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47650">
                <a:moveTo>
                  <a:pt x="0" y="0"/>
                </a:move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910645BC-4C79-3AE3-44F7-FAB2A98B263B}"/>
              </a:ext>
            </a:extLst>
          </p:cNvPr>
          <p:cNvSpPr/>
          <p:nvPr/>
        </p:nvSpPr>
        <p:spPr>
          <a:xfrm>
            <a:off x="5591175" y="4088871"/>
            <a:ext cx="749300" cy="375175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2028960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1FCBE2-14B9-F7FE-28D3-3D0D7FF7E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8B4782-4C6B-8B81-26FE-2721D2C265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- 27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07576E9C-1EC9-2B88-E08C-B856FE92319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060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BE48AC5-7D86-E3AD-F52B-ED7E2F8A20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DBAC101-AD18-AADD-9F87-DFC16DF956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BFCEACE-43A8-29F6-BC1B-87AFEC66F4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7640246-DF9C-7AD2-8234-E595E073A7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40F13CE1-159A-503C-CA75-92C171A5C81E}"/>
              </a:ext>
            </a:extLst>
          </p:cNvPr>
          <p:cNvSpPr/>
          <p:nvPr/>
        </p:nvSpPr>
        <p:spPr>
          <a:xfrm>
            <a:off x="2535382" y="3544584"/>
            <a:ext cx="2036618" cy="1687815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08BE11E-49A6-E8E1-3E7E-83C970341D4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86486" y="3864859"/>
            <a:ext cx="4368673" cy="272889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FBF0A3E-C661-4C19-9508-D8DE2B9674E4}"/>
              </a:ext>
            </a:extLst>
          </p:cNvPr>
          <p:cNvSpPr/>
          <p:nvPr/>
        </p:nvSpPr>
        <p:spPr>
          <a:xfrm>
            <a:off x="5929035" y="3344237"/>
            <a:ext cx="2036618" cy="1687815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8696669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636834-E9A5-2080-E19B-C3E6ED21C9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F9B7FE84-2001-E77F-F6FC-88A556FB8A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8FD9E430-4549-9877-ECC9-F6069ECAFA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41AB84FC-E062-B410-D824-FD9C9485116D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7D60235D-D773-74AC-36D4-A22DB75AE919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6622835-02B1-E6CD-9802-03A10E9CA03A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B48F6EE-9423-4F50-FA85-EFDFB432E066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80ED0958-DBE5-2AF6-4C74-B75A0CFF9EEC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CB705E4-83E0-B328-0E48-57E0F8EE7F46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FB51CB83-586C-FFC5-2F8B-BA5EF6C6D7DB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C0B4EAF1-F005-B297-4049-E9541B7AFFD8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0BE1A826-3C31-5F7A-A1F8-17BD08E1A808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2862DA65-72E6-7052-83BC-D16B5A524CBD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53F826A1-F9B0-41F9-A9BA-ACE46C710868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3751D049-67DD-25B2-D6BE-33234F57FE9F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981288C4-91E6-93F5-4F5C-A10152C2FC36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B0201496-30EE-6AA0-7770-3E1F1ED0785D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7A11E72E-1DB1-EDAF-92C1-3B212680E07F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31C06B25-75C6-A87D-6640-1F3FDCFDB50C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DED16BCE-655B-9096-9050-E814D9158EC7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5704DE95-848A-A26F-E4DC-DEC70F534554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C42CE40A-80CF-E034-6DCB-F24974BE6C51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D39C59DF-2FF6-C454-39B4-1FB231FD3BC0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7A36A161-7EF2-A99C-398F-CB84856E0DC1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F94D6C84-0CB4-6A98-5017-4B582667A3FA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464E8EF8-8471-65A7-9800-109DE14636EF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F795A972-FEF3-D8A3-0FCB-E5311975563E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66BD3511-219D-F6F1-B91A-BA9A39BB9B5E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0C023098-B3FA-8A67-CA25-6A59B31D120A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0B7A83A-7DFB-9E3B-A6F8-FD2A5E794018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8BD6331-4EB4-B5CD-485B-121C41F87B65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7584803-D4B7-6FB9-0903-F3A53933A833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882E1B7-043C-B522-5A3A-0D8526E2BC2B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E2BF6EC-BE2D-B19C-6284-B6A87B4449AD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EE7006A-2E70-1EBA-AC38-9B19C021E13C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8E63B15-FF59-6A9E-F206-143BFF1BBF20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5C45E81-07CF-9EB7-23EA-8C50DC9F2758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CDE5FB5F-4971-3ED4-A80E-22FA5A3AFA56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091FC42-E84D-E6C2-E1D5-50EE03F8550E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D25DD33-0494-6FA7-587E-80F1DA738C8A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D01D56CE-C8AD-E3C9-22A0-9E0D434D887A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F6A2C34-4AD1-81D1-2C4E-69F5B537779D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87811EA-F905-FC2B-9DE2-73F15E0F0E0D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9F6B99A1-DA84-1BB6-23FF-FB04C10E919E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6BB193FD-C952-C058-61AC-BC187C9CF48C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097A7A95-AB4C-A46A-6487-95527812A67A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1AEF1F70-4330-1B76-1BB3-3FCB2D1DFFD8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9A0EA05B-6EDE-E938-55C7-CE2B09C5020C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2479EBE7-A349-DCA2-51B4-39F10ED1A0EC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1CDDADBA-5386-FFA1-9133-C955A7198DA6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FA1E0D91-F9D9-C37B-14DC-011313177E96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5CC72196-19AD-2673-78F4-CC21FF4D2412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C390CC1E-C40B-8A77-0FB1-C3E76B688C53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81680B5D-3538-4F20-31BD-40A2661327D1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2415E4C4-C5B5-2500-C027-9ADBFF1B219E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3BBD1EAA-AC11-C51F-C254-DCE34DD70B2A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935AB00A-ADDC-ACE1-732A-FC55A29CEEBC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23C9DF62-909D-58E7-39E4-E13871CD07C9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7755A5F8-3DA8-6738-5E6C-F0310CD0A27E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6CFDA9EF-E543-E7BC-F4B2-0D7613321141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BF0DB236-011B-C267-2D4D-0E159DC16E8C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DBFC8D1B-C815-014D-ABFA-C597785664DD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E6E34CCD-0AF9-6B7D-1D6B-B2C12BB3B1BE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0728BF03-8CBE-C742-A2FA-670921100D8B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70213396-9C80-FB0F-BCAF-49FB069C8527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EC5E2C0D-63BA-E69A-93FF-926FC65C1B04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59A6C817-9CDF-8563-F253-F6591F87EFED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AC0EB555-CC46-2152-D8F5-C907B811E312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4D36AEF6-24AF-9652-AE25-24C42E9DA261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08BE48ED-7888-9289-D4C6-A18E31508C09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1CAA63A6-C25C-9DF4-2F77-828B67B173D5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E6D5E35D-F091-07C0-2287-695BD83F20B0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FDAB176D-BCBB-53CE-D78E-F877A9ECEE89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9DE43572-3F5B-4B99-72AF-C344776BE3F3}"/>
              </a:ext>
            </a:extLst>
          </p:cNvPr>
          <p:cNvSpPr/>
          <p:nvPr/>
        </p:nvSpPr>
        <p:spPr>
          <a:xfrm>
            <a:off x="7200106" y="5653087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49681875-6B9D-E018-95A9-1F28663E7E15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EF8B362E-6A83-346C-7B24-FFEE3383F0A7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61B0DC0D-04F4-E550-BB1C-3F3B945C72DC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EE404EA6-2D48-128D-0404-92827485AE0E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CEBA793B-7B6C-6692-CDD1-FDF26ECB3636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5A84187E-282E-A286-5647-C8595668947E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6EB77E8D-44F9-D0AC-A0DC-3521D8B05925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CAEF517B-83F3-9267-C5E5-B8928A70F057}"/>
              </a:ext>
            </a:extLst>
          </p:cNvPr>
          <p:cNvSpPr/>
          <p:nvPr/>
        </p:nvSpPr>
        <p:spPr>
          <a:xfrm>
            <a:off x="8078788" y="4775739"/>
            <a:ext cx="749300" cy="472910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6F822AFB-D0F1-F08A-E76D-D5D5BA12E616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410C97FA-8994-FBFA-7A96-BD24C7E5EA73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660FA1AB-FDD4-1F1F-FDDE-848A9BAA6E06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EACE1C56-92E9-ABB6-4ED8-FFB74948060C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4EDF876E-4825-72E3-F7D9-CAAB18DE87DD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FB42F808-D5EB-93A9-8513-CE735655314C}"/>
              </a:ext>
            </a:extLst>
          </p:cNvPr>
          <p:cNvSpPr/>
          <p:nvPr/>
        </p:nvSpPr>
        <p:spPr>
          <a:xfrm>
            <a:off x="2286000" y="5146839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B63BA34C-ABE8-D46A-DBAE-1BBDB44D35BD}"/>
              </a:ext>
            </a:extLst>
          </p:cNvPr>
          <p:cNvSpPr/>
          <p:nvPr/>
        </p:nvSpPr>
        <p:spPr>
          <a:xfrm>
            <a:off x="2278062" y="459224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F9CA932A-AB0A-1654-76EF-32A4735C4C28}"/>
              </a:ext>
            </a:extLst>
          </p:cNvPr>
          <p:cNvSpPr/>
          <p:nvPr/>
        </p:nvSpPr>
        <p:spPr>
          <a:xfrm>
            <a:off x="3043238" y="3248025"/>
            <a:ext cx="733425" cy="1524000"/>
          </a:xfrm>
          <a:custGeom>
            <a:avLst/>
            <a:gdLst>
              <a:gd name="csX0" fmla="*/ 733425 w 733425"/>
              <a:gd name="csY0" fmla="*/ 0 h 1524000"/>
              <a:gd name="csX1" fmla="*/ 61912 w 733425"/>
              <a:gd name="csY1" fmla="*/ 0 h 1524000"/>
              <a:gd name="csX2" fmla="*/ 52387 w 733425"/>
              <a:gd name="csY2" fmla="*/ 1524000 h 1524000"/>
              <a:gd name="csX3" fmla="*/ 0 w 733425"/>
              <a:gd name="csY3" fmla="*/ 1524000 h 152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33425" h="1524000">
                <a:moveTo>
                  <a:pt x="733425" y="0"/>
                </a:moveTo>
                <a:lnTo>
                  <a:pt x="61912" y="0"/>
                </a:lnTo>
                <a:lnTo>
                  <a:pt x="52387" y="1524000"/>
                </a:lnTo>
                <a:lnTo>
                  <a:pt x="0" y="15240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Freeform: Shape 93">
            <a:extLst>
              <a:ext uri="{FF2B5EF4-FFF2-40B4-BE49-F238E27FC236}">
                <a16:creationId xmlns:a16="http://schemas.microsoft.com/office/drawing/2014/main" id="{CD065985-4704-6C47-3B45-B9289FFE8F7C}"/>
              </a:ext>
            </a:extLst>
          </p:cNvPr>
          <p:cNvSpPr/>
          <p:nvPr/>
        </p:nvSpPr>
        <p:spPr>
          <a:xfrm>
            <a:off x="2657475" y="4957763"/>
            <a:ext cx="0" cy="133350"/>
          </a:xfrm>
          <a:custGeom>
            <a:avLst/>
            <a:gdLst>
              <a:gd name="csX0" fmla="*/ 0 w 0"/>
              <a:gd name="csY0" fmla="*/ 0 h 133350"/>
              <a:gd name="csX1" fmla="*/ 0 w 0"/>
              <a:gd name="csY1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328E3C60-E7C6-C8A1-1112-F4B991E613F6}"/>
              </a:ext>
            </a:extLst>
          </p:cNvPr>
          <p:cNvSpPr/>
          <p:nvPr/>
        </p:nvSpPr>
        <p:spPr>
          <a:xfrm>
            <a:off x="4540250" y="3060700"/>
            <a:ext cx="3041650" cy="2590800"/>
          </a:xfrm>
          <a:custGeom>
            <a:avLst/>
            <a:gdLst>
              <a:gd name="csX0" fmla="*/ 0 w 3041650"/>
              <a:gd name="csY0" fmla="*/ 25400 h 2590800"/>
              <a:gd name="csX1" fmla="*/ 1555750 w 3041650"/>
              <a:gd name="csY1" fmla="*/ 25400 h 2590800"/>
              <a:gd name="csX2" fmla="*/ 1581150 w 3041650"/>
              <a:gd name="csY2" fmla="*/ 0 h 2590800"/>
              <a:gd name="csX3" fmla="*/ 1752600 w 3041650"/>
              <a:gd name="csY3" fmla="*/ 0 h 2590800"/>
              <a:gd name="csX4" fmla="*/ 1797050 w 3041650"/>
              <a:gd name="csY4" fmla="*/ 31750 h 2590800"/>
              <a:gd name="csX5" fmla="*/ 3035300 w 3041650"/>
              <a:gd name="csY5" fmla="*/ 38100 h 2590800"/>
              <a:gd name="csX6" fmla="*/ 3041650 w 3041650"/>
              <a:gd name="csY6" fmla="*/ 2590800 h 2590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041650" h="2590800">
                <a:moveTo>
                  <a:pt x="0" y="25400"/>
                </a:moveTo>
                <a:lnTo>
                  <a:pt x="1555750" y="25400"/>
                </a:lnTo>
                <a:lnTo>
                  <a:pt x="1581150" y="0"/>
                </a:lnTo>
                <a:lnTo>
                  <a:pt x="1752600" y="0"/>
                </a:lnTo>
                <a:lnTo>
                  <a:pt x="1797050" y="31750"/>
                </a:lnTo>
                <a:lnTo>
                  <a:pt x="3035300" y="38100"/>
                </a:lnTo>
                <a:cubicBezTo>
                  <a:pt x="3037417" y="889000"/>
                  <a:pt x="3039533" y="1739900"/>
                  <a:pt x="3041650" y="25908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Freeform: Shape 92">
            <a:extLst>
              <a:ext uri="{FF2B5EF4-FFF2-40B4-BE49-F238E27FC236}">
                <a16:creationId xmlns:a16="http://schemas.microsoft.com/office/drawing/2014/main" id="{645426BD-3EE4-0EA3-36F1-F9380A965C9B}"/>
              </a:ext>
            </a:extLst>
          </p:cNvPr>
          <p:cNvSpPr/>
          <p:nvPr/>
        </p:nvSpPr>
        <p:spPr>
          <a:xfrm>
            <a:off x="4540250" y="3003550"/>
            <a:ext cx="3530600" cy="1962150"/>
          </a:xfrm>
          <a:custGeom>
            <a:avLst/>
            <a:gdLst>
              <a:gd name="csX0" fmla="*/ 0 w 3530600"/>
              <a:gd name="csY0" fmla="*/ 31750 h 1962150"/>
              <a:gd name="csX1" fmla="*/ 1524000 w 3530600"/>
              <a:gd name="csY1" fmla="*/ 31750 h 1962150"/>
              <a:gd name="csX2" fmla="*/ 1562100 w 3530600"/>
              <a:gd name="csY2" fmla="*/ 0 h 1962150"/>
              <a:gd name="csX3" fmla="*/ 1778000 w 3530600"/>
              <a:gd name="csY3" fmla="*/ 6350 h 1962150"/>
              <a:gd name="csX4" fmla="*/ 1809750 w 3530600"/>
              <a:gd name="csY4" fmla="*/ 38100 h 1962150"/>
              <a:gd name="csX5" fmla="*/ 3155950 w 3530600"/>
              <a:gd name="csY5" fmla="*/ 38100 h 1962150"/>
              <a:gd name="csX6" fmla="*/ 3162300 w 3530600"/>
              <a:gd name="csY6" fmla="*/ 1962150 h 1962150"/>
              <a:gd name="csX7" fmla="*/ 3530600 w 3530600"/>
              <a:gd name="csY7" fmla="*/ 1955800 h 1962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530600" h="1962150">
                <a:moveTo>
                  <a:pt x="0" y="31750"/>
                </a:moveTo>
                <a:lnTo>
                  <a:pt x="1524000" y="31750"/>
                </a:lnTo>
                <a:lnTo>
                  <a:pt x="1562100" y="0"/>
                </a:lnTo>
                <a:lnTo>
                  <a:pt x="1778000" y="6350"/>
                </a:lnTo>
                <a:lnTo>
                  <a:pt x="1809750" y="38100"/>
                </a:lnTo>
                <a:lnTo>
                  <a:pt x="3155950" y="38100"/>
                </a:lnTo>
                <a:cubicBezTo>
                  <a:pt x="3158067" y="679450"/>
                  <a:pt x="3160183" y="1320800"/>
                  <a:pt x="3162300" y="1962150"/>
                </a:cubicBezTo>
                <a:lnTo>
                  <a:pt x="3530600" y="1955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774B4B6C-EEA9-AF79-9EAA-745EF441E006}"/>
              </a:ext>
            </a:extLst>
          </p:cNvPr>
          <p:cNvSpPr/>
          <p:nvPr/>
        </p:nvSpPr>
        <p:spPr>
          <a:xfrm>
            <a:off x="7956550" y="5251450"/>
            <a:ext cx="501650" cy="596900"/>
          </a:xfrm>
          <a:custGeom>
            <a:avLst/>
            <a:gdLst>
              <a:gd name="csX0" fmla="*/ 0 w 501650"/>
              <a:gd name="csY0" fmla="*/ 596900 h 596900"/>
              <a:gd name="csX1" fmla="*/ 501650 w 501650"/>
              <a:gd name="csY1" fmla="*/ 596900 h 596900"/>
              <a:gd name="csX2" fmla="*/ 501650 w 501650"/>
              <a:gd name="csY2" fmla="*/ 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1650" h="596900">
                <a:moveTo>
                  <a:pt x="0" y="596900"/>
                </a:moveTo>
                <a:lnTo>
                  <a:pt x="501650" y="596900"/>
                </a:lnTo>
                <a:lnTo>
                  <a:pt x="501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BB2AE482-B174-60E3-9326-8A98AEC4C7BE}"/>
              </a:ext>
            </a:extLst>
          </p:cNvPr>
          <p:cNvSpPr/>
          <p:nvPr/>
        </p:nvSpPr>
        <p:spPr>
          <a:xfrm>
            <a:off x="3783806" y="29622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0474BF45-14D5-FFB6-6023-7405126F3DA0}"/>
              </a:ext>
            </a:extLst>
          </p:cNvPr>
          <p:cNvSpPr/>
          <p:nvPr/>
        </p:nvSpPr>
        <p:spPr>
          <a:xfrm>
            <a:off x="7875587" y="3346796"/>
            <a:ext cx="763588" cy="583854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0338B3D5-33CB-7234-88C2-9DA90BC8EF2A}"/>
              </a:ext>
            </a:extLst>
          </p:cNvPr>
          <p:cNvSpPr/>
          <p:nvPr/>
        </p:nvSpPr>
        <p:spPr>
          <a:xfrm>
            <a:off x="2284413" y="333851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6E65F89F-8D5E-84F9-5484-A36128CF40E7}"/>
              </a:ext>
            </a:extLst>
          </p:cNvPr>
          <p:cNvSpPr/>
          <p:nvPr/>
        </p:nvSpPr>
        <p:spPr>
          <a:xfrm>
            <a:off x="2165350" y="3530600"/>
            <a:ext cx="1860550" cy="2603500"/>
          </a:xfrm>
          <a:custGeom>
            <a:avLst/>
            <a:gdLst>
              <a:gd name="csX0" fmla="*/ 120650 w 1860550"/>
              <a:gd name="csY0" fmla="*/ 0 h 2603500"/>
              <a:gd name="csX1" fmla="*/ 0 w 1860550"/>
              <a:gd name="csY1" fmla="*/ 6350 h 2603500"/>
              <a:gd name="csX2" fmla="*/ 0 w 1860550"/>
              <a:gd name="csY2" fmla="*/ 2603500 h 2603500"/>
              <a:gd name="csX3" fmla="*/ 1860550 w 1860550"/>
              <a:gd name="csY3" fmla="*/ 2603500 h 260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860550" h="2603500">
                <a:moveTo>
                  <a:pt x="120650" y="0"/>
                </a:moveTo>
                <a:lnTo>
                  <a:pt x="0" y="6350"/>
                </a:lnTo>
                <a:lnTo>
                  <a:pt x="0" y="2603500"/>
                </a:lnTo>
                <a:lnTo>
                  <a:pt x="1860550" y="26035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CE9C1775-B5C9-1100-E0E1-A4C4F43E34D7}"/>
              </a:ext>
            </a:extLst>
          </p:cNvPr>
          <p:cNvSpPr/>
          <p:nvPr/>
        </p:nvSpPr>
        <p:spPr>
          <a:xfrm>
            <a:off x="4025900" y="5958780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F0A73356-11C5-1037-B8BE-22C407B12945}"/>
              </a:ext>
            </a:extLst>
          </p:cNvPr>
          <p:cNvSpPr/>
          <p:nvPr/>
        </p:nvSpPr>
        <p:spPr>
          <a:xfrm>
            <a:off x="5583237" y="3338512"/>
            <a:ext cx="751681" cy="4955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B5AEBF2B-75C9-C96C-088C-E18F785E61DF}"/>
              </a:ext>
            </a:extLst>
          </p:cNvPr>
          <p:cNvSpPr/>
          <p:nvPr/>
        </p:nvSpPr>
        <p:spPr>
          <a:xfrm flipH="1">
            <a:off x="5910581" y="3835400"/>
            <a:ext cx="45719" cy="234156"/>
          </a:xfrm>
          <a:custGeom>
            <a:avLst/>
            <a:gdLst>
              <a:gd name="csX0" fmla="*/ 0 w 0"/>
              <a:gd name="csY0" fmla="*/ 0 h 247650"/>
              <a:gd name="csX1" fmla="*/ 0 w 0"/>
              <a:gd name="csY1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47650">
                <a:moveTo>
                  <a:pt x="0" y="0"/>
                </a:move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E50C0AAD-44AB-AFC8-AB48-64AEC1EF9A70}"/>
              </a:ext>
            </a:extLst>
          </p:cNvPr>
          <p:cNvSpPr/>
          <p:nvPr/>
        </p:nvSpPr>
        <p:spPr>
          <a:xfrm>
            <a:off x="5591175" y="4088871"/>
            <a:ext cx="749300" cy="375175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2516C023-A5B7-F749-9EE9-6D2DA82B706B}"/>
              </a:ext>
            </a:extLst>
          </p:cNvPr>
          <p:cNvSpPr/>
          <p:nvPr/>
        </p:nvSpPr>
        <p:spPr>
          <a:xfrm>
            <a:off x="6710363" y="408503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8E991110-E86F-E821-7CC6-BFD3927D67C8}"/>
              </a:ext>
            </a:extLst>
          </p:cNvPr>
          <p:cNvSpPr/>
          <p:nvPr/>
        </p:nvSpPr>
        <p:spPr>
          <a:xfrm>
            <a:off x="6338887" y="4271963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544268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F1F33-46FC-44C3-2976-8704004B60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3AC590-2C51-39AB-0FC0-4E73CE7A5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- 28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0D30DA3-844E-F241-D158-E308E0614784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061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502DE3A-E7DE-C4A8-7EE3-22FA679B30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38F9AC8-DD71-0BD3-D409-7FF67FFAAF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0B4820F-15BF-7BC1-9092-1C0281A977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C4608FE-9C2E-4122-1E06-C59356B15B0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1B76989-05D6-4188-ED8C-1FE69971271A}"/>
              </a:ext>
            </a:extLst>
          </p:cNvPr>
          <p:cNvSpPr/>
          <p:nvPr/>
        </p:nvSpPr>
        <p:spPr>
          <a:xfrm>
            <a:off x="2535382" y="3544584"/>
            <a:ext cx="2036618" cy="1687815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9544280-2829-C763-72C9-5B5D096942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22013" y="1853248"/>
            <a:ext cx="4195977" cy="428339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164733960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95CD4D-CD54-4CD1-1CDC-9F8E70FDFC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45113E01-6E2E-D854-A323-2FEB0F810C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B092BC6F-7AE1-9D3C-9815-AD48E40145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24CE3348-9AAB-BAAD-FE58-043A9C093353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2B2A53B-A655-C1E5-24D0-9B8DBB211F91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0F88E58-682C-FC19-FCFC-8ACE52210977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15361B2-A284-24A7-2245-9FAED4D2F46A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0F30833A-A73B-A7AD-0101-346233529EE4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718D153-6219-FC9F-F4D1-993850438B76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10DEFCA1-BF47-D449-6804-EBC303FB28B3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A55F1327-9220-6E03-5195-10103ED30BF5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CA617418-D568-1D48-2925-E1BB58BF0A34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E9CAB19-1368-1404-C274-9BD54955ACB1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13928876-2D48-3409-2449-45E6F7C40B8D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68D65457-13DB-36DF-D146-2EEDE0ED9EA5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97FAB65D-FC75-45AE-6A74-52D0D9CA4026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DA6BAB86-199B-D4C2-EB04-EB036DC53700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272B2B34-A36C-14ED-4CEA-6CE23DB457BD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B87A568E-937D-64FA-F89C-E80ABE72300D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902218C9-C980-57A7-2132-C1FF8B5984D3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30B8E5C-232D-6890-9242-F93A82700880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C25C4C7C-FDAE-556C-6697-EC87FC5E311C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3EED7DC0-EFC2-B17E-EBF8-8542F7FCCA01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8FD3170D-D8DC-BD7B-5EB7-3BB3F41A6E20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A367EC4A-8715-FAF2-3487-EB35C5660D94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F4461810-809C-8BAE-8435-51F6BB880599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BCE6053C-5D29-C1AE-11AB-13CA5AF9F264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13F3C95D-DD49-6BF4-6686-3CFE6720BD2C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403805F7-4C80-5D35-124E-6BAC21129079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A514FD0-7075-28BD-C8CE-BA4DA1C85A35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9993D72-1C01-1BD8-1CCD-9B81695962D3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1139640-45E8-BB50-5A38-420EEDE1C226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9CA261E-E3A8-D771-C417-F0855648E844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A1D3EA8-CC5C-EB3B-9B90-D8F92332ADB2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1DFE011-CE22-8D10-9AD1-E8C9CCD90C03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6846B49-5378-119F-9B49-D2DA97E6BADE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6409AB69-206F-30E3-AABD-6E7BDDAF92C0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2EEBFCEB-9598-CBF2-DCC1-C312C5A180F5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A2499D3-E488-EC38-723F-0161963BE78F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C0C67AD-9732-AF20-1977-87BD49D31D1E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8B129F9-B489-3C67-5550-9EFE273F53F3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1D367622-F310-0187-3D3F-1BCF0983FB1E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A518825B-563B-5B44-5988-AA7650DC7F13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EC4686E2-13A6-0F8C-7AC0-D7EE52ACCD5E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C7E0588D-803C-9ED0-3DD7-3283A77D2281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000968F6-2ED2-16BB-85AD-7B9EBEF2E79B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54E38B72-C85D-E7FA-819C-FC7D93FD4B91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46AD0E27-104D-94F3-F97C-97DD7C4E7D60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B4E3DAC4-2A17-5D7A-20E3-8F000DDB744F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B3E7A57E-7CAE-F521-10F4-F70F530A16B8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E3E2B60F-60AB-6547-1D3E-506A33081923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8BD3FF7-4E93-03E2-DFB0-968CD706A4B8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27F63E53-AB29-6B45-56DF-C83C58C0B11A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72DC7AE4-44B7-5696-E091-16CE21817EEE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20C3E2A8-B13E-2E11-EFC5-316AEA03C9EE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CB4EDFE7-A8E9-0BA0-29CE-F3420347E833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8BA51A6C-2E99-8E0E-D0B9-78026ED84DDA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DA773E3B-5E99-5FB1-F315-E5CE7A0D7112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DDD90A62-DFBB-594F-0C00-05B03081854E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BFBB085C-AECE-768E-09B5-36797FC21AA2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B95C7C19-6CA7-9CA3-D01D-6FA09E41FBF8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BCA03C8B-F283-3B93-4C8D-8ACF220034FF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1651A6A1-0A30-40FD-5693-6830C02CCB6F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AC00044F-4FBB-B942-D4EE-923944118877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0CB99E66-EDF3-9DAE-D96C-4C4A0E3EE8CC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043BED96-A3FB-F0F1-4FE0-A4BE3610E94C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B8051EDC-C7D4-D2F3-2C8B-CDE20E4CDE21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F7B7BF52-80B6-99E0-67D8-208136E4C6B0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18ABE0CD-59A1-2F04-24A4-0BE1F2907119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CE81C3F7-C65D-D0EA-6634-A598EDBB7770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9384912A-96AD-985A-6595-7120C1FB909D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F38BBAFB-5749-0973-DE8C-6A89AECF1488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5E091753-4B7C-3956-A148-CC26827B6D98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AFD1F367-E2F9-79CF-3437-2C8CB42404E7}"/>
              </a:ext>
            </a:extLst>
          </p:cNvPr>
          <p:cNvSpPr/>
          <p:nvPr/>
        </p:nvSpPr>
        <p:spPr>
          <a:xfrm>
            <a:off x="7200106" y="5653087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69CDC24E-19BE-585A-851D-1FCDBD3CEB3A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113AE69C-1B2B-83C7-6E05-83D89CBD5191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EF64CD80-5ABE-2F36-73D8-4091491741D6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27DC6DB1-043B-63B1-7BEF-F0F828653F71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1E767B0F-F632-5555-8442-04304245D96B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AD6E548C-9A8B-D579-4D04-6709C5BEDF07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AF4061C8-5436-03C4-2E6E-B9F2BAE32548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24D5ED89-D0B4-71DA-8CEC-A93A84E64B7D}"/>
              </a:ext>
            </a:extLst>
          </p:cNvPr>
          <p:cNvSpPr/>
          <p:nvPr/>
        </p:nvSpPr>
        <p:spPr>
          <a:xfrm>
            <a:off x="8078788" y="4775739"/>
            <a:ext cx="749300" cy="472910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75832493-1844-D3FE-BFF0-5DE8E3DFA6C4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D396B2F0-6434-26ED-8C97-C35BCFD4C43A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5E8171E7-3974-09C4-0081-F2D2E53C8C0B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432A6114-2136-6543-9509-B6EAB3ED84BF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D22F6066-1C5F-BA98-EC1F-F080C2D40993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ACD4A6D1-F4BE-D1FC-A774-21620483AD07}"/>
              </a:ext>
            </a:extLst>
          </p:cNvPr>
          <p:cNvSpPr/>
          <p:nvPr/>
        </p:nvSpPr>
        <p:spPr>
          <a:xfrm>
            <a:off x="2286000" y="5146839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C4D061C5-FA80-13F8-4E9E-9F45D1813B05}"/>
              </a:ext>
            </a:extLst>
          </p:cNvPr>
          <p:cNvSpPr/>
          <p:nvPr/>
        </p:nvSpPr>
        <p:spPr>
          <a:xfrm>
            <a:off x="2278062" y="459224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8804A749-E7F2-9C9D-E3DB-D405AB444332}"/>
              </a:ext>
            </a:extLst>
          </p:cNvPr>
          <p:cNvSpPr/>
          <p:nvPr/>
        </p:nvSpPr>
        <p:spPr>
          <a:xfrm>
            <a:off x="3043238" y="3248025"/>
            <a:ext cx="733425" cy="1524000"/>
          </a:xfrm>
          <a:custGeom>
            <a:avLst/>
            <a:gdLst>
              <a:gd name="csX0" fmla="*/ 733425 w 733425"/>
              <a:gd name="csY0" fmla="*/ 0 h 1524000"/>
              <a:gd name="csX1" fmla="*/ 61912 w 733425"/>
              <a:gd name="csY1" fmla="*/ 0 h 1524000"/>
              <a:gd name="csX2" fmla="*/ 52387 w 733425"/>
              <a:gd name="csY2" fmla="*/ 1524000 h 1524000"/>
              <a:gd name="csX3" fmla="*/ 0 w 733425"/>
              <a:gd name="csY3" fmla="*/ 1524000 h 152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33425" h="1524000">
                <a:moveTo>
                  <a:pt x="733425" y="0"/>
                </a:moveTo>
                <a:lnTo>
                  <a:pt x="61912" y="0"/>
                </a:lnTo>
                <a:lnTo>
                  <a:pt x="52387" y="1524000"/>
                </a:lnTo>
                <a:lnTo>
                  <a:pt x="0" y="15240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Freeform: Shape 93">
            <a:extLst>
              <a:ext uri="{FF2B5EF4-FFF2-40B4-BE49-F238E27FC236}">
                <a16:creationId xmlns:a16="http://schemas.microsoft.com/office/drawing/2014/main" id="{653BFF84-0DD0-AEBB-C109-8688CDB2B30C}"/>
              </a:ext>
            </a:extLst>
          </p:cNvPr>
          <p:cNvSpPr/>
          <p:nvPr/>
        </p:nvSpPr>
        <p:spPr>
          <a:xfrm>
            <a:off x="2657475" y="4957763"/>
            <a:ext cx="0" cy="133350"/>
          </a:xfrm>
          <a:custGeom>
            <a:avLst/>
            <a:gdLst>
              <a:gd name="csX0" fmla="*/ 0 w 0"/>
              <a:gd name="csY0" fmla="*/ 0 h 133350"/>
              <a:gd name="csX1" fmla="*/ 0 w 0"/>
              <a:gd name="csY1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A1412A54-16DC-25E9-25A6-78EC86DDA62F}"/>
              </a:ext>
            </a:extLst>
          </p:cNvPr>
          <p:cNvSpPr/>
          <p:nvPr/>
        </p:nvSpPr>
        <p:spPr>
          <a:xfrm>
            <a:off x="4540250" y="3060700"/>
            <a:ext cx="3041650" cy="2590800"/>
          </a:xfrm>
          <a:custGeom>
            <a:avLst/>
            <a:gdLst>
              <a:gd name="csX0" fmla="*/ 0 w 3041650"/>
              <a:gd name="csY0" fmla="*/ 25400 h 2590800"/>
              <a:gd name="csX1" fmla="*/ 1555750 w 3041650"/>
              <a:gd name="csY1" fmla="*/ 25400 h 2590800"/>
              <a:gd name="csX2" fmla="*/ 1581150 w 3041650"/>
              <a:gd name="csY2" fmla="*/ 0 h 2590800"/>
              <a:gd name="csX3" fmla="*/ 1752600 w 3041650"/>
              <a:gd name="csY3" fmla="*/ 0 h 2590800"/>
              <a:gd name="csX4" fmla="*/ 1797050 w 3041650"/>
              <a:gd name="csY4" fmla="*/ 31750 h 2590800"/>
              <a:gd name="csX5" fmla="*/ 3035300 w 3041650"/>
              <a:gd name="csY5" fmla="*/ 38100 h 2590800"/>
              <a:gd name="csX6" fmla="*/ 3041650 w 3041650"/>
              <a:gd name="csY6" fmla="*/ 2590800 h 2590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041650" h="2590800">
                <a:moveTo>
                  <a:pt x="0" y="25400"/>
                </a:moveTo>
                <a:lnTo>
                  <a:pt x="1555750" y="25400"/>
                </a:lnTo>
                <a:lnTo>
                  <a:pt x="1581150" y="0"/>
                </a:lnTo>
                <a:lnTo>
                  <a:pt x="1752600" y="0"/>
                </a:lnTo>
                <a:lnTo>
                  <a:pt x="1797050" y="31750"/>
                </a:lnTo>
                <a:lnTo>
                  <a:pt x="3035300" y="38100"/>
                </a:lnTo>
                <a:cubicBezTo>
                  <a:pt x="3037417" y="889000"/>
                  <a:pt x="3039533" y="1739900"/>
                  <a:pt x="3041650" y="25908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Freeform: Shape 92">
            <a:extLst>
              <a:ext uri="{FF2B5EF4-FFF2-40B4-BE49-F238E27FC236}">
                <a16:creationId xmlns:a16="http://schemas.microsoft.com/office/drawing/2014/main" id="{AEDB1845-7F73-5F4C-7014-77BC0873FEFB}"/>
              </a:ext>
            </a:extLst>
          </p:cNvPr>
          <p:cNvSpPr/>
          <p:nvPr/>
        </p:nvSpPr>
        <p:spPr>
          <a:xfrm>
            <a:off x="4540250" y="3003550"/>
            <a:ext cx="3530600" cy="1962150"/>
          </a:xfrm>
          <a:custGeom>
            <a:avLst/>
            <a:gdLst>
              <a:gd name="csX0" fmla="*/ 0 w 3530600"/>
              <a:gd name="csY0" fmla="*/ 31750 h 1962150"/>
              <a:gd name="csX1" fmla="*/ 1524000 w 3530600"/>
              <a:gd name="csY1" fmla="*/ 31750 h 1962150"/>
              <a:gd name="csX2" fmla="*/ 1562100 w 3530600"/>
              <a:gd name="csY2" fmla="*/ 0 h 1962150"/>
              <a:gd name="csX3" fmla="*/ 1778000 w 3530600"/>
              <a:gd name="csY3" fmla="*/ 6350 h 1962150"/>
              <a:gd name="csX4" fmla="*/ 1809750 w 3530600"/>
              <a:gd name="csY4" fmla="*/ 38100 h 1962150"/>
              <a:gd name="csX5" fmla="*/ 3155950 w 3530600"/>
              <a:gd name="csY5" fmla="*/ 38100 h 1962150"/>
              <a:gd name="csX6" fmla="*/ 3162300 w 3530600"/>
              <a:gd name="csY6" fmla="*/ 1962150 h 1962150"/>
              <a:gd name="csX7" fmla="*/ 3530600 w 3530600"/>
              <a:gd name="csY7" fmla="*/ 1955800 h 1962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530600" h="1962150">
                <a:moveTo>
                  <a:pt x="0" y="31750"/>
                </a:moveTo>
                <a:lnTo>
                  <a:pt x="1524000" y="31750"/>
                </a:lnTo>
                <a:lnTo>
                  <a:pt x="1562100" y="0"/>
                </a:lnTo>
                <a:lnTo>
                  <a:pt x="1778000" y="6350"/>
                </a:lnTo>
                <a:lnTo>
                  <a:pt x="1809750" y="38100"/>
                </a:lnTo>
                <a:lnTo>
                  <a:pt x="3155950" y="38100"/>
                </a:lnTo>
                <a:cubicBezTo>
                  <a:pt x="3158067" y="679450"/>
                  <a:pt x="3160183" y="1320800"/>
                  <a:pt x="3162300" y="1962150"/>
                </a:cubicBezTo>
                <a:lnTo>
                  <a:pt x="3530600" y="1955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7DAD784D-E27A-C1E4-5A2F-65BABE478928}"/>
              </a:ext>
            </a:extLst>
          </p:cNvPr>
          <p:cNvSpPr/>
          <p:nvPr/>
        </p:nvSpPr>
        <p:spPr>
          <a:xfrm>
            <a:off x="7956550" y="5251450"/>
            <a:ext cx="501650" cy="596900"/>
          </a:xfrm>
          <a:custGeom>
            <a:avLst/>
            <a:gdLst>
              <a:gd name="csX0" fmla="*/ 0 w 501650"/>
              <a:gd name="csY0" fmla="*/ 596900 h 596900"/>
              <a:gd name="csX1" fmla="*/ 501650 w 501650"/>
              <a:gd name="csY1" fmla="*/ 596900 h 596900"/>
              <a:gd name="csX2" fmla="*/ 501650 w 501650"/>
              <a:gd name="csY2" fmla="*/ 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1650" h="596900">
                <a:moveTo>
                  <a:pt x="0" y="596900"/>
                </a:moveTo>
                <a:lnTo>
                  <a:pt x="501650" y="596900"/>
                </a:lnTo>
                <a:lnTo>
                  <a:pt x="501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6E4E58E2-07C6-6472-1087-E758D51ECF75}"/>
              </a:ext>
            </a:extLst>
          </p:cNvPr>
          <p:cNvSpPr/>
          <p:nvPr/>
        </p:nvSpPr>
        <p:spPr>
          <a:xfrm>
            <a:off x="3783806" y="29622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B2BE500F-73B1-0BC2-7838-87B637D6B07E}"/>
              </a:ext>
            </a:extLst>
          </p:cNvPr>
          <p:cNvSpPr/>
          <p:nvPr/>
        </p:nvSpPr>
        <p:spPr>
          <a:xfrm>
            <a:off x="7875587" y="3346796"/>
            <a:ext cx="763588" cy="583854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AE31B065-300A-6E6C-DC26-5FB699FDC15F}"/>
              </a:ext>
            </a:extLst>
          </p:cNvPr>
          <p:cNvSpPr/>
          <p:nvPr/>
        </p:nvSpPr>
        <p:spPr>
          <a:xfrm>
            <a:off x="2284413" y="333851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F882206E-DBE5-7D4D-9C62-AE514BF4EB7A}"/>
              </a:ext>
            </a:extLst>
          </p:cNvPr>
          <p:cNvSpPr/>
          <p:nvPr/>
        </p:nvSpPr>
        <p:spPr>
          <a:xfrm>
            <a:off x="2165350" y="3530600"/>
            <a:ext cx="1860550" cy="2603500"/>
          </a:xfrm>
          <a:custGeom>
            <a:avLst/>
            <a:gdLst>
              <a:gd name="csX0" fmla="*/ 120650 w 1860550"/>
              <a:gd name="csY0" fmla="*/ 0 h 2603500"/>
              <a:gd name="csX1" fmla="*/ 0 w 1860550"/>
              <a:gd name="csY1" fmla="*/ 6350 h 2603500"/>
              <a:gd name="csX2" fmla="*/ 0 w 1860550"/>
              <a:gd name="csY2" fmla="*/ 2603500 h 2603500"/>
              <a:gd name="csX3" fmla="*/ 1860550 w 1860550"/>
              <a:gd name="csY3" fmla="*/ 2603500 h 260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860550" h="2603500">
                <a:moveTo>
                  <a:pt x="120650" y="0"/>
                </a:moveTo>
                <a:lnTo>
                  <a:pt x="0" y="6350"/>
                </a:lnTo>
                <a:lnTo>
                  <a:pt x="0" y="2603500"/>
                </a:lnTo>
                <a:lnTo>
                  <a:pt x="1860550" y="26035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5CC74524-8B87-C014-90EA-E80265E657CD}"/>
              </a:ext>
            </a:extLst>
          </p:cNvPr>
          <p:cNvSpPr/>
          <p:nvPr/>
        </p:nvSpPr>
        <p:spPr>
          <a:xfrm>
            <a:off x="4025900" y="5958780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4428A241-2614-EBF0-25CD-C6D855DF1B0E}"/>
              </a:ext>
            </a:extLst>
          </p:cNvPr>
          <p:cNvSpPr/>
          <p:nvPr/>
        </p:nvSpPr>
        <p:spPr>
          <a:xfrm>
            <a:off x="5583237" y="3338512"/>
            <a:ext cx="751681" cy="4955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218B3C2A-E22A-45E9-A926-3C7B2C655B76}"/>
              </a:ext>
            </a:extLst>
          </p:cNvPr>
          <p:cNvSpPr/>
          <p:nvPr/>
        </p:nvSpPr>
        <p:spPr>
          <a:xfrm flipH="1">
            <a:off x="5910581" y="3835400"/>
            <a:ext cx="45719" cy="234156"/>
          </a:xfrm>
          <a:custGeom>
            <a:avLst/>
            <a:gdLst>
              <a:gd name="csX0" fmla="*/ 0 w 0"/>
              <a:gd name="csY0" fmla="*/ 0 h 247650"/>
              <a:gd name="csX1" fmla="*/ 0 w 0"/>
              <a:gd name="csY1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47650">
                <a:moveTo>
                  <a:pt x="0" y="0"/>
                </a:move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BC83E083-857C-DD1B-BA3E-1BD541D6FBE4}"/>
              </a:ext>
            </a:extLst>
          </p:cNvPr>
          <p:cNvSpPr/>
          <p:nvPr/>
        </p:nvSpPr>
        <p:spPr>
          <a:xfrm>
            <a:off x="5961063" y="5655573"/>
            <a:ext cx="749300" cy="453123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0061859F-EBAC-70F0-FF21-6F3D09AAEF4E}"/>
              </a:ext>
            </a:extLst>
          </p:cNvPr>
          <p:cNvSpPr/>
          <p:nvPr/>
        </p:nvSpPr>
        <p:spPr>
          <a:xfrm>
            <a:off x="6710363" y="408503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FBD9B470-DB84-A903-FB10-8DECDEA594D3}"/>
              </a:ext>
            </a:extLst>
          </p:cNvPr>
          <p:cNvSpPr/>
          <p:nvPr/>
        </p:nvSpPr>
        <p:spPr>
          <a:xfrm>
            <a:off x="6338887" y="4271963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Freeform: Shape 105">
            <a:extLst>
              <a:ext uri="{FF2B5EF4-FFF2-40B4-BE49-F238E27FC236}">
                <a16:creationId xmlns:a16="http://schemas.microsoft.com/office/drawing/2014/main" id="{C6D542E3-4DBA-2BCF-778B-BA901C475D3B}"/>
              </a:ext>
            </a:extLst>
          </p:cNvPr>
          <p:cNvSpPr/>
          <p:nvPr/>
        </p:nvSpPr>
        <p:spPr>
          <a:xfrm>
            <a:off x="6148388" y="4457700"/>
            <a:ext cx="0" cy="1200150"/>
          </a:xfrm>
          <a:custGeom>
            <a:avLst/>
            <a:gdLst>
              <a:gd name="csX0" fmla="*/ 0 w 0"/>
              <a:gd name="csY0" fmla="*/ 0 h 1200150"/>
              <a:gd name="csX1" fmla="*/ 0 w 0"/>
              <a:gd name="csY1" fmla="*/ 1200150 h 1200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200150">
                <a:moveTo>
                  <a:pt x="0" y="0"/>
                </a:moveTo>
                <a:lnTo>
                  <a:pt x="0" y="1200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5F281C57-C3C6-3641-4891-BD5264ECCF6F}"/>
              </a:ext>
            </a:extLst>
          </p:cNvPr>
          <p:cNvSpPr/>
          <p:nvPr/>
        </p:nvSpPr>
        <p:spPr>
          <a:xfrm>
            <a:off x="5580856" y="40838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8877612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46DBCB-4C7D-F29F-A562-FE49B9189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D7A9EE-EE56-E45C-D762-A0AE8105B2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- 29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36AB5B3-AF05-FC7E-9306-FF028745EC09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062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1283E6A-383D-F310-B66E-16C6941B17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1D86041-301D-0E4A-87CA-9852BECCC0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63E0BB4-26EB-5E3D-9CF7-39500FDB41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46F532B-E0DC-016D-57F9-C06F774836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0A3487EE-EF1B-9CF8-D531-9F53477D9583}"/>
              </a:ext>
            </a:extLst>
          </p:cNvPr>
          <p:cNvSpPr/>
          <p:nvPr/>
        </p:nvSpPr>
        <p:spPr>
          <a:xfrm>
            <a:off x="2535381" y="4964043"/>
            <a:ext cx="2036618" cy="1687815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7B0AF08-8DA8-153B-6645-21819B6E249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02" y="4070454"/>
            <a:ext cx="4335157" cy="245258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D82D8C1-E340-1E3B-326C-578740BC0EC9}"/>
              </a:ext>
            </a:extLst>
          </p:cNvPr>
          <p:cNvSpPr/>
          <p:nvPr/>
        </p:nvSpPr>
        <p:spPr>
          <a:xfrm>
            <a:off x="5918875" y="3344237"/>
            <a:ext cx="2036618" cy="1687815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5490887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8A4861-48DB-4B66-4554-4A7426C73E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FB1C8FB6-8C41-955D-E240-C458CC0764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055D86A8-6E3E-4C28-EC75-44C98FF586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5025D52C-F740-EBC4-F85B-F1A45B2526B0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C41B86F3-517F-6A76-16CC-C6927ADA4891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98C2697-3FCB-3062-E3AE-39ECC588F203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C758808-760E-B5CC-39DF-00AA535364A4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94AB24B1-038E-0697-77B8-999701B27C8F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9248A7F-DD2C-967E-FF89-AD9F9F9361DC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BE963AF9-2F06-FFF6-D616-D22034829443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CC01E275-9FA6-5533-32B6-3957BEE3BF3C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AC851797-E08F-AC62-8131-E2607E726726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0D5E1ECD-41F2-A28F-5BB8-826436B6E9E7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796912F9-6C4C-E70B-990B-DBB2C9AD0309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18D2F4C-718A-4121-8F1E-EE911F6AC776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187FC8BC-2E52-304B-2946-9F03BB8BDCDC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CD3B82C0-779B-87FD-C405-A72A14FF7ACD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80F77014-A649-4288-DAD3-4E0D19519B75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2ED31F8-A7F4-8FE0-1B0A-A47504214502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7410ED8-0425-5C94-A55D-0087B3FE2A90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C68D9F73-FD00-9C6C-81D6-57118E347448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49B6ADCE-370D-5DD9-A160-42B51758067D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3454A30B-2DA5-6536-C2C4-70039A5153A8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4B8F03A7-74ED-4991-FD81-3568903C5E7B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C543F237-B42D-C534-7836-A89CB9E00EC4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AABF567C-5DF4-D574-6895-038877E134CC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EB2229FA-AB5C-55F0-7B4D-7B1914192ACF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B20C4B5A-DA7A-8F3D-5B86-5ADBE0AA4048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19A8E449-AF1F-F345-6BAE-5B1224186586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747AD5F-C921-BA8F-0925-BEC81F2D91EC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AF143EA-AA19-5443-A018-611E7AA48F51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370FA4C-B88B-1A37-DFC0-89D4A588F5E0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DAD06B2-676A-AC17-C3FD-2DDC24175B2F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C2E7485-A8D0-4B60-F0DD-BE4BC366798E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DD14395-E756-211A-7F36-FB6519A8C193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0811280-6ED7-4037-BF71-75DB132D6FB3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B18D2E8-2B2F-F740-3966-0E03B8B72EBD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90C8F228-A243-02B9-6F6A-3607E24563D3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A844CCB-171B-A592-DC02-551B1A70CB97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FD442F80-7989-CB56-F94B-2691E9CF5BDF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2922949-BDB4-4ECD-2077-D081E87CE056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8B2AB53-3CA0-FF95-83AA-D84D66765682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4EAE094-943C-A3E0-5202-EB94532A1689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30DFA5F3-9B55-F08C-3A64-3B42190C6A0B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6F304991-72CC-AF3B-B7A3-B030CF79FEDC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57B386F5-C8F2-7C9F-FCEB-357DE4200A42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81D4C9D-0369-7E47-2CB9-6B43111C71E8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01E32808-DAE6-B24A-05B3-A83F2D9C6848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CE2015AC-FF17-B3D8-BB09-128FE84EEAA0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2A3D7022-BDB7-9F15-364E-66D6E5E2010B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0E8169D3-8EEC-4912-20CB-74B8DC0106B7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22CB6E0C-B8CA-EF18-BDD4-CC09C633BCEC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DCDE93DB-3BFD-52C0-12FE-5C4F1974BE92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B7F1AE14-57DB-3657-F145-6924B22CB93D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A7B0D063-206F-4C3D-FBDE-1F6FF38180A8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AC57D124-3F84-EDF6-8B8B-41675D480607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942FEA07-F79D-5015-C0B0-5CBA58933862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31E4786-30FF-CB4C-FEDF-41F59B81D9D6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CEE787D5-84DD-7085-2FC5-0C0F4C30F75C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6131959-03CD-CDB0-EBC4-7BBFBF8C4942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6807BF8A-6EA7-B23F-8C92-7BD139CC2CD3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B688CDE4-B569-A82A-AE84-B1640E64F785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E1EC5FF9-CC5D-D481-F100-019F6628D949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859360E2-BB15-40C5-A3A1-34B6E5A32E16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35D5BD42-E45A-2B4A-284F-9DB6788AB69E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477E2584-D9B1-A7BD-545D-45C8B9235B35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F5AD2600-D692-4965-84B5-96E0E27FF6F9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6A13A42E-CC9D-2AAA-4A7B-3A3151007DF0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C957CF05-EC73-AADE-95A5-87A692F5B1A3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F8E64D50-C32F-A345-4577-62EAACA460A3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05002F37-AA0B-2D91-5830-03A6AFEDAAF0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4C5D78A1-81EA-8FA8-6BB0-EAF4CAB17537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6EE35956-3AE8-AC61-E01C-AD5230A6C6ED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96BE624B-B119-9D21-58C7-3495019CF2C2}"/>
              </a:ext>
            </a:extLst>
          </p:cNvPr>
          <p:cNvSpPr/>
          <p:nvPr/>
        </p:nvSpPr>
        <p:spPr>
          <a:xfrm>
            <a:off x="7200106" y="5641892"/>
            <a:ext cx="749300" cy="377660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9BE8BF0D-BA0A-6CBE-4DBD-BBF1D884FFF3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7FF5A080-1887-59FF-B306-45F450816F38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3FEB8AF4-44F5-E287-60F4-E284AC667031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53971B76-348A-0A4A-1D49-A7E29D5F7DE2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A6649724-248F-2F06-30F1-36A36660D89F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53417DD5-1F03-BA09-A7BC-8F383B7446F3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D1FF8932-9AA4-5052-ACD1-4B1A18EAD12B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035B7B87-FE30-47A8-38FA-02D24A7C336C}"/>
              </a:ext>
            </a:extLst>
          </p:cNvPr>
          <p:cNvSpPr/>
          <p:nvPr/>
        </p:nvSpPr>
        <p:spPr>
          <a:xfrm>
            <a:off x="8078788" y="4775739"/>
            <a:ext cx="749300" cy="472910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FABEF538-A47C-18F3-39E2-F3679573195B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89369C17-683F-079A-5824-DED2416EE433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8CD1106D-557A-94BA-29C2-C0B16A945A11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99ACBD3E-4FEE-A3FC-4F70-A485F68A854C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D8F51FB3-0A79-F98C-F411-04B0C85EB359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5FB5C4DE-A919-161B-D9CC-DD0409577A09}"/>
              </a:ext>
            </a:extLst>
          </p:cNvPr>
          <p:cNvSpPr/>
          <p:nvPr/>
        </p:nvSpPr>
        <p:spPr>
          <a:xfrm>
            <a:off x="2286000" y="5146839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09E73C5B-89C5-4837-BB52-5658861588D5}"/>
              </a:ext>
            </a:extLst>
          </p:cNvPr>
          <p:cNvSpPr/>
          <p:nvPr/>
        </p:nvSpPr>
        <p:spPr>
          <a:xfrm>
            <a:off x="2278062" y="459224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4BA38D01-110E-4587-B6D5-B1E122E9C2FB}"/>
              </a:ext>
            </a:extLst>
          </p:cNvPr>
          <p:cNvSpPr/>
          <p:nvPr/>
        </p:nvSpPr>
        <p:spPr>
          <a:xfrm>
            <a:off x="3043238" y="3248025"/>
            <a:ext cx="733425" cy="1524000"/>
          </a:xfrm>
          <a:custGeom>
            <a:avLst/>
            <a:gdLst>
              <a:gd name="csX0" fmla="*/ 733425 w 733425"/>
              <a:gd name="csY0" fmla="*/ 0 h 1524000"/>
              <a:gd name="csX1" fmla="*/ 61912 w 733425"/>
              <a:gd name="csY1" fmla="*/ 0 h 1524000"/>
              <a:gd name="csX2" fmla="*/ 52387 w 733425"/>
              <a:gd name="csY2" fmla="*/ 1524000 h 1524000"/>
              <a:gd name="csX3" fmla="*/ 0 w 733425"/>
              <a:gd name="csY3" fmla="*/ 1524000 h 152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33425" h="1524000">
                <a:moveTo>
                  <a:pt x="733425" y="0"/>
                </a:moveTo>
                <a:lnTo>
                  <a:pt x="61912" y="0"/>
                </a:lnTo>
                <a:lnTo>
                  <a:pt x="52387" y="1524000"/>
                </a:lnTo>
                <a:lnTo>
                  <a:pt x="0" y="15240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Freeform: Shape 93">
            <a:extLst>
              <a:ext uri="{FF2B5EF4-FFF2-40B4-BE49-F238E27FC236}">
                <a16:creationId xmlns:a16="http://schemas.microsoft.com/office/drawing/2014/main" id="{77BE7D5E-3E80-63D7-26D5-289B3E3C9DD7}"/>
              </a:ext>
            </a:extLst>
          </p:cNvPr>
          <p:cNvSpPr/>
          <p:nvPr/>
        </p:nvSpPr>
        <p:spPr>
          <a:xfrm>
            <a:off x="2657475" y="4957763"/>
            <a:ext cx="0" cy="133350"/>
          </a:xfrm>
          <a:custGeom>
            <a:avLst/>
            <a:gdLst>
              <a:gd name="csX0" fmla="*/ 0 w 0"/>
              <a:gd name="csY0" fmla="*/ 0 h 133350"/>
              <a:gd name="csX1" fmla="*/ 0 w 0"/>
              <a:gd name="csY1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9DD3AC38-A700-3351-FB90-AA0648A5982B}"/>
              </a:ext>
            </a:extLst>
          </p:cNvPr>
          <p:cNvSpPr/>
          <p:nvPr/>
        </p:nvSpPr>
        <p:spPr>
          <a:xfrm>
            <a:off x="4540250" y="3060700"/>
            <a:ext cx="3041650" cy="2590800"/>
          </a:xfrm>
          <a:custGeom>
            <a:avLst/>
            <a:gdLst>
              <a:gd name="csX0" fmla="*/ 0 w 3041650"/>
              <a:gd name="csY0" fmla="*/ 25400 h 2590800"/>
              <a:gd name="csX1" fmla="*/ 1555750 w 3041650"/>
              <a:gd name="csY1" fmla="*/ 25400 h 2590800"/>
              <a:gd name="csX2" fmla="*/ 1581150 w 3041650"/>
              <a:gd name="csY2" fmla="*/ 0 h 2590800"/>
              <a:gd name="csX3" fmla="*/ 1752600 w 3041650"/>
              <a:gd name="csY3" fmla="*/ 0 h 2590800"/>
              <a:gd name="csX4" fmla="*/ 1797050 w 3041650"/>
              <a:gd name="csY4" fmla="*/ 31750 h 2590800"/>
              <a:gd name="csX5" fmla="*/ 3035300 w 3041650"/>
              <a:gd name="csY5" fmla="*/ 38100 h 2590800"/>
              <a:gd name="csX6" fmla="*/ 3041650 w 3041650"/>
              <a:gd name="csY6" fmla="*/ 2590800 h 2590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041650" h="2590800">
                <a:moveTo>
                  <a:pt x="0" y="25400"/>
                </a:moveTo>
                <a:lnTo>
                  <a:pt x="1555750" y="25400"/>
                </a:lnTo>
                <a:lnTo>
                  <a:pt x="1581150" y="0"/>
                </a:lnTo>
                <a:lnTo>
                  <a:pt x="1752600" y="0"/>
                </a:lnTo>
                <a:lnTo>
                  <a:pt x="1797050" y="31750"/>
                </a:lnTo>
                <a:lnTo>
                  <a:pt x="3035300" y="38100"/>
                </a:lnTo>
                <a:cubicBezTo>
                  <a:pt x="3037417" y="889000"/>
                  <a:pt x="3039533" y="1739900"/>
                  <a:pt x="3041650" y="25908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Freeform: Shape 92">
            <a:extLst>
              <a:ext uri="{FF2B5EF4-FFF2-40B4-BE49-F238E27FC236}">
                <a16:creationId xmlns:a16="http://schemas.microsoft.com/office/drawing/2014/main" id="{2576D34E-6D63-CC51-41D1-C0EA0BBE0375}"/>
              </a:ext>
            </a:extLst>
          </p:cNvPr>
          <p:cNvSpPr/>
          <p:nvPr/>
        </p:nvSpPr>
        <p:spPr>
          <a:xfrm>
            <a:off x="4540250" y="3003550"/>
            <a:ext cx="3530600" cy="1962150"/>
          </a:xfrm>
          <a:custGeom>
            <a:avLst/>
            <a:gdLst>
              <a:gd name="csX0" fmla="*/ 0 w 3530600"/>
              <a:gd name="csY0" fmla="*/ 31750 h 1962150"/>
              <a:gd name="csX1" fmla="*/ 1524000 w 3530600"/>
              <a:gd name="csY1" fmla="*/ 31750 h 1962150"/>
              <a:gd name="csX2" fmla="*/ 1562100 w 3530600"/>
              <a:gd name="csY2" fmla="*/ 0 h 1962150"/>
              <a:gd name="csX3" fmla="*/ 1778000 w 3530600"/>
              <a:gd name="csY3" fmla="*/ 6350 h 1962150"/>
              <a:gd name="csX4" fmla="*/ 1809750 w 3530600"/>
              <a:gd name="csY4" fmla="*/ 38100 h 1962150"/>
              <a:gd name="csX5" fmla="*/ 3155950 w 3530600"/>
              <a:gd name="csY5" fmla="*/ 38100 h 1962150"/>
              <a:gd name="csX6" fmla="*/ 3162300 w 3530600"/>
              <a:gd name="csY6" fmla="*/ 1962150 h 1962150"/>
              <a:gd name="csX7" fmla="*/ 3530600 w 3530600"/>
              <a:gd name="csY7" fmla="*/ 1955800 h 1962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530600" h="1962150">
                <a:moveTo>
                  <a:pt x="0" y="31750"/>
                </a:moveTo>
                <a:lnTo>
                  <a:pt x="1524000" y="31750"/>
                </a:lnTo>
                <a:lnTo>
                  <a:pt x="1562100" y="0"/>
                </a:lnTo>
                <a:lnTo>
                  <a:pt x="1778000" y="6350"/>
                </a:lnTo>
                <a:lnTo>
                  <a:pt x="1809750" y="38100"/>
                </a:lnTo>
                <a:lnTo>
                  <a:pt x="3155950" y="38100"/>
                </a:lnTo>
                <a:cubicBezTo>
                  <a:pt x="3158067" y="679450"/>
                  <a:pt x="3160183" y="1320800"/>
                  <a:pt x="3162300" y="1962150"/>
                </a:cubicBezTo>
                <a:lnTo>
                  <a:pt x="3530600" y="1955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B1F72EDF-8C2D-752B-B824-5E81F988C449}"/>
              </a:ext>
            </a:extLst>
          </p:cNvPr>
          <p:cNvSpPr/>
          <p:nvPr/>
        </p:nvSpPr>
        <p:spPr>
          <a:xfrm>
            <a:off x="7956550" y="5251450"/>
            <a:ext cx="501650" cy="596900"/>
          </a:xfrm>
          <a:custGeom>
            <a:avLst/>
            <a:gdLst>
              <a:gd name="csX0" fmla="*/ 0 w 501650"/>
              <a:gd name="csY0" fmla="*/ 596900 h 596900"/>
              <a:gd name="csX1" fmla="*/ 501650 w 501650"/>
              <a:gd name="csY1" fmla="*/ 596900 h 596900"/>
              <a:gd name="csX2" fmla="*/ 501650 w 501650"/>
              <a:gd name="csY2" fmla="*/ 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1650" h="596900">
                <a:moveTo>
                  <a:pt x="0" y="596900"/>
                </a:moveTo>
                <a:lnTo>
                  <a:pt x="501650" y="596900"/>
                </a:lnTo>
                <a:lnTo>
                  <a:pt x="501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B5E72E2D-762A-B10D-0658-263F2ABD51CD}"/>
              </a:ext>
            </a:extLst>
          </p:cNvPr>
          <p:cNvSpPr/>
          <p:nvPr/>
        </p:nvSpPr>
        <p:spPr>
          <a:xfrm>
            <a:off x="3783806" y="29622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F2AD8368-EA38-0120-726E-23FCA679D07B}"/>
              </a:ext>
            </a:extLst>
          </p:cNvPr>
          <p:cNvSpPr/>
          <p:nvPr/>
        </p:nvSpPr>
        <p:spPr>
          <a:xfrm>
            <a:off x="7875587" y="3346796"/>
            <a:ext cx="763588" cy="583854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DEE67013-DCBB-E310-7028-A3D7B6F13834}"/>
              </a:ext>
            </a:extLst>
          </p:cNvPr>
          <p:cNvSpPr/>
          <p:nvPr/>
        </p:nvSpPr>
        <p:spPr>
          <a:xfrm>
            <a:off x="2284413" y="333851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B904C5F7-6EA7-DF43-0F75-A9961DDE8DEB}"/>
              </a:ext>
            </a:extLst>
          </p:cNvPr>
          <p:cNvSpPr/>
          <p:nvPr/>
        </p:nvSpPr>
        <p:spPr>
          <a:xfrm>
            <a:off x="2165350" y="3530600"/>
            <a:ext cx="1860550" cy="2603500"/>
          </a:xfrm>
          <a:custGeom>
            <a:avLst/>
            <a:gdLst>
              <a:gd name="csX0" fmla="*/ 120650 w 1860550"/>
              <a:gd name="csY0" fmla="*/ 0 h 2603500"/>
              <a:gd name="csX1" fmla="*/ 0 w 1860550"/>
              <a:gd name="csY1" fmla="*/ 6350 h 2603500"/>
              <a:gd name="csX2" fmla="*/ 0 w 1860550"/>
              <a:gd name="csY2" fmla="*/ 2603500 h 2603500"/>
              <a:gd name="csX3" fmla="*/ 1860550 w 1860550"/>
              <a:gd name="csY3" fmla="*/ 2603500 h 260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860550" h="2603500">
                <a:moveTo>
                  <a:pt x="120650" y="0"/>
                </a:moveTo>
                <a:lnTo>
                  <a:pt x="0" y="6350"/>
                </a:lnTo>
                <a:lnTo>
                  <a:pt x="0" y="2603500"/>
                </a:lnTo>
                <a:lnTo>
                  <a:pt x="1860550" y="26035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5D9C7785-DEFB-FCCD-B3F6-F5B6AC72BF4C}"/>
              </a:ext>
            </a:extLst>
          </p:cNvPr>
          <p:cNvSpPr/>
          <p:nvPr/>
        </p:nvSpPr>
        <p:spPr>
          <a:xfrm>
            <a:off x="4025900" y="5958780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252DCD75-281E-4FC8-43A4-DAF1CD2B6800}"/>
              </a:ext>
            </a:extLst>
          </p:cNvPr>
          <p:cNvSpPr/>
          <p:nvPr/>
        </p:nvSpPr>
        <p:spPr>
          <a:xfrm>
            <a:off x="5583237" y="3338512"/>
            <a:ext cx="751681" cy="4955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D508F61E-7AC3-DCEE-FA27-F1E62F6B0BB3}"/>
              </a:ext>
            </a:extLst>
          </p:cNvPr>
          <p:cNvSpPr/>
          <p:nvPr/>
        </p:nvSpPr>
        <p:spPr>
          <a:xfrm flipH="1">
            <a:off x="5910581" y="3835400"/>
            <a:ext cx="45719" cy="234156"/>
          </a:xfrm>
          <a:custGeom>
            <a:avLst/>
            <a:gdLst>
              <a:gd name="csX0" fmla="*/ 0 w 0"/>
              <a:gd name="csY0" fmla="*/ 0 h 247650"/>
              <a:gd name="csX1" fmla="*/ 0 w 0"/>
              <a:gd name="csY1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47650">
                <a:moveTo>
                  <a:pt x="0" y="0"/>
                </a:move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9B43728B-EDA6-65BF-FAE9-79E15DDA6060}"/>
              </a:ext>
            </a:extLst>
          </p:cNvPr>
          <p:cNvSpPr/>
          <p:nvPr/>
        </p:nvSpPr>
        <p:spPr>
          <a:xfrm>
            <a:off x="5961063" y="5655573"/>
            <a:ext cx="749300" cy="453123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C1AAACFC-9DCE-3E7C-A02F-13D5A3D42904}"/>
              </a:ext>
            </a:extLst>
          </p:cNvPr>
          <p:cNvSpPr/>
          <p:nvPr/>
        </p:nvSpPr>
        <p:spPr>
          <a:xfrm>
            <a:off x="6710363" y="408503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6F1DA6DD-F97E-610B-0F3C-DBF8340AAF92}"/>
              </a:ext>
            </a:extLst>
          </p:cNvPr>
          <p:cNvSpPr/>
          <p:nvPr/>
        </p:nvSpPr>
        <p:spPr>
          <a:xfrm>
            <a:off x="6338887" y="4271963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Freeform: Shape 105">
            <a:extLst>
              <a:ext uri="{FF2B5EF4-FFF2-40B4-BE49-F238E27FC236}">
                <a16:creationId xmlns:a16="http://schemas.microsoft.com/office/drawing/2014/main" id="{3522016A-9315-F155-929C-1AC2D6610A2B}"/>
              </a:ext>
            </a:extLst>
          </p:cNvPr>
          <p:cNvSpPr/>
          <p:nvPr/>
        </p:nvSpPr>
        <p:spPr>
          <a:xfrm>
            <a:off x="6148388" y="4457700"/>
            <a:ext cx="0" cy="1200150"/>
          </a:xfrm>
          <a:custGeom>
            <a:avLst/>
            <a:gdLst>
              <a:gd name="csX0" fmla="*/ 0 w 0"/>
              <a:gd name="csY0" fmla="*/ 0 h 1200150"/>
              <a:gd name="csX1" fmla="*/ 0 w 0"/>
              <a:gd name="csY1" fmla="*/ 1200150 h 1200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200150">
                <a:moveTo>
                  <a:pt x="0" y="0"/>
                </a:moveTo>
                <a:lnTo>
                  <a:pt x="0" y="1200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23ECA6A6-FC11-7791-64CA-D66A60554D54}"/>
              </a:ext>
            </a:extLst>
          </p:cNvPr>
          <p:cNvSpPr/>
          <p:nvPr/>
        </p:nvSpPr>
        <p:spPr>
          <a:xfrm>
            <a:off x="5580856" y="40838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74E80B75-A86E-96C9-9F3F-F12FE5DAD425}"/>
              </a:ext>
            </a:extLst>
          </p:cNvPr>
          <p:cNvSpPr/>
          <p:nvPr/>
        </p:nvSpPr>
        <p:spPr>
          <a:xfrm>
            <a:off x="6608763" y="507991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Freeform: Shape 107">
            <a:extLst>
              <a:ext uri="{FF2B5EF4-FFF2-40B4-BE49-F238E27FC236}">
                <a16:creationId xmlns:a16="http://schemas.microsoft.com/office/drawing/2014/main" id="{FE6B08C8-C628-D7D8-B73D-5BDEDEADEA0F}"/>
              </a:ext>
            </a:extLst>
          </p:cNvPr>
          <p:cNvSpPr/>
          <p:nvPr/>
        </p:nvSpPr>
        <p:spPr>
          <a:xfrm>
            <a:off x="6986588" y="5486400"/>
            <a:ext cx="209550" cy="266700"/>
          </a:xfrm>
          <a:custGeom>
            <a:avLst/>
            <a:gdLst>
              <a:gd name="csX0" fmla="*/ 0 w 209550"/>
              <a:gd name="csY0" fmla="*/ 0 h 266700"/>
              <a:gd name="csX1" fmla="*/ 0 w 209550"/>
              <a:gd name="csY1" fmla="*/ 266700 h 266700"/>
              <a:gd name="csX2" fmla="*/ 209550 w 209550"/>
              <a:gd name="csY2" fmla="*/ 266700 h 266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9550" h="266700">
                <a:moveTo>
                  <a:pt x="0" y="0"/>
                </a:moveTo>
                <a:lnTo>
                  <a:pt x="0" y="266700"/>
                </a:lnTo>
                <a:lnTo>
                  <a:pt x="209550" y="266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3140299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0B8F95-7397-2605-31C7-98278DBBD2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F3D006-9B35-47C2-02F6-40FF52EB14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- 30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986C1B9-A0C0-9865-0AB6-F1D9C387BDCC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063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DD10733-1DA3-4C21-AB02-9D3983BA5B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AB3DA6A-2DB7-7DA1-128E-4BE0CEC58C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F96E50F-D6F1-C600-052B-DC7257C0CF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D15A910-5BB5-EBE6-E3FC-EE8B70DDDA8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7DEE4098-B3D3-E1B5-FDF4-1E22AF213A9C}"/>
              </a:ext>
            </a:extLst>
          </p:cNvPr>
          <p:cNvSpPr/>
          <p:nvPr/>
        </p:nvSpPr>
        <p:spPr>
          <a:xfrm>
            <a:off x="2504901" y="3531483"/>
            <a:ext cx="2036618" cy="1687815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CDA6C92-2ECF-72C2-9A8A-A7B8571933C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41971" y="2312440"/>
            <a:ext cx="6271305" cy="389532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757912379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DC121C-33BB-095B-5646-CEA17B6FBF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CA3ECFE3-D899-0EB5-1494-51DA510C8F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26B8C764-4CC5-3ECA-5CA1-2510882DAD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2AAA9E5C-32DF-21D6-CE60-4948C79F604F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BC55D32-5F68-9DCC-3C31-4B1014EA2ACA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7A52E30-59EE-F9B0-4A9A-05363A5EA68A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3886A77-BC84-10FA-3D3C-C605705867B6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91A18A8E-59D5-1352-0ACB-11DAEED8CABB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21A25E5-9BFB-F05E-6947-F284F4298D12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BAE7A33A-DC6C-99A8-A49B-E4ED77ECEBC6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BF1C96BA-4E9A-514E-879C-79CEE37E715E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B3065BD7-EAF9-7803-C3F6-E2E5A9511788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118050D-0D34-0B6C-7B7B-3DFBB050359B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448EA5C0-6C4A-78A0-C587-C354BB967898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FC7CE3B7-69A3-134D-D300-60F010841C41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C144831E-C31B-E273-61A8-2CA1D8FDDC59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4ABA13C3-18EE-E2BA-C8DF-ACFC968F0DD5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DAFC0335-5413-C928-8B9E-B3176ED98F38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B7CB9A0D-D5B5-7BAC-593A-39B07ECE08D3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3486E58B-F909-5FD6-7F70-F49C916190E5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B9A7B170-7A0D-3E98-DC86-C3B356928304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FE43ACBF-D317-E7FC-FB62-33828680D122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F414B0C9-7666-7ACC-D2D1-BA24F00B809E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8095706D-A5D7-D099-2DBF-ED39B45468E2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D9F18E0B-F31F-CCE6-D568-9DAA562A7405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8B67A962-F6F1-673E-A2EE-135B4F9797DE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EFF098E0-5D40-E238-74C1-8D9110BAD245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C1B8D10A-CF4C-C4B9-F5C8-42073ECC8E0E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1BB6D488-2526-4F88-FCB2-75951103BC8E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C44A817-700D-9EC9-C3F2-1ED860F07A6B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D8F50C7-0426-8BDB-A27C-FFD9063AEA88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630C8FC-5AE0-B6EA-2C8D-9F7903ED1E64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CC5464F-50D7-21F8-FADF-B92DEA40B5AC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244AB1A-B475-1CE2-6E98-642EDEAB66D7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23915D2-C790-7C52-4899-39BCD6C4CA68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B0EF7C5-A966-0254-97E9-3B53F782CFF6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16A92BA0-51F2-7094-BF85-E59194954A31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1F3C247-74C8-ADA2-4A64-630964869517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BD0B8ECB-E453-ED0F-90B0-7340EB6421BC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C030BF58-78CF-BE97-2AE8-02CA8B3D14C2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3E421B3-3025-DB50-81CD-467A2CF49117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93BEC98D-3EC8-4597-F587-9701B3917A6E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E73143D6-F257-0654-9B54-6C38AE2D5DCF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965FAEEB-065A-5633-6392-7EC400486771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1015C104-D8AE-7630-579A-70A3D9ECDD91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BD1E099E-25C0-7651-0840-E30BE48B1810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5FABFFF8-433B-86EC-BD47-408768AEF572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9E54E2B4-36F3-EDAF-AEA9-771854FA1AE9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3E16DC7-7C8B-5D29-EB0F-BD68D464B450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B388CC42-844E-686B-0222-1DBEADD481D4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1AE4D26E-7FDF-F097-246D-AA88AC8F0C08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96084AC7-E28F-981E-6495-4B200B41B3F9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2D549E0C-1D22-AF3E-CC48-FF84FBBD1391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D650F7FC-F732-4211-8126-DAC68615144C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C9A37BD2-7F38-9DC4-909E-A1F58031C32D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624F5EE0-4667-4CDD-3297-404C18B710BB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51E4464D-E1E8-89C0-A3E7-5CFF145A04DC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AEF5BF56-6359-80AA-D690-EA8C0C2B7F19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2175DF56-0CD7-0468-3E88-4DEF0625C7AE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596AF86B-6583-71F3-7114-0E70BD5129ED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36662C47-A04C-D8C4-5D26-026387028C31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81297570-767E-48DA-D58F-21D85949B4BD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8E71B84C-A2EE-AA8F-ABD1-C65B5764FBD4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BCCAC409-2D8E-9AB3-33EA-F834D9106E38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1ACD6C2E-8BE6-1364-DE65-0E4401FC6BC4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6776E11B-687F-FBE3-5E98-52CAE49BBFCE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16D0EED0-62D7-2E09-390E-52994C528D6C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1F8F6E33-1636-A7C2-6955-575AA91F3942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9C72F2B5-B8A8-4F05-90D5-736E2FEE98F8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B79558CA-1FE6-082F-285E-1B136AC39168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34585DEB-5E92-E388-E8F5-964A5366F1A6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147C9822-FC32-A68E-B7CC-51F26ECADA71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A00B6F52-C824-BF5B-4493-3F994D4DFFE2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A4F0E55A-FD32-A86A-9DBC-2AF2C100FE63}"/>
              </a:ext>
            </a:extLst>
          </p:cNvPr>
          <p:cNvSpPr/>
          <p:nvPr/>
        </p:nvSpPr>
        <p:spPr>
          <a:xfrm>
            <a:off x="7200106" y="5641892"/>
            <a:ext cx="749300" cy="377660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BE36A6D8-95C4-94BC-6631-65B7000C2AA0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5747BE9C-07EC-FA16-921B-0D96A9F1A9BE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6CF81D02-044B-A802-797D-6F6EF4A167CE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F50F2FC4-C105-1777-7D79-E34187FEE919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D8397737-C691-61B3-2C19-F77A81330944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6BACDBD9-AB45-6B8F-0635-7F329BF37B05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9A6EE644-AEBD-2236-454E-6C5430E46C13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85B594E5-C634-31C8-26E6-EDE07D931322}"/>
              </a:ext>
            </a:extLst>
          </p:cNvPr>
          <p:cNvSpPr/>
          <p:nvPr/>
        </p:nvSpPr>
        <p:spPr>
          <a:xfrm>
            <a:off x="8078788" y="4775739"/>
            <a:ext cx="749300" cy="472910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F159B656-7D10-9A2A-48AD-4A17DA2B4E1B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306B1C4D-21BD-04A5-C73C-C4FBA91FC106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F16F45F5-DA1F-3FE7-34B5-4214731B5B9D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D2AB6546-5859-E4D1-964F-52283FF98E91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32D610F5-9595-B817-577C-01FEEC79C8B8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CDB856EC-6D1D-9BD2-8508-9090AC4E2190}"/>
              </a:ext>
            </a:extLst>
          </p:cNvPr>
          <p:cNvSpPr/>
          <p:nvPr/>
        </p:nvSpPr>
        <p:spPr>
          <a:xfrm>
            <a:off x="2286000" y="5146839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7D15E2E4-1484-3AAC-5A55-90FF23E0122B}"/>
              </a:ext>
            </a:extLst>
          </p:cNvPr>
          <p:cNvSpPr/>
          <p:nvPr/>
        </p:nvSpPr>
        <p:spPr>
          <a:xfrm>
            <a:off x="2278062" y="459224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75FE91F3-DEB6-74E3-D5EE-A39F7C8F1646}"/>
              </a:ext>
            </a:extLst>
          </p:cNvPr>
          <p:cNvSpPr/>
          <p:nvPr/>
        </p:nvSpPr>
        <p:spPr>
          <a:xfrm>
            <a:off x="3043238" y="3248025"/>
            <a:ext cx="733425" cy="1524000"/>
          </a:xfrm>
          <a:custGeom>
            <a:avLst/>
            <a:gdLst>
              <a:gd name="csX0" fmla="*/ 733425 w 733425"/>
              <a:gd name="csY0" fmla="*/ 0 h 1524000"/>
              <a:gd name="csX1" fmla="*/ 61912 w 733425"/>
              <a:gd name="csY1" fmla="*/ 0 h 1524000"/>
              <a:gd name="csX2" fmla="*/ 52387 w 733425"/>
              <a:gd name="csY2" fmla="*/ 1524000 h 1524000"/>
              <a:gd name="csX3" fmla="*/ 0 w 733425"/>
              <a:gd name="csY3" fmla="*/ 1524000 h 152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33425" h="1524000">
                <a:moveTo>
                  <a:pt x="733425" y="0"/>
                </a:moveTo>
                <a:lnTo>
                  <a:pt x="61912" y="0"/>
                </a:lnTo>
                <a:lnTo>
                  <a:pt x="52387" y="1524000"/>
                </a:lnTo>
                <a:lnTo>
                  <a:pt x="0" y="15240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Freeform: Shape 93">
            <a:extLst>
              <a:ext uri="{FF2B5EF4-FFF2-40B4-BE49-F238E27FC236}">
                <a16:creationId xmlns:a16="http://schemas.microsoft.com/office/drawing/2014/main" id="{C9A7BAAB-905D-A2AF-DCF5-545DCD8D7ACF}"/>
              </a:ext>
            </a:extLst>
          </p:cNvPr>
          <p:cNvSpPr/>
          <p:nvPr/>
        </p:nvSpPr>
        <p:spPr>
          <a:xfrm>
            <a:off x="2657475" y="4957763"/>
            <a:ext cx="0" cy="133350"/>
          </a:xfrm>
          <a:custGeom>
            <a:avLst/>
            <a:gdLst>
              <a:gd name="csX0" fmla="*/ 0 w 0"/>
              <a:gd name="csY0" fmla="*/ 0 h 133350"/>
              <a:gd name="csX1" fmla="*/ 0 w 0"/>
              <a:gd name="csY1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BB678527-F425-9476-1088-08A401678398}"/>
              </a:ext>
            </a:extLst>
          </p:cNvPr>
          <p:cNvSpPr/>
          <p:nvPr/>
        </p:nvSpPr>
        <p:spPr>
          <a:xfrm>
            <a:off x="4540250" y="3060700"/>
            <a:ext cx="3041650" cy="2590800"/>
          </a:xfrm>
          <a:custGeom>
            <a:avLst/>
            <a:gdLst>
              <a:gd name="csX0" fmla="*/ 0 w 3041650"/>
              <a:gd name="csY0" fmla="*/ 25400 h 2590800"/>
              <a:gd name="csX1" fmla="*/ 1555750 w 3041650"/>
              <a:gd name="csY1" fmla="*/ 25400 h 2590800"/>
              <a:gd name="csX2" fmla="*/ 1581150 w 3041650"/>
              <a:gd name="csY2" fmla="*/ 0 h 2590800"/>
              <a:gd name="csX3" fmla="*/ 1752600 w 3041650"/>
              <a:gd name="csY3" fmla="*/ 0 h 2590800"/>
              <a:gd name="csX4" fmla="*/ 1797050 w 3041650"/>
              <a:gd name="csY4" fmla="*/ 31750 h 2590800"/>
              <a:gd name="csX5" fmla="*/ 3035300 w 3041650"/>
              <a:gd name="csY5" fmla="*/ 38100 h 2590800"/>
              <a:gd name="csX6" fmla="*/ 3041650 w 3041650"/>
              <a:gd name="csY6" fmla="*/ 2590800 h 2590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041650" h="2590800">
                <a:moveTo>
                  <a:pt x="0" y="25400"/>
                </a:moveTo>
                <a:lnTo>
                  <a:pt x="1555750" y="25400"/>
                </a:lnTo>
                <a:lnTo>
                  <a:pt x="1581150" y="0"/>
                </a:lnTo>
                <a:lnTo>
                  <a:pt x="1752600" y="0"/>
                </a:lnTo>
                <a:lnTo>
                  <a:pt x="1797050" y="31750"/>
                </a:lnTo>
                <a:lnTo>
                  <a:pt x="3035300" y="38100"/>
                </a:lnTo>
                <a:cubicBezTo>
                  <a:pt x="3037417" y="889000"/>
                  <a:pt x="3039533" y="1739900"/>
                  <a:pt x="3041650" y="25908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Freeform: Shape 92">
            <a:extLst>
              <a:ext uri="{FF2B5EF4-FFF2-40B4-BE49-F238E27FC236}">
                <a16:creationId xmlns:a16="http://schemas.microsoft.com/office/drawing/2014/main" id="{0FD847F3-5561-F1E2-AD7D-7FA9D251F86C}"/>
              </a:ext>
            </a:extLst>
          </p:cNvPr>
          <p:cNvSpPr/>
          <p:nvPr/>
        </p:nvSpPr>
        <p:spPr>
          <a:xfrm>
            <a:off x="4540250" y="3003550"/>
            <a:ext cx="3530600" cy="1962150"/>
          </a:xfrm>
          <a:custGeom>
            <a:avLst/>
            <a:gdLst>
              <a:gd name="csX0" fmla="*/ 0 w 3530600"/>
              <a:gd name="csY0" fmla="*/ 31750 h 1962150"/>
              <a:gd name="csX1" fmla="*/ 1524000 w 3530600"/>
              <a:gd name="csY1" fmla="*/ 31750 h 1962150"/>
              <a:gd name="csX2" fmla="*/ 1562100 w 3530600"/>
              <a:gd name="csY2" fmla="*/ 0 h 1962150"/>
              <a:gd name="csX3" fmla="*/ 1778000 w 3530600"/>
              <a:gd name="csY3" fmla="*/ 6350 h 1962150"/>
              <a:gd name="csX4" fmla="*/ 1809750 w 3530600"/>
              <a:gd name="csY4" fmla="*/ 38100 h 1962150"/>
              <a:gd name="csX5" fmla="*/ 3155950 w 3530600"/>
              <a:gd name="csY5" fmla="*/ 38100 h 1962150"/>
              <a:gd name="csX6" fmla="*/ 3162300 w 3530600"/>
              <a:gd name="csY6" fmla="*/ 1962150 h 1962150"/>
              <a:gd name="csX7" fmla="*/ 3530600 w 3530600"/>
              <a:gd name="csY7" fmla="*/ 1955800 h 1962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530600" h="1962150">
                <a:moveTo>
                  <a:pt x="0" y="31750"/>
                </a:moveTo>
                <a:lnTo>
                  <a:pt x="1524000" y="31750"/>
                </a:lnTo>
                <a:lnTo>
                  <a:pt x="1562100" y="0"/>
                </a:lnTo>
                <a:lnTo>
                  <a:pt x="1778000" y="6350"/>
                </a:lnTo>
                <a:lnTo>
                  <a:pt x="1809750" y="38100"/>
                </a:lnTo>
                <a:lnTo>
                  <a:pt x="3155950" y="38100"/>
                </a:lnTo>
                <a:cubicBezTo>
                  <a:pt x="3158067" y="679450"/>
                  <a:pt x="3160183" y="1320800"/>
                  <a:pt x="3162300" y="1962150"/>
                </a:cubicBezTo>
                <a:lnTo>
                  <a:pt x="3530600" y="1955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A719FACA-7429-14B2-B508-660803A17ED7}"/>
              </a:ext>
            </a:extLst>
          </p:cNvPr>
          <p:cNvSpPr/>
          <p:nvPr/>
        </p:nvSpPr>
        <p:spPr>
          <a:xfrm>
            <a:off x="7956550" y="5251450"/>
            <a:ext cx="501650" cy="596900"/>
          </a:xfrm>
          <a:custGeom>
            <a:avLst/>
            <a:gdLst>
              <a:gd name="csX0" fmla="*/ 0 w 501650"/>
              <a:gd name="csY0" fmla="*/ 596900 h 596900"/>
              <a:gd name="csX1" fmla="*/ 501650 w 501650"/>
              <a:gd name="csY1" fmla="*/ 596900 h 596900"/>
              <a:gd name="csX2" fmla="*/ 501650 w 501650"/>
              <a:gd name="csY2" fmla="*/ 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1650" h="596900">
                <a:moveTo>
                  <a:pt x="0" y="596900"/>
                </a:moveTo>
                <a:lnTo>
                  <a:pt x="501650" y="596900"/>
                </a:lnTo>
                <a:lnTo>
                  <a:pt x="501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4F1F7E95-FD41-A508-742C-62F19E20D935}"/>
              </a:ext>
            </a:extLst>
          </p:cNvPr>
          <p:cNvSpPr/>
          <p:nvPr/>
        </p:nvSpPr>
        <p:spPr>
          <a:xfrm>
            <a:off x="3783806" y="29622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32CB682D-C88B-2C67-110C-DA19052E58CB}"/>
              </a:ext>
            </a:extLst>
          </p:cNvPr>
          <p:cNvSpPr/>
          <p:nvPr/>
        </p:nvSpPr>
        <p:spPr>
          <a:xfrm>
            <a:off x="7875587" y="3346796"/>
            <a:ext cx="763588" cy="583854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1299204D-CCC3-6A58-7D84-B0BAF33B9962}"/>
              </a:ext>
            </a:extLst>
          </p:cNvPr>
          <p:cNvSpPr/>
          <p:nvPr/>
        </p:nvSpPr>
        <p:spPr>
          <a:xfrm>
            <a:off x="2284413" y="333851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A08B93C8-ACF2-8406-56B7-800CBB8F26AF}"/>
              </a:ext>
            </a:extLst>
          </p:cNvPr>
          <p:cNvSpPr/>
          <p:nvPr/>
        </p:nvSpPr>
        <p:spPr>
          <a:xfrm>
            <a:off x="2165350" y="3530600"/>
            <a:ext cx="1860550" cy="2603500"/>
          </a:xfrm>
          <a:custGeom>
            <a:avLst/>
            <a:gdLst>
              <a:gd name="csX0" fmla="*/ 120650 w 1860550"/>
              <a:gd name="csY0" fmla="*/ 0 h 2603500"/>
              <a:gd name="csX1" fmla="*/ 0 w 1860550"/>
              <a:gd name="csY1" fmla="*/ 6350 h 2603500"/>
              <a:gd name="csX2" fmla="*/ 0 w 1860550"/>
              <a:gd name="csY2" fmla="*/ 2603500 h 2603500"/>
              <a:gd name="csX3" fmla="*/ 1860550 w 1860550"/>
              <a:gd name="csY3" fmla="*/ 2603500 h 260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860550" h="2603500">
                <a:moveTo>
                  <a:pt x="120650" y="0"/>
                </a:moveTo>
                <a:lnTo>
                  <a:pt x="0" y="6350"/>
                </a:lnTo>
                <a:lnTo>
                  <a:pt x="0" y="2603500"/>
                </a:lnTo>
                <a:lnTo>
                  <a:pt x="1860550" y="26035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86C51560-ED54-A2F2-8483-9893A7ADA8F1}"/>
              </a:ext>
            </a:extLst>
          </p:cNvPr>
          <p:cNvSpPr/>
          <p:nvPr/>
        </p:nvSpPr>
        <p:spPr>
          <a:xfrm>
            <a:off x="4025900" y="5958780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2AE67DBF-3BBD-A773-3075-3D8C90E269BE}"/>
              </a:ext>
            </a:extLst>
          </p:cNvPr>
          <p:cNvSpPr/>
          <p:nvPr/>
        </p:nvSpPr>
        <p:spPr>
          <a:xfrm>
            <a:off x="5583237" y="3338512"/>
            <a:ext cx="751681" cy="4955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C0D1DAFD-16F3-8773-B02F-01A8DBC579FC}"/>
              </a:ext>
            </a:extLst>
          </p:cNvPr>
          <p:cNvSpPr/>
          <p:nvPr/>
        </p:nvSpPr>
        <p:spPr>
          <a:xfrm flipH="1">
            <a:off x="5910581" y="3835400"/>
            <a:ext cx="45719" cy="234156"/>
          </a:xfrm>
          <a:custGeom>
            <a:avLst/>
            <a:gdLst>
              <a:gd name="csX0" fmla="*/ 0 w 0"/>
              <a:gd name="csY0" fmla="*/ 0 h 247650"/>
              <a:gd name="csX1" fmla="*/ 0 w 0"/>
              <a:gd name="csY1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47650">
                <a:moveTo>
                  <a:pt x="0" y="0"/>
                </a:move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33A418CB-50D7-2B73-360D-F604A331CAAF}"/>
              </a:ext>
            </a:extLst>
          </p:cNvPr>
          <p:cNvSpPr/>
          <p:nvPr/>
        </p:nvSpPr>
        <p:spPr>
          <a:xfrm>
            <a:off x="5961063" y="5655573"/>
            <a:ext cx="749300" cy="453123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95DF06BE-5D6D-3D7E-7EF4-4AFDEE2BCFB7}"/>
              </a:ext>
            </a:extLst>
          </p:cNvPr>
          <p:cNvSpPr/>
          <p:nvPr/>
        </p:nvSpPr>
        <p:spPr>
          <a:xfrm>
            <a:off x="6710363" y="408503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D41E4D5D-0DC1-437A-5C1F-40B2D7F2F1E7}"/>
              </a:ext>
            </a:extLst>
          </p:cNvPr>
          <p:cNvSpPr/>
          <p:nvPr/>
        </p:nvSpPr>
        <p:spPr>
          <a:xfrm>
            <a:off x="6338887" y="4271963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Freeform: Shape 105">
            <a:extLst>
              <a:ext uri="{FF2B5EF4-FFF2-40B4-BE49-F238E27FC236}">
                <a16:creationId xmlns:a16="http://schemas.microsoft.com/office/drawing/2014/main" id="{4F8EEED7-57EA-9C05-FA74-55912BBD364B}"/>
              </a:ext>
            </a:extLst>
          </p:cNvPr>
          <p:cNvSpPr/>
          <p:nvPr/>
        </p:nvSpPr>
        <p:spPr>
          <a:xfrm>
            <a:off x="6148388" y="4457700"/>
            <a:ext cx="0" cy="1200150"/>
          </a:xfrm>
          <a:custGeom>
            <a:avLst/>
            <a:gdLst>
              <a:gd name="csX0" fmla="*/ 0 w 0"/>
              <a:gd name="csY0" fmla="*/ 0 h 1200150"/>
              <a:gd name="csX1" fmla="*/ 0 w 0"/>
              <a:gd name="csY1" fmla="*/ 1200150 h 1200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200150">
                <a:moveTo>
                  <a:pt x="0" y="0"/>
                </a:moveTo>
                <a:lnTo>
                  <a:pt x="0" y="1200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308B6988-AC54-CA25-5B97-C9DFEE572669}"/>
              </a:ext>
            </a:extLst>
          </p:cNvPr>
          <p:cNvSpPr/>
          <p:nvPr/>
        </p:nvSpPr>
        <p:spPr>
          <a:xfrm>
            <a:off x="5580856" y="40838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51469877-E7C9-C107-72F4-D501A92BBBF7}"/>
              </a:ext>
            </a:extLst>
          </p:cNvPr>
          <p:cNvSpPr/>
          <p:nvPr/>
        </p:nvSpPr>
        <p:spPr>
          <a:xfrm>
            <a:off x="6608763" y="507991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Freeform: Shape 107">
            <a:extLst>
              <a:ext uri="{FF2B5EF4-FFF2-40B4-BE49-F238E27FC236}">
                <a16:creationId xmlns:a16="http://schemas.microsoft.com/office/drawing/2014/main" id="{52CA04C9-06B1-080B-B539-542AF925EF11}"/>
              </a:ext>
            </a:extLst>
          </p:cNvPr>
          <p:cNvSpPr/>
          <p:nvPr/>
        </p:nvSpPr>
        <p:spPr>
          <a:xfrm>
            <a:off x="6986588" y="5486400"/>
            <a:ext cx="209550" cy="266700"/>
          </a:xfrm>
          <a:custGeom>
            <a:avLst/>
            <a:gdLst>
              <a:gd name="csX0" fmla="*/ 0 w 209550"/>
              <a:gd name="csY0" fmla="*/ 0 h 266700"/>
              <a:gd name="csX1" fmla="*/ 0 w 209550"/>
              <a:gd name="csY1" fmla="*/ 266700 h 266700"/>
              <a:gd name="csX2" fmla="*/ 209550 w 209550"/>
              <a:gd name="csY2" fmla="*/ 266700 h 266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9550" h="266700">
                <a:moveTo>
                  <a:pt x="0" y="0"/>
                </a:moveTo>
                <a:lnTo>
                  <a:pt x="0" y="266700"/>
                </a:lnTo>
                <a:lnTo>
                  <a:pt x="209550" y="266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Freeform: Shape 108">
            <a:extLst>
              <a:ext uri="{FF2B5EF4-FFF2-40B4-BE49-F238E27FC236}">
                <a16:creationId xmlns:a16="http://schemas.microsoft.com/office/drawing/2014/main" id="{499D5EE4-8133-E8C9-9414-1DF95569B554}"/>
              </a:ext>
            </a:extLst>
          </p:cNvPr>
          <p:cNvSpPr/>
          <p:nvPr/>
        </p:nvSpPr>
        <p:spPr>
          <a:xfrm>
            <a:off x="6731000" y="5842000"/>
            <a:ext cx="476250" cy="0"/>
          </a:xfrm>
          <a:custGeom>
            <a:avLst/>
            <a:gdLst>
              <a:gd name="csX0" fmla="*/ 0 w 476250"/>
              <a:gd name="csY0" fmla="*/ 0 h 0"/>
              <a:gd name="csX1" fmla="*/ 476250 w 4762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250">
                <a:moveTo>
                  <a:pt x="0" y="0"/>
                </a:moveTo>
                <a:lnTo>
                  <a:pt x="4762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784056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9175FB-813E-7C7C-DDAC-D311FB6526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8F2438-015C-4BD0-15FE-0933F08673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- 31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27F3625-2EE0-0BFD-9441-5060CEAE9A3F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064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B2B9B79-2598-512C-1640-F1959ABAAE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5E92B24-393C-B61A-3151-ED63822C45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E0413AD-C838-26EB-2B85-7EC6E80F60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F4F7B37-0EA4-1B75-1426-629CC224E6D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D43977F-758C-F337-1E76-5F44765A9C57}"/>
              </a:ext>
            </a:extLst>
          </p:cNvPr>
          <p:cNvSpPr/>
          <p:nvPr/>
        </p:nvSpPr>
        <p:spPr>
          <a:xfrm>
            <a:off x="2504901" y="3531483"/>
            <a:ext cx="2036618" cy="1687815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E26916A-E79A-73B2-0E0D-70D14675F0F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16835" y="2670720"/>
            <a:ext cx="5747502" cy="275472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992049428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5EBF86-E346-601D-E369-45DCD9738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EB61A101-BEDB-1F57-7AAD-7F7F1BEC89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C1A4CCB1-B7E1-4B6A-2922-B23F8C2D0A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703BF17F-4BF1-7C45-1555-26138945CAA6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2DD3D21-8D62-1D06-9B0B-0F5C40D3D7D1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C96A245-A64E-99DE-990D-700CAE76A384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FFB7E3C-060A-6FBD-0851-922AB490D8AB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87F7870C-D892-734C-B0C0-7BF4E9B8DD87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775A5092-7F4A-A76E-6D7B-E2A5B43520FC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C9637E05-9B37-D2AB-B171-4DF78596C724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520F981F-914A-01A5-A760-2DBF71F525C1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AE31B1FD-39B6-9FF9-BA31-554FAB8E40D7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4122091-256F-6B7B-FB1A-3A91FD141103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557F9B0C-B332-CFF7-4256-937D98D04B57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12A9F22F-7449-5EB4-33B4-9A7EBFF11D98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58659C0F-B62C-A17D-C609-6BF8E301E9C7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050DF088-FC6F-3BF0-66CC-F646F09F7D69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8D97D6C1-D0E4-7A68-FA7D-BC12F972270C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29530DAC-4D88-2E65-C8FD-0224B8205291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356A5A82-513C-3962-BE19-D720EB7AC09A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5C392ED0-A195-7C6F-5911-8653EF87654E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355CF7EE-04E2-23C0-3074-8DE60510DC69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476EB5A4-714A-4D8B-1905-46C8DF771687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23CE0B44-26EC-2BB2-DD7F-B2EC624F3D5B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FBF2A2C0-9EAB-2B5F-09D8-500CBC613E76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FCA1072F-AAFD-9904-C30F-47075B87AB5B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84159DA2-5359-1A1B-2E89-3E06086E9CFA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A6684D99-82E4-5CE9-B766-CE618B8CED7D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FA300EE1-EA67-51E1-7EC7-70D7290C7FD5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E1E06A0-4090-5C91-8942-D483ED024B75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0178728-8C70-BE32-6076-1182D5CD07F0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16BD573-0826-AFC2-00B8-524B6BA7A3B0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A3D5D303-4588-912A-61EC-3450F116EDAC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B2238D1-0000-F820-2A9B-68C6FD40ED4A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5C7E2C9-AE4B-5CB7-61F7-2CE4F44A9B07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79EA735-8883-8FFB-2B50-BFD9C9C1AB8B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0C58C3A-8C22-1B85-23EE-06E18C9F25FB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10372F5-2CA5-9353-830D-618046A70CEA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C518406-3974-AC41-9C18-7993EE6408A1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8C189B7-F53C-5306-70F8-77781FB1C907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AF6BB6EF-AC35-39A4-940A-73576FEEC395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3DD3FCFA-7FCE-83E0-C23A-58F7D1175248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960C86C5-28DB-B39F-0BA4-3983783BCE20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6FB1E4CA-0941-06CE-0632-558162183AE2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28734A3D-3B5A-056A-5B88-318DC8B2557C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EA24B2DC-0033-A846-8572-6B3E04BE40FD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E764064-2FA6-353C-C3E0-BDD2051EBF03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D046A0EA-A230-F61E-AC37-49A3326915D7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40293A1-A5F3-7570-9F75-BF6DCCE5AEEC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E9416074-2B3C-950A-E730-051A03876196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7BA3D3C2-20E8-5197-BD47-B68F5A23867D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EBC75C60-6572-F8E9-B659-BAFB390E2499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D25CD493-B88A-F913-DA2A-78D23DDCAB77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8C753BC4-DF53-87EF-3CB6-48B15A82D95D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A56797B6-1300-3A06-B240-DBB3BF1C3092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87D0C396-1F12-BCFF-E276-21AB147DABAC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0C4A07C4-288B-010C-1C77-7DD29399CDDD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217BF167-A372-EA91-1931-18F6F857077A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052B9811-AD89-A3DB-0FD7-8E94EA19F8AF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C6713728-344B-479B-9112-4E0714908A8D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554F9807-2D26-B2FD-2D73-AE0C2B96FD00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B53D0ADC-8E81-1DDA-3874-02DF81BD6741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0FAE08E0-F6A5-BFC2-A009-D17E6A36F911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9CF7B58E-C448-CB36-DA32-51B75EA5E634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8164EB01-3840-D8E9-315B-94190F217FA1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86F7B5C3-4A4A-0077-7BF4-7852F172DE74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4001DF91-1228-CFAB-5544-68DE09335446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2F5A46FB-F9F4-CD48-E401-6037178D9D90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B1C5F10B-FBD5-077C-D04B-92F4200EDF83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E3DF8014-5C2A-AA92-D4C9-EF4D8B7E08FC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22FA2AFD-04A2-172E-E00C-510916114733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2D24EC6B-7E10-F74F-1D0B-D03CBD012FFD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20AFFBAC-CD5B-1DBB-B0AA-DB85198AC106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CE3B36C4-CBBE-082F-21C6-AE20E67F2CAC}"/>
              </a:ext>
            </a:extLst>
          </p:cNvPr>
          <p:cNvSpPr/>
          <p:nvPr/>
        </p:nvSpPr>
        <p:spPr>
          <a:xfrm>
            <a:off x="7200106" y="5641892"/>
            <a:ext cx="749300" cy="377660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AEE83668-491D-339B-77BD-743222230628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BA6819FC-60C2-95B0-2D2E-92C660F13B09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C6C98A05-F5ED-8876-A4CD-4B04B0439740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27D46293-A775-B281-62EF-5AEE7985E682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CA5B0F62-D83A-81C1-1F22-62950E0BBB05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ECC25089-F350-81F9-9FB5-5BA8360C6E62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27E5C0BD-7782-7672-AADE-4ECA810D2CC2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3770E89C-FC5B-5536-0AD0-4660B007BE8C}"/>
              </a:ext>
            </a:extLst>
          </p:cNvPr>
          <p:cNvSpPr/>
          <p:nvPr/>
        </p:nvSpPr>
        <p:spPr>
          <a:xfrm>
            <a:off x="8078788" y="4775739"/>
            <a:ext cx="749300" cy="472910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6D2F216F-35CF-8290-B9BB-E819B35A93AB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630F51E3-DFE9-598E-BF99-82E4C0A7AB60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72AC5C52-7CD8-4C7E-37F6-D598AB36318D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4CE08B2A-FF6C-816A-0217-8BA254EF4014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0D3B5B93-02D0-5AC4-647F-BE5DE89F70C8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AC1BE011-6559-25D2-E041-A0F80FA33059}"/>
              </a:ext>
            </a:extLst>
          </p:cNvPr>
          <p:cNvSpPr/>
          <p:nvPr/>
        </p:nvSpPr>
        <p:spPr>
          <a:xfrm>
            <a:off x="2286000" y="5146839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05894C78-B645-73EA-6A2A-321307DCAFE9}"/>
              </a:ext>
            </a:extLst>
          </p:cNvPr>
          <p:cNvSpPr/>
          <p:nvPr/>
        </p:nvSpPr>
        <p:spPr>
          <a:xfrm>
            <a:off x="2278062" y="459224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A5C209BB-9176-4408-2B98-76EC514EAC3E}"/>
              </a:ext>
            </a:extLst>
          </p:cNvPr>
          <p:cNvSpPr/>
          <p:nvPr/>
        </p:nvSpPr>
        <p:spPr>
          <a:xfrm>
            <a:off x="3043238" y="3248025"/>
            <a:ext cx="733425" cy="1524000"/>
          </a:xfrm>
          <a:custGeom>
            <a:avLst/>
            <a:gdLst>
              <a:gd name="csX0" fmla="*/ 733425 w 733425"/>
              <a:gd name="csY0" fmla="*/ 0 h 1524000"/>
              <a:gd name="csX1" fmla="*/ 61912 w 733425"/>
              <a:gd name="csY1" fmla="*/ 0 h 1524000"/>
              <a:gd name="csX2" fmla="*/ 52387 w 733425"/>
              <a:gd name="csY2" fmla="*/ 1524000 h 1524000"/>
              <a:gd name="csX3" fmla="*/ 0 w 733425"/>
              <a:gd name="csY3" fmla="*/ 1524000 h 152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33425" h="1524000">
                <a:moveTo>
                  <a:pt x="733425" y="0"/>
                </a:moveTo>
                <a:lnTo>
                  <a:pt x="61912" y="0"/>
                </a:lnTo>
                <a:lnTo>
                  <a:pt x="52387" y="1524000"/>
                </a:lnTo>
                <a:lnTo>
                  <a:pt x="0" y="15240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Freeform: Shape 93">
            <a:extLst>
              <a:ext uri="{FF2B5EF4-FFF2-40B4-BE49-F238E27FC236}">
                <a16:creationId xmlns:a16="http://schemas.microsoft.com/office/drawing/2014/main" id="{133701C6-9EB6-49FA-6C62-E6E1F26C8A4F}"/>
              </a:ext>
            </a:extLst>
          </p:cNvPr>
          <p:cNvSpPr/>
          <p:nvPr/>
        </p:nvSpPr>
        <p:spPr>
          <a:xfrm>
            <a:off x="2657475" y="4957763"/>
            <a:ext cx="0" cy="133350"/>
          </a:xfrm>
          <a:custGeom>
            <a:avLst/>
            <a:gdLst>
              <a:gd name="csX0" fmla="*/ 0 w 0"/>
              <a:gd name="csY0" fmla="*/ 0 h 133350"/>
              <a:gd name="csX1" fmla="*/ 0 w 0"/>
              <a:gd name="csY1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2E283FCF-4A0B-5F18-A54F-C25D19704EF7}"/>
              </a:ext>
            </a:extLst>
          </p:cNvPr>
          <p:cNvSpPr/>
          <p:nvPr/>
        </p:nvSpPr>
        <p:spPr>
          <a:xfrm>
            <a:off x="4540250" y="3060700"/>
            <a:ext cx="3041650" cy="2590800"/>
          </a:xfrm>
          <a:custGeom>
            <a:avLst/>
            <a:gdLst>
              <a:gd name="csX0" fmla="*/ 0 w 3041650"/>
              <a:gd name="csY0" fmla="*/ 25400 h 2590800"/>
              <a:gd name="csX1" fmla="*/ 1555750 w 3041650"/>
              <a:gd name="csY1" fmla="*/ 25400 h 2590800"/>
              <a:gd name="csX2" fmla="*/ 1581150 w 3041650"/>
              <a:gd name="csY2" fmla="*/ 0 h 2590800"/>
              <a:gd name="csX3" fmla="*/ 1752600 w 3041650"/>
              <a:gd name="csY3" fmla="*/ 0 h 2590800"/>
              <a:gd name="csX4" fmla="*/ 1797050 w 3041650"/>
              <a:gd name="csY4" fmla="*/ 31750 h 2590800"/>
              <a:gd name="csX5" fmla="*/ 3035300 w 3041650"/>
              <a:gd name="csY5" fmla="*/ 38100 h 2590800"/>
              <a:gd name="csX6" fmla="*/ 3041650 w 3041650"/>
              <a:gd name="csY6" fmla="*/ 2590800 h 2590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041650" h="2590800">
                <a:moveTo>
                  <a:pt x="0" y="25400"/>
                </a:moveTo>
                <a:lnTo>
                  <a:pt x="1555750" y="25400"/>
                </a:lnTo>
                <a:lnTo>
                  <a:pt x="1581150" y="0"/>
                </a:lnTo>
                <a:lnTo>
                  <a:pt x="1752600" y="0"/>
                </a:lnTo>
                <a:lnTo>
                  <a:pt x="1797050" y="31750"/>
                </a:lnTo>
                <a:lnTo>
                  <a:pt x="3035300" y="38100"/>
                </a:lnTo>
                <a:cubicBezTo>
                  <a:pt x="3037417" y="889000"/>
                  <a:pt x="3039533" y="1739900"/>
                  <a:pt x="3041650" y="25908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Freeform: Shape 92">
            <a:extLst>
              <a:ext uri="{FF2B5EF4-FFF2-40B4-BE49-F238E27FC236}">
                <a16:creationId xmlns:a16="http://schemas.microsoft.com/office/drawing/2014/main" id="{30E3B67A-18A4-779E-BDC4-AF769735A632}"/>
              </a:ext>
            </a:extLst>
          </p:cNvPr>
          <p:cNvSpPr/>
          <p:nvPr/>
        </p:nvSpPr>
        <p:spPr>
          <a:xfrm>
            <a:off x="4540250" y="3003550"/>
            <a:ext cx="3530600" cy="1962150"/>
          </a:xfrm>
          <a:custGeom>
            <a:avLst/>
            <a:gdLst>
              <a:gd name="csX0" fmla="*/ 0 w 3530600"/>
              <a:gd name="csY0" fmla="*/ 31750 h 1962150"/>
              <a:gd name="csX1" fmla="*/ 1524000 w 3530600"/>
              <a:gd name="csY1" fmla="*/ 31750 h 1962150"/>
              <a:gd name="csX2" fmla="*/ 1562100 w 3530600"/>
              <a:gd name="csY2" fmla="*/ 0 h 1962150"/>
              <a:gd name="csX3" fmla="*/ 1778000 w 3530600"/>
              <a:gd name="csY3" fmla="*/ 6350 h 1962150"/>
              <a:gd name="csX4" fmla="*/ 1809750 w 3530600"/>
              <a:gd name="csY4" fmla="*/ 38100 h 1962150"/>
              <a:gd name="csX5" fmla="*/ 3155950 w 3530600"/>
              <a:gd name="csY5" fmla="*/ 38100 h 1962150"/>
              <a:gd name="csX6" fmla="*/ 3162300 w 3530600"/>
              <a:gd name="csY6" fmla="*/ 1962150 h 1962150"/>
              <a:gd name="csX7" fmla="*/ 3530600 w 3530600"/>
              <a:gd name="csY7" fmla="*/ 1955800 h 1962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530600" h="1962150">
                <a:moveTo>
                  <a:pt x="0" y="31750"/>
                </a:moveTo>
                <a:lnTo>
                  <a:pt x="1524000" y="31750"/>
                </a:lnTo>
                <a:lnTo>
                  <a:pt x="1562100" y="0"/>
                </a:lnTo>
                <a:lnTo>
                  <a:pt x="1778000" y="6350"/>
                </a:lnTo>
                <a:lnTo>
                  <a:pt x="1809750" y="38100"/>
                </a:lnTo>
                <a:lnTo>
                  <a:pt x="3155950" y="38100"/>
                </a:lnTo>
                <a:cubicBezTo>
                  <a:pt x="3158067" y="679450"/>
                  <a:pt x="3160183" y="1320800"/>
                  <a:pt x="3162300" y="1962150"/>
                </a:cubicBezTo>
                <a:lnTo>
                  <a:pt x="3530600" y="1955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6A9CF197-F037-7C29-5130-4797F9E5552F}"/>
              </a:ext>
            </a:extLst>
          </p:cNvPr>
          <p:cNvSpPr/>
          <p:nvPr/>
        </p:nvSpPr>
        <p:spPr>
          <a:xfrm>
            <a:off x="7956550" y="5251450"/>
            <a:ext cx="501650" cy="596900"/>
          </a:xfrm>
          <a:custGeom>
            <a:avLst/>
            <a:gdLst>
              <a:gd name="csX0" fmla="*/ 0 w 501650"/>
              <a:gd name="csY0" fmla="*/ 596900 h 596900"/>
              <a:gd name="csX1" fmla="*/ 501650 w 501650"/>
              <a:gd name="csY1" fmla="*/ 596900 h 596900"/>
              <a:gd name="csX2" fmla="*/ 501650 w 501650"/>
              <a:gd name="csY2" fmla="*/ 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1650" h="596900">
                <a:moveTo>
                  <a:pt x="0" y="596900"/>
                </a:moveTo>
                <a:lnTo>
                  <a:pt x="501650" y="596900"/>
                </a:lnTo>
                <a:lnTo>
                  <a:pt x="501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F2A4E81A-CBC4-29EF-122E-6BC9F907AD3C}"/>
              </a:ext>
            </a:extLst>
          </p:cNvPr>
          <p:cNvSpPr/>
          <p:nvPr/>
        </p:nvSpPr>
        <p:spPr>
          <a:xfrm>
            <a:off x="3783806" y="29622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9C1B07A5-084B-217B-D90E-8FFC56A149BB}"/>
              </a:ext>
            </a:extLst>
          </p:cNvPr>
          <p:cNvSpPr/>
          <p:nvPr/>
        </p:nvSpPr>
        <p:spPr>
          <a:xfrm>
            <a:off x="7875587" y="3346796"/>
            <a:ext cx="763588" cy="583854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D324AFAA-0356-7A5F-01FC-3B99294A54F8}"/>
              </a:ext>
            </a:extLst>
          </p:cNvPr>
          <p:cNvSpPr/>
          <p:nvPr/>
        </p:nvSpPr>
        <p:spPr>
          <a:xfrm>
            <a:off x="2284413" y="333851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C19B47C6-5C1E-7984-E877-621BED873D8C}"/>
              </a:ext>
            </a:extLst>
          </p:cNvPr>
          <p:cNvSpPr/>
          <p:nvPr/>
        </p:nvSpPr>
        <p:spPr>
          <a:xfrm>
            <a:off x="2165350" y="3530600"/>
            <a:ext cx="1860550" cy="2603500"/>
          </a:xfrm>
          <a:custGeom>
            <a:avLst/>
            <a:gdLst>
              <a:gd name="csX0" fmla="*/ 120650 w 1860550"/>
              <a:gd name="csY0" fmla="*/ 0 h 2603500"/>
              <a:gd name="csX1" fmla="*/ 0 w 1860550"/>
              <a:gd name="csY1" fmla="*/ 6350 h 2603500"/>
              <a:gd name="csX2" fmla="*/ 0 w 1860550"/>
              <a:gd name="csY2" fmla="*/ 2603500 h 2603500"/>
              <a:gd name="csX3" fmla="*/ 1860550 w 1860550"/>
              <a:gd name="csY3" fmla="*/ 2603500 h 260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860550" h="2603500">
                <a:moveTo>
                  <a:pt x="120650" y="0"/>
                </a:moveTo>
                <a:lnTo>
                  <a:pt x="0" y="6350"/>
                </a:lnTo>
                <a:lnTo>
                  <a:pt x="0" y="2603500"/>
                </a:lnTo>
                <a:lnTo>
                  <a:pt x="1860550" y="26035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8A3D9911-BDC7-2B03-10FC-C7BAB014ADDA}"/>
              </a:ext>
            </a:extLst>
          </p:cNvPr>
          <p:cNvSpPr/>
          <p:nvPr/>
        </p:nvSpPr>
        <p:spPr>
          <a:xfrm>
            <a:off x="5583237" y="3338512"/>
            <a:ext cx="751681" cy="4955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36FBFEC3-B938-6E9E-D3E5-CEEF316BF9E7}"/>
              </a:ext>
            </a:extLst>
          </p:cNvPr>
          <p:cNvSpPr/>
          <p:nvPr/>
        </p:nvSpPr>
        <p:spPr>
          <a:xfrm flipH="1">
            <a:off x="5910581" y="3835400"/>
            <a:ext cx="45719" cy="234156"/>
          </a:xfrm>
          <a:custGeom>
            <a:avLst/>
            <a:gdLst>
              <a:gd name="csX0" fmla="*/ 0 w 0"/>
              <a:gd name="csY0" fmla="*/ 0 h 247650"/>
              <a:gd name="csX1" fmla="*/ 0 w 0"/>
              <a:gd name="csY1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47650">
                <a:moveTo>
                  <a:pt x="0" y="0"/>
                </a:move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808F8661-92F4-9B1F-AB94-1F38CE982BB6}"/>
              </a:ext>
            </a:extLst>
          </p:cNvPr>
          <p:cNvSpPr/>
          <p:nvPr/>
        </p:nvSpPr>
        <p:spPr>
          <a:xfrm>
            <a:off x="6710363" y="408503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FFDADB03-244B-5BB6-16BB-D75641FF5660}"/>
              </a:ext>
            </a:extLst>
          </p:cNvPr>
          <p:cNvSpPr/>
          <p:nvPr/>
        </p:nvSpPr>
        <p:spPr>
          <a:xfrm>
            <a:off x="6338887" y="4271963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Freeform: Shape 105">
            <a:extLst>
              <a:ext uri="{FF2B5EF4-FFF2-40B4-BE49-F238E27FC236}">
                <a16:creationId xmlns:a16="http://schemas.microsoft.com/office/drawing/2014/main" id="{2839F693-01AF-B09D-45EC-5EAD7C6E0B2A}"/>
              </a:ext>
            </a:extLst>
          </p:cNvPr>
          <p:cNvSpPr/>
          <p:nvPr/>
        </p:nvSpPr>
        <p:spPr>
          <a:xfrm>
            <a:off x="6148388" y="4457700"/>
            <a:ext cx="0" cy="1200150"/>
          </a:xfrm>
          <a:custGeom>
            <a:avLst/>
            <a:gdLst>
              <a:gd name="csX0" fmla="*/ 0 w 0"/>
              <a:gd name="csY0" fmla="*/ 0 h 1200150"/>
              <a:gd name="csX1" fmla="*/ 0 w 0"/>
              <a:gd name="csY1" fmla="*/ 1200150 h 1200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200150">
                <a:moveTo>
                  <a:pt x="0" y="0"/>
                </a:moveTo>
                <a:lnTo>
                  <a:pt x="0" y="1200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612101E1-8B20-C425-3574-A982B3B8FD72}"/>
              </a:ext>
            </a:extLst>
          </p:cNvPr>
          <p:cNvSpPr/>
          <p:nvPr/>
        </p:nvSpPr>
        <p:spPr>
          <a:xfrm>
            <a:off x="5580856" y="40838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21241E62-272B-E7E3-418E-767633F90AB4}"/>
              </a:ext>
            </a:extLst>
          </p:cNvPr>
          <p:cNvSpPr/>
          <p:nvPr/>
        </p:nvSpPr>
        <p:spPr>
          <a:xfrm>
            <a:off x="6608763" y="507991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Freeform: Shape 107">
            <a:extLst>
              <a:ext uri="{FF2B5EF4-FFF2-40B4-BE49-F238E27FC236}">
                <a16:creationId xmlns:a16="http://schemas.microsoft.com/office/drawing/2014/main" id="{FFAA59CC-40EC-808A-1E53-4ABB985589C4}"/>
              </a:ext>
            </a:extLst>
          </p:cNvPr>
          <p:cNvSpPr/>
          <p:nvPr/>
        </p:nvSpPr>
        <p:spPr>
          <a:xfrm>
            <a:off x="6986588" y="5486400"/>
            <a:ext cx="209550" cy="266700"/>
          </a:xfrm>
          <a:custGeom>
            <a:avLst/>
            <a:gdLst>
              <a:gd name="csX0" fmla="*/ 0 w 209550"/>
              <a:gd name="csY0" fmla="*/ 0 h 266700"/>
              <a:gd name="csX1" fmla="*/ 0 w 209550"/>
              <a:gd name="csY1" fmla="*/ 266700 h 266700"/>
              <a:gd name="csX2" fmla="*/ 209550 w 209550"/>
              <a:gd name="csY2" fmla="*/ 266700 h 266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9550" h="266700">
                <a:moveTo>
                  <a:pt x="0" y="0"/>
                </a:moveTo>
                <a:lnTo>
                  <a:pt x="0" y="266700"/>
                </a:lnTo>
                <a:lnTo>
                  <a:pt x="209550" y="266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Freeform: Shape 108">
            <a:extLst>
              <a:ext uri="{FF2B5EF4-FFF2-40B4-BE49-F238E27FC236}">
                <a16:creationId xmlns:a16="http://schemas.microsoft.com/office/drawing/2014/main" id="{F6FF3360-19FB-4D52-E0F5-87C2E95FBAEE}"/>
              </a:ext>
            </a:extLst>
          </p:cNvPr>
          <p:cNvSpPr/>
          <p:nvPr/>
        </p:nvSpPr>
        <p:spPr>
          <a:xfrm>
            <a:off x="6731000" y="5842000"/>
            <a:ext cx="476250" cy="0"/>
          </a:xfrm>
          <a:custGeom>
            <a:avLst/>
            <a:gdLst>
              <a:gd name="csX0" fmla="*/ 0 w 476250"/>
              <a:gd name="csY0" fmla="*/ 0 h 0"/>
              <a:gd name="csX1" fmla="*/ 476250 w 4762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250">
                <a:moveTo>
                  <a:pt x="0" y="0"/>
                </a:moveTo>
                <a:lnTo>
                  <a:pt x="4762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Freeform: Shape 110">
            <a:extLst>
              <a:ext uri="{FF2B5EF4-FFF2-40B4-BE49-F238E27FC236}">
                <a16:creationId xmlns:a16="http://schemas.microsoft.com/office/drawing/2014/main" id="{5419CDD2-1B30-7B52-ADC3-888B772E13FC}"/>
              </a:ext>
            </a:extLst>
          </p:cNvPr>
          <p:cNvSpPr/>
          <p:nvPr/>
        </p:nvSpPr>
        <p:spPr>
          <a:xfrm>
            <a:off x="4843463" y="5838825"/>
            <a:ext cx="1109662" cy="219075"/>
          </a:xfrm>
          <a:custGeom>
            <a:avLst/>
            <a:gdLst>
              <a:gd name="csX0" fmla="*/ 1109662 w 1109662"/>
              <a:gd name="csY0" fmla="*/ 0 h 219075"/>
              <a:gd name="csX1" fmla="*/ 523875 w 1109662"/>
              <a:gd name="csY1" fmla="*/ 9525 h 219075"/>
              <a:gd name="csX2" fmla="*/ 523875 w 1109662"/>
              <a:gd name="csY2" fmla="*/ 219075 h 219075"/>
              <a:gd name="csX3" fmla="*/ 0 w 1109662"/>
              <a:gd name="csY3" fmla="*/ 209550 h 2190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09662" h="219075">
                <a:moveTo>
                  <a:pt x="1109662" y="0"/>
                </a:moveTo>
                <a:lnTo>
                  <a:pt x="523875" y="9525"/>
                </a:lnTo>
                <a:lnTo>
                  <a:pt x="523875" y="219075"/>
                </a:lnTo>
                <a:lnTo>
                  <a:pt x="0" y="209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Freeform: Shape 111">
            <a:extLst>
              <a:ext uri="{FF2B5EF4-FFF2-40B4-BE49-F238E27FC236}">
                <a16:creationId xmlns:a16="http://schemas.microsoft.com/office/drawing/2014/main" id="{86E0B9FB-6FE1-23F4-F494-C41D60783841}"/>
              </a:ext>
            </a:extLst>
          </p:cNvPr>
          <p:cNvSpPr/>
          <p:nvPr/>
        </p:nvSpPr>
        <p:spPr>
          <a:xfrm>
            <a:off x="4848225" y="6234113"/>
            <a:ext cx="1095375" cy="233362"/>
          </a:xfrm>
          <a:custGeom>
            <a:avLst/>
            <a:gdLst>
              <a:gd name="csX0" fmla="*/ 0 w 1095375"/>
              <a:gd name="csY0" fmla="*/ 0 h 233362"/>
              <a:gd name="csX1" fmla="*/ 514350 w 1095375"/>
              <a:gd name="csY1" fmla="*/ 4762 h 233362"/>
              <a:gd name="csX2" fmla="*/ 519113 w 1095375"/>
              <a:gd name="csY2" fmla="*/ 233362 h 233362"/>
              <a:gd name="csX3" fmla="*/ 1095375 w 1095375"/>
              <a:gd name="csY3" fmla="*/ 228600 h 2333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95375" h="233362">
                <a:moveTo>
                  <a:pt x="0" y="0"/>
                </a:moveTo>
                <a:lnTo>
                  <a:pt x="514350" y="4762"/>
                </a:lnTo>
                <a:cubicBezTo>
                  <a:pt x="515938" y="80962"/>
                  <a:pt x="517525" y="157162"/>
                  <a:pt x="519113" y="233362"/>
                </a:cubicBezTo>
                <a:lnTo>
                  <a:pt x="1095375" y="228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370C95A8-8465-0802-5E5D-80533B28C029}"/>
              </a:ext>
            </a:extLst>
          </p:cNvPr>
          <p:cNvSpPr/>
          <p:nvPr/>
        </p:nvSpPr>
        <p:spPr>
          <a:xfrm>
            <a:off x="5959475" y="5641893"/>
            <a:ext cx="749300" cy="5255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Rectangle 114">
            <a:extLst>
              <a:ext uri="{FF2B5EF4-FFF2-40B4-BE49-F238E27FC236}">
                <a16:creationId xmlns:a16="http://schemas.microsoft.com/office/drawing/2014/main" id="{C6AAE04D-9CE7-3F93-4CAE-18D136F34B55}"/>
              </a:ext>
            </a:extLst>
          </p:cNvPr>
          <p:cNvSpPr/>
          <p:nvPr/>
        </p:nvSpPr>
        <p:spPr>
          <a:xfrm>
            <a:off x="4032250" y="5958780"/>
            <a:ext cx="749300" cy="37623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AAC524AF-08E8-F5C4-4E68-F8263A27B907}"/>
              </a:ext>
            </a:extLst>
          </p:cNvPr>
          <p:cNvSpPr/>
          <p:nvPr/>
        </p:nvSpPr>
        <p:spPr>
          <a:xfrm>
            <a:off x="5950268" y="6284118"/>
            <a:ext cx="749300" cy="534987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245316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0AEA03-8AF2-942B-395C-4BCC0B348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E2AB3A-DB48-0DEB-5F33-67CBE4AA4F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- 32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BF2D23A-9155-7E9F-574A-8AA5739D4B61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065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AA8CAB3-CC2F-9E11-46EE-A82B52A766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3905F06-A1F5-615C-5BC1-424009BA64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A58185D-AE4C-8725-81ED-CF1A513617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669B2C1-0C4D-D35F-A3CD-B00F6FAC258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5BA562D-318A-51E9-423C-DF2C6C783AFC}"/>
              </a:ext>
            </a:extLst>
          </p:cNvPr>
          <p:cNvSpPr/>
          <p:nvPr/>
        </p:nvSpPr>
        <p:spPr>
          <a:xfrm>
            <a:off x="5902511" y="3429000"/>
            <a:ext cx="2036618" cy="1687815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30CEBC9-B64A-73B4-D606-EE3389BE889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39214" y="2220111"/>
            <a:ext cx="3519079" cy="410559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073153048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CE7CDD-01AA-451F-AEAE-0619EAA449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86251B59-58CA-DC62-614F-6B5BFB2B86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69E6380B-A67E-7758-3299-464533AD5C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937B1671-E7D6-45DC-D3D5-B4E8EB02BBB6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FF2FCA8-5C90-F284-48E2-04A77FD81058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429AD61-EC4F-A4CC-E68E-C5D8DCA9288A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B4FEDB4-1998-1807-488C-61D71049B512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10FE1AEA-1F88-DB1C-1D5B-C71C254A87DF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D3733742-5E36-DED0-EC11-92BBCE4CA572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4FF7EBF0-993A-4E60-C784-83CB36D7896C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8784AC5A-370E-6225-B84F-FA5572BF27CA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56ED23F6-98FD-A2AA-3095-4536A28D31A6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C93C195D-D7AA-FEAD-7875-4195E61AD147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24C42541-8B85-080B-C042-9A303FA7B627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F694613D-26B2-B85C-B550-A9F56E4C1DB4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652DF8F-1206-CE7A-848E-294450C56E22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C8B593A6-0D8A-A5C8-BA6B-A41AE8B46A83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6F464185-C042-B627-5C47-F98E26D12F54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D39B5CEF-9D31-13C5-F236-AEEF3C52A31F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5F5B0CD8-FC33-B3D4-8C96-90C0B41F3AC4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63F97772-9033-21AD-E44D-D3BB14006C0F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EE90E85E-37D0-DD69-CDBF-E7E6635AC5DB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60720F0A-1153-CFB0-74E6-927311A9B2BE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3CE18112-D4F4-3D3C-EF0C-2A14A154EDA5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A6F6329D-A6FE-251D-0C4E-096008ABE685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55040989-8009-9124-7A02-5D7627ADCF27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998F34E4-4A2D-6648-8C67-D9B0D706FCB3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F52E01EB-CF12-820A-5B59-79109906AA7E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60158EBC-1E8E-FF87-4A5E-D31E204816CD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7F452FA-4296-BD44-ED16-AAE73525DE95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84B5F3A-9336-D2A8-903B-3B4F3EC2CB63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C91CC60-A1B6-7092-1CB7-07D70687046C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D4F822D-DDCD-2363-7AEB-779EA9F7CC88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2FB1E79-42B6-FF79-6565-0DA138DCE269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2EFE2D6-3210-0329-07C2-4E13C00A80A9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EE78D26-49EA-0788-85F4-B4890F5548CD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4D111D0-60DE-E0D7-131A-16CC242FFC87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B182E14-80AF-E96E-04FA-974689FB2228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558C589E-F0E2-9A1C-65D3-F34916F2AE19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CD4791B6-E872-A435-E8AD-14BA43041C8C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65F6219F-15CE-260D-00F8-BB96AA4587FA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7DA05B8-C0F7-37AE-1BCC-EF58D2F51E08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8A3A73D-4579-051C-A8CB-EB75C2F1D231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6A986DB6-F95F-5574-2F89-DD12E6AF4532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0A7A8C7-04DB-056F-FCF7-E0AE2F3DEB94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DC9D74E7-F831-B704-7BBD-0B94D10BBCEE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8DA5F985-1659-C2F0-D933-E38C43323A4A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3BEFE50E-421C-B13F-D8B9-F65A14B8BD36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D3C1275E-2160-6F18-F1F4-A30CA0D53A0D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60355C99-B4EB-45AC-71DE-70B7FF56DA6F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3E902961-9C9D-A3AB-6657-20E2891D8077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8D8C07E3-23B5-FD38-D553-6415F95ACE0B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631E92F9-6FCA-FB13-CF8F-62A4A96AD060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F591B1E0-4B4B-F7C1-733E-9B11F0D645EF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84B177A7-CF18-C611-15D7-E7AEE97D517C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2783BC99-9484-26F8-6CCC-67BF76A8D882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04B83D63-7006-2221-8196-467B63B8AF0D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3C82A09F-956C-8471-E344-36C99A3CA1B1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909A5A22-3AD4-5473-527A-8A5A48001DE8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3177A580-4D69-2B4A-8B2A-42124F78F004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8FB01DA2-5640-CBD3-6D9B-0C8166EDCE2B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221C2774-6088-B225-9EE5-A723DE397FFF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635D2F75-B904-FAB0-3162-1741F929CF82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B362830D-34A5-A574-8F82-96B6EDA01666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4C62AB61-AEA9-B6DE-C97B-67EE906560E7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2586B651-5AA1-E9FB-F7C6-7EFDB04F7C96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8B5B5E16-F7EC-2467-7E56-1FDFE8BFFC78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FC109008-A58A-B783-9B93-77B6106A2FEF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60107857-FC95-B434-CEBC-BC049C66E058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C63C4A64-A520-BD62-DFA0-418736FA7154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B3280EBC-B0B2-2D0F-E194-5B9472B0F6C3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C7D48F70-99F1-4037-8715-DB323C5CEDB8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EE25BD25-8E33-2925-B70A-DA32B0D2F3AA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8E0DF126-0C19-B507-AC23-66C74D5D942F}"/>
              </a:ext>
            </a:extLst>
          </p:cNvPr>
          <p:cNvSpPr/>
          <p:nvPr/>
        </p:nvSpPr>
        <p:spPr>
          <a:xfrm>
            <a:off x="7200106" y="5641892"/>
            <a:ext cx="749300" cy="377660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EA2E3362-36F6-A62C-C55A-BD45F19594F6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6B96720E-61DE-B337-2358-FEF275B2358C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B1FCA2BB-CCFE-5349-CD89-5EB692F0F1F8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62140868-BE9D-E754-10EF-358BEBAF11A8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85FEF44F-036C-E3E7-6B6C-9A9220A15786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2506D539-7BA4-A4F6-8C52-465337B9F50C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0F6105C9-90D2-8D56-E78D-A7E561DD852A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892E1C21-21EA-6242-8389-4C9A8A5D6C05}"/>
              </a:ext>
            </a:extLst>
          </p:cNvPr>
          <p:cNvSpPr/>
          <p:nvPr/>
        </p:nvSpPr>
        <p:spPr>
          <a:xfrm>
            <a:off x="8078788" y="4775739"/>
            <a:ext cx="749300" cy="472910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086BEDB4-C94D-57A6-D73A-ED58243555E3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1607028C-0FAF-E128-7084-94ABB3082F73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2EC23238-4EE9-F859-2EF1-6F0B4027EA05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673C3DDC-7EA8-C881-38EC-C8CE2BB1B4CF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30F76D3E-1B25-3810-A3F0-7A38994DDB94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0C058788-8D7C-33ED-2DFE-84909F204DE1}"/>
              </a:ext>
            </a:extLst>
          </p:cNvPr>
          <p:cNvSpPr/>
          <p:nvPr/>
        </p:nvSpPr>
        <p:spPr>
          <a:xfrm>
            <a:off x="2278062" y="459224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146BC8DA-F9E4-8C22-F887-7F2BD02A1ADB}"/>
              </a:ext>
            </a:extLst>
          </p:cNvPr>
          <p:cNvSpPr/>
          <p:nvPr/>
        </p:nvSpPr>
        <p:spPr>
          <a:xfrm>
            <a:off x="3043238" y="3248025"/>
            <a:ext cx="733425" cy="1524000"/>
          </a:xfrm>
          <a:custGeom>
            <a:avLst/>
            <a:gdLst>
              <a:gd name="csX0" fmla="*/ 733425 w 733425"/>
              <a:gd name="csY0" fmla="*/ 0 h 1524000"/>
              <a:gd name="csX1" fmla="*/ 61912 w 733425"/>
              <a:gd name="csY1" fmla="*/ 0 h 1524000"/>
              <a:gd name="csX2" fmla="*/ 52387 w 733425"/>
              <a:gd name="csY2" fmla="*/ 1524000 h 1524000"/>
              <a:gd name="csX3" fmla="*/ 0 w 733425"/>
              <a:gd name="csY3" fmla="*/ 1524000 h 152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33425" h="1524000">
                <a:moveTo>
                  <a:pt x="733425" y="0"/>
                </a:moveTo>
                <a:lnTo>
                  <a:pt x="61912" y="0"/>
                </a:lnTo>
                <a:lnTo>
                  <a:pt x="52387" y="1524000"/>
                </a:lnTo>
                <a:lnTo>
                  <a:pt x="0" y="15240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Freeform: Shape 93">
            <a:extLst>
              <a:ext uri="{FF2B5EF4-FFF2-40B4-BE49-F238E27FC236}">
                <a16:creationId xmlns:a16="http://schemas.microsoft.com/office/drawing/2014/main" id="{907C0D21-0CD5-8418-6F96-94C1D808418B}"/>
              </a:ext>
            </a:extLst>
          </p:cNvPr>
          <p:cNvSpPr/>
          <p:nvPr/>
        </p:nvSpPr>
        <p:spPr>
          <a:xfrm>
            <a:off x="2657475" y="4957763"/>
            <a:ext cx="0" cy="133350"/>
          </a:xfrm>
          <a:custGeom>
            <a:avLst/>
            <a:gdLst>
              <a:gd name="csX0" fmla="*/ 0 w 0"/>
              <a:gd name="csY0" fmla="*/ 0 h 133350"/>
              <a:gd name="csX1" fmla="*/ 0 w 0"/>
              <a:gd name="csY1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39CF9613-82BB-431D-2A53-532AF6892ACB}"/>
              </a:ext>
            </a:extLst>
          </p:cNvPr>
          <p:cNvSpPr/>
          <p:nvPr/>
        </p:nvSpPr>
        <p:spPr>
          <a:xfrm>
            <a:off x="4540250" y="3060700"/>
            <a:ext cx="3041650" cy="2590800"/>
          </a:xfrm>
          <a:custGeom>
            <a:avLst/>
            <a:gdLst>
              <a:gd name="csX0" fmla="*/ 0 w 3041650"/>
              <a:gd name="csY0" fmla="*/ 25400 h 2590800"/>
              <a:gd name="csX1" fmla="*/ 1555750 w 3041650"/>
              <a:gd name="csY1" fmla="*/ 25400 h 2590800"/>
              <a:gd name="csX2" fmla="*/ 1581150 w 3041650"/>
              <a:gd name="csY2" fmla="*/ 0 h 2590800"/>
              <a:gd name="csX3" fmla="*/ 1752600 w 3041650"/>
              <a:gd name="csY3" fmla="*/ 0 h 2590800"/>
              <a:gd name="csX4" fmla="*/ 1797050 w 3041650"/>
              <a:gd name="csY4" fmla="*/ 31750 h 2590800"/>
              <a:gd name="csX5" fmla="*/ 3035300 w 3041650"/>
              <a:gd name="csY5" fmla="*/ 38100 h 2590800"/>
              <a:gd name="csX6" fmla="*/ 3041650 w 3041650"/>
              <a:gd name="csY6" fmla="*/ 2590800 h 2590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041650" h="2590800">
                <a:moveTo>
                  <a:pt x="0" y="25400"/>
                </a:moveTo>
                <a:lnTo>
                  <a:pt x="1555750" y="25400"/>
                </a:lnTo>
                <a:lnTo>
                  <a:pt x="1581150" y="0"/>
                </a:lnTo>
                <a:lnTo>
                  <a:pt x="1752600" y="0"/>
                </a:lnTo>
                <a:lnTo>
                  <a:pt x="1797050" y="31750"/>
                </a:lnTo>
                <a:lnTo>
                  <a:pt x="3035300" y="38100"/>
                </a:lnTo>
                <a:cubicBezTo>
                  <a:pt x="3037417" y="889000"/>
                  <a:pt x="3039533" y="1739900"/>
                  <a:pt x="3041650" y="25908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Freeform: Shape 92">
            <a:extLst>
              <a:ext uri="{FF2B5EF4-FFF2-40B4-BE49-F238E27FC236}">
                <a16:creationId xmlns:a16="http://schemas.microsoft.com/office/drawing/2014/main" id="{862C4A88-F579-432D-992E-A1DF769C8993}"/>
              </a:ext>
            </a:extLst>
          </p:cNvPr>
          <p:cNvSpPr/>
          <p:nvPr/>
        </p:nvSpPr>
        <p:spPr>
          <a:xfrm>
            <a:off x="4540250" y="3003550"/>
            <a:ext cx="3530600" cy="1962150"/>
          </a:xfrm>
          <a:custGeom>
            <a:avLst/>
            <a:gdLst>
              <a:gd name="csX0" fmla="*/ 0 w 3530600"/>
              <a:gd name="csY0" fmla="*/ 31750 h 1962150"/>
              <a:gd name="csX1" fmla="*/ 1524000 w 3530600"/>
              <a:gd name="csY1" fmla="*/ 31750 h 1962150"/>
              <a:gd name="csX2" fmla="*/ 1562100 w 3530600"/>
              <a:gd name="csY2" fmla="*/ 0 h 1962150"/>
              <a:gd name="csX3" fmla="*/ 1778000 w 3530600"/>
              <a:gd name="csY3" fmla="*/ 6350 h 1962150"/>
              <a:gd name="csX4" fmla="*/ 1809750 w 3530600"/>
              <a:gd name="csY4" fmla="*/ 38100 h 1962150"/>
              <a:gd name="csX5" fmla="*/ 3155950 w 3530600"/>
              <a:gd name="csY5" fmla="*/ 38100 h 1962150"/>
              <a:gd name="csX6" fmla="*/ 3162300 w 3530600"/>
              <a:gd name="csY6" fmla="*/ 1962150 h 1962150"/>
              <a:gd name="csX7" fmla="*/ 3530600 w 3530600"/>
              <a:gd name="csY7" fmla="*/ 1955800 h 1962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530600" h="1962150">
                <a:moveTo>
                  <a:pt x="0" y="31750"/>
                </a:moveTo>
                <a:lnTo>
                  <a:pt x="1524000" y="31750"/>
                </a:lnTo>
                <a:lnTo>
                  <a:pt x="1562100" y="0"/>
                </a:lnTo>
                <a:lnTo>
                  <a:pt x="1778000" y="6350"/>
                </a:lnTo>
                <a:lnTo>
                  <a:pt x="1809750" y="38100"/>
                </a:lnTo>
                <a:lnTo>
                  <a:pt x="3155950" y="38100"/>
                </a:lnTo>
                <a:cubicBezTo>
                  <a:pt x="3158067" y="679450"/>
                  <a:pt x="3160183" y="1320800"/>
                  <a:pt x="3162300" y="1962150"/>
                </a:cubicBezTo>
                <a:lnTo>
                  <a:pt x="3530600" y="1955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590445CC-7CB5-3C73-04DA-DC2AA8BAE493}"/>
              </a:ext>
            </a:extLst>
          </p:cNvPr>
          <p:cNvSpPr/>
          <p:nvPr/>
        </p:nvSpPr>
        <p:spPr>
          <a:xfrm>
            <a:off x="7956550" y="5251450"/>
            <a:ext cx="501650" cy="596900"/>
          </a:xfrm>
          <a:custGeom>
            <a:avLst/>
            <a:gdLst>
              <a:gd name="csX0" fmla="*/ 0 w 501650"/>
              <a:gd name="csY0" fmla="*/ 596900 h 596900"/>
              <a:gd name="csX1" fmla="*/ 501650 w 501650"/>
              <a:gd name="csY1" fmla="*/ 596900 h 596900"/>
              <a:gd name="csX2" fmla="*/ 501650 w 501650"/>
              <a:gd name="csY2" fmla="*/ 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1650" h="596900">
                <a:moveTo>
                  <a:pt x="0" y="596900"/>
                </a:moveTo>
                <a:lnTo>
                  <a:pt x="501650" y="596900"/>
                </a:lnTo>
                <a:lnTo>
                  <a:pt x="501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D35B43E1-91D8-B0CB-94B9-0A329DEBDA46}"/>
              </a:ext>
            </a:extLst>
          </p:cNvPr>
          <p:cNvSpPr/>
          <p:nvPr/>
        </p:nvSpPr>
        <p:spPr>
          <a:xfrm>
            <a:off x="3783806" y="29622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819F4B05-9B6A-6E3E-60E7-C658A6BADC5F}"/>
              </a:ext>
            </a:extLst>
          </p:cNvPr>
          <p:cNvSpPr/>
          <p:nvPr/>
        </p:nvSpPr>
        <p:spPr>
          <a:xfrm>
            <a:off x="7875587" y="3346796"/>
            <a:ext cx="763588" cy="583854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FF144090-A559-96E5-A088-0AD4B6B071F2}"/>
              </a:ext>
            </a:extLst>
          </p:cNvPr>
          <p:cNvSpPr/>
          <p:nvPr/>
        </p:nvSpPr>
        <p:spPr>
          <a:xfrm>
            <a:off x="2284413" y="333851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D141C50A-EEB0-3F2B-A765-A874C941BA8B}"/>
              </a:ext>
            </a:extLst>
          </p:cNvPr>
          <p:cNvSpPr/>
          <p:nvPr/>
        </p:nvSpPr>
        <p:spPr>
          <a:xfrm>
            <a:off x="2165350" y="3530600"/>
            <a:ext cx="1860550" cy="2603500"/>
          </a:xfrm>
          <a:custGeom>
            <a:avLst/>
            <a:gdLst>
              <a:gd name="csX0" fmla="*/ 120650 w 1860550"/>
              <a:gd name="csY0" fmla="*/ 0 h 2603500"/>
              <a:gd name="csX1" fmla="*/ 0 w 1860550"/>
              <a:gd name="csY1" fmla="*/ 6350 h 2603500"/>
              <a:gd name="csX2" fmla="*/ 0 w 1860550"/>
              <a:gd name="csY2" fmla="*/ 2603500 h 2603500"/>
              <a:gd name="csX3" fmla="*/ 1860550 w 1860550"/>
              <a:gd name="csY3" fmla="*/ 2603500 h 260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860550" h="2603500">
                <a:moveTo>
                  <a:pt x="120650" y="0"/>
                </a:moveTo>
                <a:lnTo>
                  <a:pt x="0" y="6350"/>
                </a:lnTo>
                <a:lnTo>
                  <a:pt x="0" y="2603500"/>
                </a:lnTo>
                <a:lnTo>
                  <a:pt x="1860550" y="26035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2C61DCDF-98FB-30B1-897D-8F719394E509}"/>
              </a:ext>
            </a:extLst>
          </p:cNvPr>
          <p:cNvSpPr/>
          <p:nvPr/>
        </p:nvSpPr>
        <p:spPr>
          <a:xfrm>
            <a:off x="5583237" y="3338512"/>
            <a:ext cx="751681" cy="4955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212E6D31-6741-EECE-AC43-D5B9885BCD09}"/>
              </a:ext>
            </a:extLst>
          </p:cNvPr>
          <p:cNvSpPr/>
          <p:nvPr/>
        </p:nvSpPr>
        <p:spPr>
          <a:xfrm flipH="1">
            <a:off x="5910581" y="3835400"/>
            <a:ext cx="45719" cy="234156"/>
          </a:xfrm>
          <a:custGeom>
            <a:avLst/>
            <a:gdLst>
              <a:gd name="csX0" fmla="*/ 0 w 0"/>
              <a:gd name="csY0" fmla="*/ 0 h 247650"/>
              <a:gd name="csX1" fmla="*/ 0 w 0"/>
              <a:gd name="csY1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47650">
                <a:moveTo>
                  <a:pt x="0" y="0"/>
                </a:move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D8BB096A-5F68-1E06-32A6-4898F5943657}"/>
              </a:ext>
            </a:extLst>
          </p:cNvPr>
          <p:cNvSpPr/>
          <p:nvPr/>
        </p:nvSpPr>
        <p:spPr>
          <a:xfrm>
            <a:off x="6710363" y="408503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D168FD6B-5FE2-1D8B-5809-A61738BBE09C}"/>
              </a:ext>
            </a:extLst>
          </p:cNvPr>
          <p:cNvSpPr/>
          <p:nvPr/>
        </p:nvSpPr>
        <p:spPr>
          <a:xfrm>
            <a:off x="6338887" y="4271963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Freeform: Shape 105">
            <a:extLst>
              <a:ext uri="{FF2B5EF4-FFF2-40B4-BE49-F238E27FC236}">
                <a16:creationId xmlns:a16="http://schemas.microsoft.com/office/drawing/2014/main" id="{6BBB0006-0B9F-57A1-3A4F-DB980F97CF41}"/>
              </a:ext>
            </a:extLst>
          </p:cNvPr>
          <p:cNvSpPr/>
          <p:nvPr/>
        </p:nvSpPr>
        <p:spPr>
          <a:xfrm>
            <a:off x="6148388" y="4457700"/>
            <a:ext cx="0" cy="1200150"/>
          </a:xfrm>
          <a:custGeom>
            <a:avLst/>
            <a:gdLst>
              <a:gd name="csX0" fmla="*/ 0 w 0"/>
              <a:gd name="csY0" fmla="*/ 0 h 1200150"/>
              <a:gd name="csX1" fmla="*/ 0 w 0"/>
              <a:gd name="csY1" fmla="*/ 1200150 h 1200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200150">
                <a:moveTo>
                  <a:pt x="0" y="0"/>
                </a:moveTo>
                <a:lnTo>
                  <a:pt x="0" y="1200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70B172BD-000E-99AC-C736-5A5A17D1C6DB}"/>
              </a:ext>
            </a:extLst>
          </p:cNvPr>
          <p:cNvSpPr/>
          <p:nvPr/>
        </p:nvSpPr>
        <p:spPr>
          <a:xfrm>
            <a:off x="5580856" y="40838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A8E535B4-D394-D666-E342-1F412F7240A3}"/>
              </a:ext>
            </a:extLst>
          </p:cNvPr>
          <p:cNvSpPr/>
          <p:nvPr/>
        </p:nvSpPr>
        <p:spPr>
          <a:xfrm>
            <a:off x="6608763" y="507991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Freeform: Shape 107">
            <a:extLst>
              <a:ext uri="{FF2B5EF4-FFF2-40B4-BE49-F238E27FC236}">
                <a16:creationId xmlns:a16="http://schemas.microsoft.com/office/drawing/2014/main" id="{3AB3220F-A669-8DB1-1D41-E68B683A896D}"/>
              </a:ext>
            </a:extLst>
          </p:cNvPr>
          <p:cNvSpPr/>
          <p:nvPr/>
        </p:nvSpPr>
        <p:spPr>
          <a:xfrm>
            <a:off x="6986588" y="5486400"/>
            <a:ext cx="209550" cy="266700"/>
          </a:xfrm>
          <a:custGeom>
            <a:avLst/>
            <a:gdLst>
              <a:gd name="csX0" fmla="*/ 0 w 209550"/>
              <a:gd name="csY0" fmla="*/ 0 h 266700"/>
              <a:gd name="csX1" fmla="*/ 0 w 209550"/>
              <a:gd name="csY1" fmla="*/ 266700 h 266700"/>
              <a:gd name="csX2" fmla="*/ 209550 w 209550"/>
              <a:gd name="csY2" fmla="*/ 266700 h 266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9550" h="266700">
                <a:moveTo>
                  <a:pt x="0" y="0"/>
                </a:moveTo>
                <a:lnTo>
                  <a:pt x="0" y="266700"/>
                </a:lnTo>
                <a:lnTo>
                  <a:pt x="209550" y="266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Freeform: Shape 108">
            <a:extLst>
              <a:ext uri="{FF2B5EF4-FFF2-40B4-BE49-F238E27FC236}">
                <a16:creationId xmlns:a16="http://schemas.microsoft.com/office/drawing/2014/main" id="{9FD47BC6-AB74-62A0-5AC5-955F19D0056F}"/>
              </a:ext>
            </a:extLst>
          </p:cNvPr>
          <p:cNvSpPr/>
          <p:nvPr/>
        </p:nvSpPr>
        <p:spPr>
          <a:xfrm>
            <a:off x="6731000" y="5842000"/>
            <a:ext cx="476250" cy="0"/>
          </a:xfrm>
          <a:custGeom>
            <a:avLst/>
            <a:gdLst>
              <a:gd name="csX0" fmla="*/ 0 w 476250"/>
              <a:gd name="csY0" fmla="*/ 0 h 0"/>
              <a:gd name="csX1" fmla="*/ 476250 w 4762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250">
                <a:moveTo>
                  <a:pt x="0" y="0"/>
                </a:moveTo>
                <a:lnTo>
                  <a:pt x="4762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Freeform: Shape 110">
            <a:extLst>
              <a:ext uri="{FF2B5EF4-FFF2-40B4-BE49-F238E27FC236}">
                <a16:creationId xmlns:a16="http://schemas.microsoft.com/office/drawing/2014/main" id="{6EF7F91E-FFF5-C9D2-5E03-D9E0A97CBA84}"/>
              </a:ext>
            </a:extLst>
          </p:cNvPr>
          <p:cNvSpPr/>
          <p:nvPr/>
        </p:nvSpPr>
        <p:spPr>
          <a:xfrm>
            <a:off x="4843463" y="5838825"/>
            <a:ext cx="1109662" cy="219075"/>
          </a:xfrm>
          <a:custGeom>
            <a:avLst/>
            <a:gdLst>
              <a:gd name="csX0" fmla="*/ 1109662 w 1109662"/>
              <a:gd name="csY0" fmla="*/ 0 h 219075"/>
              <a:gd name="csX1" fmla="*/ 523875 w 1109662"/>
              <a:gd name="csY1" fmla="*/ 9525 h 219075"/>
              <a:gd name="csX2" fmla="*/ 523875 w 1109662"/>
              <a:gd name="csY2" fmla="*/ 219075 h 219075"/>
              <a:gd name="csX3" fmla="*/ 0 w 1109662"/>
              <a:gd name="csY3" fmla="*/ 209550 h 2190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09662" h="219075">
                <a:moveTo>
                  <a:pt x="1109662" y="0"/>
                </a:moveTo>
                <a:lnTo>
                  <a:pt x="523875" y="9525"/>
                </a:lnTo>
                <a:lnTo>
                  <a:pt x="523875" y="219075"/>
                </a:lnTo>
                <a:lnTo>
                  <a:pt x="0" y="209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Freeform: Shape 111">
            <a:extLst>
              <a:ext uri="{FF2B5EF4-FFF2-40B4-BE49-F238E27FC236}">
                <a16:creationId xmlns:a16="http://schemas.microsoft.com/office/drawing/2014/main" id="{9C310FC1-50E5-E7A8-3E82-CB0C7012CCFD}"/>
              </a:ext>
            </a:extLst>
          </p:cNvPr>
          <p:cNvSpPr/>
          <p:nvPr/>
        </p:nvSpPr>
        <p:spPr>
          <a:xfrm>
            <a:off x="4848225" y="6234113"/>
            <a:ext cx="1095375" cy="233362"/>
          </a:xfrm>
          <a:custGeom>
            <a:avLst/>
            <a:gdLst>
              <a:gd name="csX0" fmla="*/ 0 w 1095375"/>
              <a:gd name="csY0" fmla="*/ 0 h 233362"/>
              <a:gd name="csX1" fmla="*/ 514350 w 1095375"/>
              <a:gd name="csY1" fmla="*/ 4762 h 233362"/>
              <a:gd name="csX2" fmla="*/ 519113 w 1095375"/>
              <a:gd name="csY2" fmla="*/ 233362 h 233362"/>
              <a:gd name="csX3" fmla="*/ 1095375 w 1095375"/>
              <a:gd name="csY3" fmla="*/ 228600 h 2333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95375" h="233362">
                <a:moveTo>
                  <a:pt x="0" y="0"/>
                </a:moveTo>
                <a:lnTo>
                  <a:pt x="514350" y="4762"/>
                </a:lnTo>
                <a:cubicBezTo>
                  <a:pt x="515938" y="80962"/>
                  <a:pt x="517525" y="157162"/>
                  <a:pt x="519113" y="233362"/>
                </a:cubicBezTo>
                <a:lnTo>
                  <a:pt x="1095375" y="228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AE90DA84-7E6E-D3CA-2349-033A7E80A051}"/>
              </a:ext>
            </a:extLst>
          </p:cNvPr>
          <p:cNvSpPr/>
          <p:nvPr/>
        </p:nvSpPr>
        <p:spPr>
          <a:xfrm>
            <a:off x="5959475" y="5641893"/>
            <a:ext cx="749300" cy="5255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Rectangle 114">
            <a:extLst>
              <a:ext uri="{FF2B5EF4-FFF2-40B4-BE49-F238E27FC236}">
                <a16:creationId xmlns:a16="http://schemas.microsoft.com/office/drawing/2014/main" id="{46469322-EBC2-DD19-5E74-9A9A453BE936}"/>
              </a:ext>
            </a:extLst>
          </p:cNvPr>
          <p:cNvSpPr/>
          <p:nvPr/>
        </p:nvSpPr>
        <p:spPr>
          <a:xfrm>
            <a:off x="4032250" y="5958780"/>
            <a:ext cx="749300" cy="37623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6B339157-0231-D747-F255-C58937C8275F}"/>
              </a:ext>
            </a:extLst>
          </p:cNvPr>
          <p:cNvSpPr/>
          <p:nvPr/>
        </p:nvSpPr>
        <p:spPr>
          <a:xfrm>
            <a:off x="2286839" y="515302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C35B414C-B6D5-CD8E-1582-B68EADD81077}"/>
              </a:ext>
            </a:extLst>
          </p:cNvPr>
          <p:cNvSpPr/>
          <p:nvPr/>
        </p:nvSpPr>
        <p:spPr>
          <a:xfrm>
            <a:off x="2286000" y="571182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Freeform: Shape 115">
            <a:extLst>
              <a:ext uri="{FF2B5EF4-FFF2-40B4-BE49-F238E27FC236}">
                <a16:creationId xmlns:a16="http://schemas.microsoft.com/office/drawing/2014/main" id="{B1F14FDA-CB18-0DBC-9C0B-7546CD758424}"/>
              </a:ext>
            </a:extLst>
          </p:cNvPr>
          <p:cNvSpPr/>
          <p:nvPr/>
        </p:nvSpPr>
        <p:spPr>
          <a:xfrm>
            <a:off x="2660650" y="5524500"/>
            <a:ext cx="6350" cy="177800"/>
          </a:xfrm>
          <a:custGeom>
            <a:avLst/>
            <a:gdLst>
              <a:gd name="csX0" fmla="*/ 0 w 6350"/>
              <a:gd name="csY0" fmla="*/ 0 h 177800"/>
              <a:gd name="csX1" fmla="*/ 6350 w 6350"/>
              <a:gd name="csY1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177800">
                <a:moveTo>
                  <a:pt x="0" y="0"/>
                </a:moveTo>
                <a:lnTo>
                  <a:pt x="635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8" name="Freeform: Shape 117">
            <a:extLst>
              <a:ext uri="{FF2B5EF4-FFF2-40B4-BE49-F238E27FC236}">
                <a16:creationId xmlns:a16="http://schemas.microsoft.com/office/drawing/2014/main" id="{3C31FD47-85F9-465D-9BF9-63E546C567AB}"/>
              </a:ext>
            </a:extLst>
          </p:cNvPr>
          <p:cNvSpPr/>
          <p:nvPr/>
        </p:nvSpPr>
        <p:spPr>
          <a:xfrm>
            <a:off x="3027680" y="4460240"/>
            <a:ext cx="4064000" cy="1402080"/>
          </a:xfrm>
          <a:custGeom>
            <a:avLst/>
            <a:gdLst>
              <a:gd name="csX0" fmla="*/ 4064000 w 4064000"/>
              <a:gd name="csY0" fmla="*/ 0 h 1402080"/>
              <a:gd name="csX1" fmla="*/ 4064000 w 4064000"/>
              <a:gd name="csY1" fmla="*/ 264160 h 1402080"/>
              <a:gd name="csX2" fmla="*/ 3251200 w 4064000"/>
              <a:gd name="csY2" fmla="*/ 274320 h 1402080"/>
              <a:gd name="csX3" fmla="*/ 3210560 w 4064000"/>
              <a:gd name="csY3" fmla="*/ 182880 h 1402080"/>
              <a:gd name="csX4" fmla="*/ 3048000 w 4064000"/>
              <a:gd name="csY4" fmla="*/ 182880 h 1402080"/>
              <a:gd name="csX5" fmla="*/ 3007360 w 4064000"/>
              <a:gd name="csY5" fmla="*/ 294640 h 1402080"/>
              <a:gd name="csX6" fmla="*/ 3017520 w 4064000"/>
              <a:gd name="csY6" fmla="*/ 812800 h 1402080"/>
              <a:gd name="csX7" fmla="*/ 1625600 w 4064000"/>
              <a:gd name="csY7" fmla="*/ 812800 h 1402080"/>
              <a:gd name="csX8" fmla="*/ 1544320 w 4064000"/>
              <a:gd name="csY8" fmla="*/ 751840 h 1402080"/>
              <a:gd name="csX9" fmla="*/ 1270000 w 4064000"/>
              <a:gd name="csY9" fmla="*/ 741680 h 1402080"/>
              <a:gd name="csX10" fmla="*/ 1168400 w 4064000"/>
              <a:gd name="csY10" fmla="*/ 812800 h 1402080"/>
              <a:gd name="csX11" fmla="*/ 447040 w 4064000"/>
              <a:gd name="csY11" fmla="*/ 822960 h 1402080"/>
              <a:gd name="csX12" fmla="*/ 447040 w 4064000"/>
              <a:gd name="csY12" fmla="*/ 1402080 h 1402080"/>
              <a:gd name="csX13" fmla="*/ 0 w 4064000"/>
              <a:gd name="csY13" fmla="*/ 1402080 h 14020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4064000" h="1402080">
                <a:moveTo>
                  <a:pt x="4064000" y="0"/>
                </a:moveTo>
                <a:lnTo>
                  <a:pt x="4064000" y="264160"/>
                </a:lnTo>
                <a:lnTo>
                  <a:pt x="3251200" y="274320"/>
                </a:lnTo>
                <a:lnTo>
                  <a:pt x="3210560" y="182880"/>
                </a:lnTo>
                <a:lnTo>
                  <a:pt x="3048000" y="182880"/>
                </a:lnTo>
                <a:lnTo>
                  <a:pt x="3007360" y="294640"/>
                </a:lnTo>
                <a:lnTo>
                  <a:pt x="3017520" y="812800"/>
                </a:lnTo>
                <a:lnTo>
                  <a:pt x="1625600" y="812800"/>
                </a:lnTo>
                <a:lnTo>
                  <a:pt x="1544320" y="751840"/>
                </a:lnTo>
                <a:lnTo>
                  <a:pt x="1270000" y="741680"/>
                </a:lnTo>
                <a:lnTo>
                  <a:pt x="1168400" y="812800"/>
                </a:lnTo>
                <a:lnTo>
                  <a:pt x="447040" y="822960"/>
                </a:lnTo>
                <a:lnTo>
                  <a:pt x="447040" y="1402080"/>
                </a:lnTo>
                <a:lnTo>
                  <a:pt x="0" y="140208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458EDC06-C5C0-AAF6-8A0C-20DCC9AD393C}"/>
              </a:ext>
            </a:extLst>
          </p:cNvPr>
          <p:cNvSpPr/>
          <p:nvPr/>
        </p:nvSpPr>
        <p:spPr>
          <a:xfrm>
            <a:off x="5950268" y="6284118"/>
            <a:ext cx="749300" cy="534987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0866808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33D70D-292B-B5B8-9C01-8E7862A10B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88E768-7395-31B7-A1F6-C68D7E17F8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- 33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43CDAFD3-666B-3975-83AB-9979DD759796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066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B38485A-D757-4100-50FB-0E44FC889B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438F430-9D75-CC82-840E-43291EAAF9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0FB4777-38FE-38BD-86E2-99C0089DD2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0994E15-41B8-BA04-F5CA-9D7AE24E9E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75454DC2-D94D-3E96-451A-7938679E9A0B}"/>
              </a:ext>
            </a:extLst>
          </p:cNvPr>
          <p:cNvSpPr/>
          <p:nvPr/>
        </p:nvSpPr>
        <p:spPr>
          <a:xfrm>
            <a:off x="2580190" y="3344237"/>
            <a:ext cx="3424369" cy="1725603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FB61D4A-1F4A-D606-5F99-56BCF708FA8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37297" y="2002718"/>
            <a:ext cx="5390284" cy="421520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996203187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31D194-6746-C206-9619-0D11863BA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3B01B267-86AF-C451-0BC6-DC477E4628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E1550DCD-06E6-B8E1-1960-7F4DDF55D5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D783D4DC-FC1B-820D-2066-172779960A24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48202C6-2CD5-B268-A56D-0138186BAFC9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2C04D06-5C19-82B0-5E3B-D92F8D9B1D8F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98D3D0B-C43A-A5D6-9238-F05E3E397634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C63A8C8F-4A56-1A83-7FF6-C6E0CB8D371B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1E13F0D-B53A-CCEC-9370-2EF33699AFA8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2696C03B-92A6-52E6-8C51-76F080E8794C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5A429B1-CBFC-A549-DCD0-736A112431F0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B4203079-EA06-1B1B-2421-AB50D38B4690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4135FA82-1BAC-FAC3-24CE-8B32FFA2746A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83ABE3CB-ED1D-DC37-83F7-1ACE60BA9059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B918DB12-24AD-CFD4-0AA5-9461AFD3C618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BCB49570-72FA-51B3-0ED8-81D1C4C89684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D4C44821-2B1C-7D37-BE9A-955829655F94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BBAA8032-8F7E-1C44-11DE-85F1908AF65F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B3F06B5D-87E1-F78C-FE90-E4DABA559CC7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28E3823B-E640-501F-7321-82DBB94BF371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D83AD701-D994-E402-741B-5955221BD9D6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70A5E9F0-8485-076A-B02B-F370F64BD42C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A23B7FAD-C7BD-F0DA-D898-77D95500CF7B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04FA417C-59F4-6424-AF1A-695E146A5D9A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3983D969-21D2-8EA6-2158-4365C901BD04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A1B73E28-CF1C-8E60-916D-C0999F68D359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4F995728-F90D-10E2-755E-3286E900A6E5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C1670E75-AC53-3A29-9F87-CB2DAA89B26A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0C13FD97-7F8E-27C1-4925-7E1A50149D95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3D9507F-9FAC-CA71-C00E-EC1EE5816A41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73EBB17-45B3-870F-6DA8-CAC8197F090E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D604FE3-2799-DAC0-E39C-A4F9C5B1B83D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3A8C5A8-0077-8957-ADCD-4CE53D0C3A63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2C65C93-848A-7E55-0567-B88EDF6ACB4A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4D6F96C-A5AB-5764-FE39-79B5D98B6882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28B503F-DDE2-9D5F-91CC-EEB73F31A76A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19087497-CB00-E04E-1382-0A8AC7D9DE7B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DD0248A-C780-D801-06D5-72C1281EC05C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7D68666-A091-062B-AB44-CB90FA2DA44F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843576B3-0BF2-4B34-C50C-53F47F7D22AD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AC931EF-EE4F-2F6B-684B-89A47C769821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F4B9E988-BAE1-549E-EC5E-E6ECAF54F230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E8BD4AC-50C0-9F6A-3E62-9D70B46EA42A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044C7C20-5453-652B-EEA3-F7AB248DE0A0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ACAD0BDE-5034-74E6-E28C-85376C4D70AC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40BAF39B-3958-81E9-4241-8D0CCB44F967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F3171676-B012-439A-5280-DE709BC5EABC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BFC70CC1-314F-6BF5-7CCD-9DE6FC372CCC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D3D72CA-026F-B8DA-08B4-DCA10C52F20B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2D7028F4-919E-9F0B-E6F8-09243A3BD216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AB46F229-D4D1-6170-45A3-079F822B8F98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89F8B792-E17D-3F86-3367-EFF42BDE852D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88DFE5B6-A972-8DEA-B633-62BB5A1713BE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2CBB2F9C-BA6F-854E-22DD-447698D08441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77A1252B-E299-8D7B-18EA-8BFF2DBEE3A3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54F9F5B8-BEDF-19DE-5547-6C6876F9F15E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F237695B-EF9B-9533-B570-50FA96A37F2D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F9287854-4586-2C53-D096-E28340D9A688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3CB147B1-06BE-6C0C-74ED-A196EFE67A98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F0EE2EE6-5667-ED43-DB20-814F841367C8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43D0BB7E-1294-EE37-EB38-8392B05F9579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4855CB33-CEA8-51D3-9C4B-F30B81DC8D3A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E46193D3-52B5-4BD8-2012-8DC0A53C8D83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39C04750-98A5-A45D-1B7E-266463807B48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402BE34B-A5E2-9DC4-C4D3-D844E0AA1ECF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DD520369-CE2E-C365-89A5-E82C99C1966F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FC0A5491-CEC3-403F-88DB-F0FC422C378A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4272CA01-C94D-B5F7-1BAB-05EACD8F941D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4412E6D4-0142-1E14-E4AD-BB20BF551F88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396EE370-BC11-1B70-390F-EBC017F34106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6CBC19CF-AD7F-B11F-2996-B69BBAFB9C9B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01C71CAC-2785-DB52-2E51-586853045515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61727373-0BE2-78C3-7E7B-E642D8DA5083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9ED4443F-E7BA-C50E-1C76-705C3C4ADCCC}"/>
              </a:ext>
            </a:extLst>
          </p:cNvPr>
          <p:cNvSpPr/>
          <p:nvPr/>
        </p:nvSpPr>
        <p:spPr>
          <a:xfrm>
            <a:off x="7200106" y="5641892"/>
            <a:ext cx="749300" cy="377660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A1712810-CAB3-C0B1-B896-FFAD33152C2E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6153ABA0-ABA6-F554-A1F1-85F0A69D95E6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CAE1CF30-7FF6-4769-3454-30467C4ADAA4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BDDDA0F2-11E3-08F6-2117-AE8F04004BA8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8B1FC8DE-7CCF-8564-B3C0-8A54E013FCA8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61C6F27E-9DDA-F903-9F98-0049CD080CF4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CF5EB9AA-0CD1-2FFF-8F2C-5998C6BB1025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3D5B28A9-C7F0-33E8-5629-A63E472F97E0}"/>
              </a:ext>
            </a:extLst>
          </p:cNvPr>
          <p:cNvSpPr/>
          <p:nvPr/>
        </p:nvSpPr>
        <p:spPr>
          <a:xfrm>
            <a:off x="8078788" y="4775739"/>
            <a:ext cx="749300" cy="472910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CABC6759-D527-DCAE-1DE3-453AF3C6EC79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D9B8A0DA-77C8-6F9E-317E-7C07233D8E38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C019A140-9A82-8D87-B3DD-96271252911D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86BD7BE4-2E92-BD47-7E8C-DF05CBC40DBB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ABC86236-1D1F-DC0D-1363-AC1DCF74D0C4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AAD504C1-0621-9166-C6D3-B66BAB6ADC6B}"/>
              </a:ext>
            </a:extLst>
          </p:cNvPr>
          <p:cNvSpPr/>
          <p:nvPr/>
        </p:nvSpPr>
        <p:spPr>
          <a:xfrm>
            <a:off x="2278062" y="459224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FF706B23-976F-42C5-A776-A631A2740078}"/>
              </a:ext>
            </a:extLst>
          </p:cNvPr>
          <p:cNvSpPr/>
          <p:nvPr/>
        </p:nvSpPr>
        <p:spPr>
          <a:xfrm>
            <a:off x="3043238" y="3248025"/>
            <a:ext cx="733425" cy="1524000"/>
          </a:xfrm>
          <a:custGeom>
            <a:avLst/>
            <a:gdLst>
              <a:gd name="csX0" fmla="*/ 733425 w 733425"/>
              <a:gd name="csY0" fmla="*/ 0 h 1524000"/>
              <a:gd name="csX1" fmla="*/ 61912 w 733425"/>
              <a:gd name="csY1" fmla="*/ 0 h 1524000"/>
              <a:gd name="csX2" fmla="*/ 52387 w 733425"/>
              <a:gd name="csY2" fmla="*/ 1524000 h 1524000"/>
              <a:gd name="csX3" fmla="*/ 0 w 733425"/>
              <a:gd name="csY3" fmla="*/ 1524000 h 152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33425" h="1524000">
                <a:moveTo>
                  <a:pt x="733425" y="0"/>
                </a:moveTo>
                <a:lnTo>
                  <a:pt x="61912" y="0"/>
                </a:lnTo>
                <a:lnTo>
                  <a:pt x="52387" y="1524000"/>
                </a:lnTo>
                <a:lnTo>
                  <a:pt x="0" y="15240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Freeform: Shape 93">
            <a:extLst>
              <a:ext uri="{FF2B5EF4-FFF2-40B4-BE49-F238E27FC236}">
                <a16:creationId xmlns:a16="http://schemas.microsoft.com/office/drawing/2014/main" id="{CC3B13B2-9CD1-B29C-6CC6-FCAB9289A944}"/>
              </a:ext>
            </a:extLst>
          </p:cNvPr>
          <p:cNvSpPr/>
          <p:nvPr/>
        </p:nvSpPr>
        <p:spPr>
          <a:xfrm>
            <a:off x="2657475" y="4957763"/>
            <a:ext cx="0" cy="133350"/>
          </a:xfrm>
          <a:custGeom>
            <a:avLst/>
            <a:gdLst>
              <a:gd name="csX0" fmla="*/ 0 w 0"/>
              <a:gd name="csY0" fmla="*/ 0 h 133350"/>
              <a:gd name="csX1" fmla="*/ 0 w 0"/>
              <a:gd name="csY1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4662CE6B-1248-1FEA-CB60-BC6B2F60AD32}"/>
              </a:ext>
            </a:extLst>
          </p:cNvPr>
          <p:cNvSpPr/>
          <p:nvPr/>
        </p:nvSpPr>
        <p:spPr>
          <a:xfrm>
            <a:off x="4540250" y="3060700"/>
            <a:ext cx="3041650" cy="2590800"/>
          </a:xfrm>
          <a:custGeom>
            <a:avLst/>
            <a:gdLst>
              <a:gd name="csX0" fmla="*/ 0 w 3041650"/>
              <a:gd name="csY0" fmla="*/ 25400 h 2590800"/>
              <a:gd name="csX1" fmla="*/ 1555750 w 3041650"/>
              <a:gd name="csY1" fmla="*/ 25400 h 2590800"/>
              <a:gd name="csX2" fmla="*/ 1581150 w 3041650"/>
              <a:gd name="csY2" fmla="*/ 0 h 2590800"/>
              <a:gd name="csX3" fmla="*/ 1752600 w 3041650"/>
              <a:gd name="csY3" fmla="*/ 0 h 2590800"/>
              <a:gd name="csX4" fmla="*/ 1797050 w 3041650"/>
              <a:gd name="csY4" fmla="*/ 31750 h 2590800"/>
              <a:gd name="csX5" fmla="*/ 3035300 w 3041650"/>
              <a:gd name="csY5" fmla="*/ 38100 h 2590800"/>
              <a:gd name="csX6" fmla="*/ 3041650 w 3041650"/>
              <a:gd name="csY6" fmla="*/ 2590800 h 2590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041650" h="2590800">
                <a:moveTo>
                  <a:pt x="0" y="25400"/>
                </a:moveTo>
                <a:lnTo>
                  <a:pt x="1555750" y="25400"/>
                </a:lnTo>
                <a:lnTo>
                  <a:pt x="1581150" y="0"/>
                </a:lnTo>
                <a:lnTo>
                  <a:pt x="1752600" y="0"/>
                </a:lnTo>
                <a:lnTo>
                  <a:pt x="1797050" y="31750"/>
                </a:lnTo>
                <a:lnTo>
                  <a:pt x="3035300" y="38100"/>
                </a:lnTo>
                <a:cubicBezTo>
                  <a:pt x="3037417" y="889000"/>
                  <a:pt x="3039533" y="1739900"/>
                  <a:pt x="3041650" y="25908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Freeform: Shape 92">
            <a:extLst>
              <a:ext uri="{FF2B5EF4-FFF2-40B4-BE49-F238E27FC236}">
                <a16:creationId xmlns:a16="http://schemas.microsoft.com/office/drawing/2014/main" id="{C2BBF90A-8242-A9EF-4A41-E61E48D47DF0}"/>
              </a:ext>
            </a:extLst>
          </p:cNvPr>
          <p:cNvSpPr/>
          <p:nvPr/>
        </p:nvSpPr>
        <p:spPr>
          <a:xfrm>
            <a:off x="4540250" y="3003550"/>
            <a:ext cx="3530600" cy="1962150"/>
          </a:xfrm>
          <a:custGeom>
            <a:avLst/>
            <a:gdLst>
              <a:gd name="csX0" fmla="*/ 0 w 3530600"/>
              <a:gd name="csY0" fmla="*/ 31750 h 1962150"/>
              <a:gd name="csX1" fmla="*/ 1524000 w 3530600"/>
              <a:gd name="csY1" fmla="*/ 31750 h 1962150"/>
              <a:gd name="csX2" fmla="*/ 1562100 w 3530600"/>
              <a:gd name="csY2" fmla="*/ 0 h 1962150"/>
              <a:gd name="csX3" fmla="*/ 1778000 w 3530600"/>
              <a:gd name="csY3" fmla="*/ 6350 h 1962150"/>
              <a:gd name="csX4" fmla="*/ 1809750 w 3530600"/>
              <a:gd name="csY4" fmla="*/ 38100 h 1962150"/>
              <a:gd name="csX5" fmla="*/ 3155950 w 3530600"/>
              <a:gd name="csY5" fmla="*/ 38100 h 1962150"/>
              <a:gd name="csX6" fmla="*/ 3162300 w 3530600"/>
              <a:gd name="csY6" fmla="*/ 1962150 h 1962150"/>
              <a:gd name="csX7" fmla="*/ 3530600 w 3530600"/>
              <a:gd name="csY7" fmla="*/ 1955800 h 1962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530600" h="1962150">
                <a:moveTo>
                  <a:pt x="0" y="31750"/>
                </a:moveTo>
                <a:lnTo>
                  <a:pt x="1524000" y="31750"/>
                </a:lnTo>
                <a:lnTo>
                  <a:pt x="1562100" y="0"/>
                </a:lnTo>
                <a:lnTo>
                  <a:pt x="1778000" y="6350"/>
                </a:lnTo>
                <a:lnTo>
                  <a:pt x="1809750" y="38100"/>
                </a:lnTo>
                <a:lnTo>
                  <a:pt x="3155950" y="38100"/>
                </a:lnTo>
                <a:cubicBezTo>
                  <a:pt x="3158067" y="679450"/>
                  <a:pt x="3160183" y="1320800"/>
                  <a:pt x="3162300" y="1962150"/>
                </a:cubicBezTo>
                <a:lnTo>
                  <a:pt x="3530600" y="1955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4BA59FEC-66FE-DE25-6F88-45CA179CFFF2}"/>
              </a:ext>
            </a:extLst>
          </p:cNvPr>
          <p:cNvSpPr/>
          <p:nvPr/>
        </p:nvSpPr>
        <p:spPr>
          <a:xfrm>
            <a:off x="7956550" y="5251450"/>
            <a:ext cx="501650" cy="596900"/>
          </a:xfrm>
          <a:custGeom>
            <a:avLst/>
            <a:gdLst>
              <a:gd name="csX0" fmla="*/ 0 w 501650"/>
              <a:gd name="csY0" fmla="*/ 596900 h 596900"/>
              <a:gd name="csX1" fmla="*/ 501650 w 501650"/>
              <a:gd name="csY1" fmla="*/ 596900 h 596900"/>
              <a:gd name="csX2" fmla="*/ 501650 w 501650"/>
              <a:gd name="csY2" fmla="*/ 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1650" h="596900">
                <a:moveTo>
                  <a:pt x="0" y="596900"/>
                </a:moveTo>
                <a:lnTo>
                  <a:pt x="501650" y="596900"/>
                </a:lnTo>
                <a:lnTo>
                  <a:pt x="501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CD977D8E-0D6F-56B0-95D8-10D9C21F70A2}"/>
              </a:ext>
            </a:extLst>
          </p:cNvPr>
          <p:cNvSpPr/>
          <p:nvPr/>
        </p:nvSpPr>
        <p:spPr>
          <a:xfrm>
            <a:off x="3783806" y="29622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767AA61E-6115-5538-E421-D62CD40986E6}"/>
              </a:ext>
            </a:extLst>
          </p:cNvPr>
          <p:cNvSpPr/>
          <p:nvPr/>
        </p:nvSpPr>
        <p:spPr>
          <a:xfrm>
            <a:off x="7875587" y="3346796"/>
            <a:ext cx="763588" cy="583854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B65FFE1D-09BD-CB20-BAFA-78EE4C02E82A}"/>
              </a:ext>
            </a:extLst>
          </p:cNvPr>
          <p:cNvSpPr/>
          <p:nvPr/>
        </p:nvSpPr>
        <p:spPr>
          <a:xfrm>
            <a:off x="2284413" y="333851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2C2536AC-9ABB-0B16-F999-AC6081852E15}"/>
              </a:ext>
            </a:extLst>
          </p:cNvPr>
          <p:cNvSpPr/>
          <p:nvPr/>
        </p:nvSpPr>
        <p:spPr>
          <a:xfrm>
            <a:off x="2165350" y="3530600"/>
            <a:ext cx="1860550" cy="2603500"/>
          </a:xfrm>
          <a:custGeom>
            <a:avLst/>
            <a:gdLst>
              <a:gd name="csX0" fmla="*/ 120650 w 1860550"/>
              <a:gd name="csY0" fmla="*/ 0 h 2603500"/>
              <a:gd name="csX1" fmla="*/ 0 w 1860550"/>
              <a:gd name="csY1" fmla="*/ 6350 h 2603500"/>
              <a:gd name="csX2" fmla="*/ 0 w 1860550"/>
              <a:gd name="csY2" fmla="*/ 2603500 h 2603500"/>
              <a:gd name="csX3" fmla="*/ 1860550 w 1860550"/>
              <a:gd name="csY3" fmla="*/ 2603500 h 260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860550" h="2603500">
                <a:moveTo>
                  <a:pt x="120650" y="0"/>
                </a:moveTo>
                <a:lnTo>
                  <a:pt x="0" y="6350"/>
                </a:lnTo>
                <a:lnTo>
                  <a:pt x="0" y="2603500"/>
                </a:lnTo>
                <a:lnTo>
                  <a:pt x="1860550" y="26035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B41D8088-5FB5-7D32-5EF6-BE466F9C7D08}"/>
              </a:ext>
            </a:extLst>
          </p:cNvPr>
          <p:cNvSpPr/>
          <p:nvPr/>
        </p:nvSpPr>
        <p:spPr>
          <a:xfrm>
            <a:off x="5583237" y="3338512"/>
            <a:ext cx="751681" cy="4955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1CB54FB1-2356-660D-1252-97CB9BAD270B}"/>
              </a:ext>
            </a:extLst>
          </p:cNvPr>
          <p:cNvSpPr/>
          <p:nvPr/>
        </p:nvSpPr>
        <p:spPr>
          <a:xfrm flipH="1">
            <a:off x="5910581" y="3835400"/>
            <a:ext cx="45719" cy="234156"/>
          </a:xfrm>
          <a:custGeom>
            <a:avLst/>
            <a:gdLst>
              <a:gd name="csX0" fmla="*/ 0 w 0"/>
              <a:gd name="csY0" fmla="*/ 0 h 247650"/>
              <a:gd name="csX1" fmla="*/ 0 w 0"/>
              <a:gd name="csY1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47650">
                <a:moveTo>
                  <a:pt x="0" y="0"/>
                </a:move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6F0E75DE-ADF3-1C57-3538-F044D4C4B7CF}"/>
              </a:ext>
            </a:extLst>
          </p:cNvPr>
          <p:cNvSpPr/>
          <p:nvPr/>
        </p:nvSpPr>
        <p:spPr>
          <a:xfrm>
            <a:off x="6710363" y="408503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85059C16-4B04-E861-6EBE-169C80D74DC9}"/>
              </a:ext>
            </a:extLst>
          </p:cNvPr>
          <p:cNvSpPr/>
          <p:nvPr/>
        </p:nvSpPr>
        <p:spPr>
          <a:xfrm>
            <a:off x="6338887" y="4271963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Freeform: Shape 105">
            <a:extLst>
              <a:ext uri="{FF2B5EF4-FFF2-40B4-BE49-F238E27FC236}">
                <a16:creationId xmlns:a16="http://schemas.microsoft.com/office/drawing/2014/main" id="{9DA1AC1D-66AB-EAA8-B2F0-9DBB0A8476AF}"/>
              </a:ext>
            </a:extLst>
          </p:cNvPr>
          <p:cNvSpPr/>
          <p:nvPr/>
        </p:nvSpPr>
        <p:spPr>
          <a:xfrm>
            <a:off x="6148388" y="4457700"/>
            <a:ext cx="0" cy="1200150"/>
          </a:xfrm>
          <a:custGeom>
            <a:avLst/>
            <a:gdLst>
              <a:gd name="csX0" fmla="*/ 0 w 0"/>
              <a:gd name="csY0" fmla="*/ 0 h 1200150"/>
              <a:gd name="csX1" fmla="*/ 0 w 0"/>
              <a:gd name="csY1" fmla="*/ 1200150 h 1200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200150">
                <a:moveTo>
                  <a:pt x="0" y="0"/>
                </a:moveTo>
                <a:lnTo>
                  <a:pt x="0" y="1200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B4F2BE45-3F4A-8C5E-618B-8363A158CC36}"/>
              </a:ext>
            </a:extLst>
          </p:cNvPr>
          <p:cNvSpPr/>
          <p:nvPr/>
        </p:nvSpPr>
        <p:spPr>
          <a:xfrm>
            <a:off x="5580856" y="40838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9FC6EACA-EE71-E29A-F984-97DE68F38DF7}"/>
              </a:ext>
            </a:extLst>
          </p:cNvPr>
          <p:cNvSpPr/>
          <p:nvPr/>
        </p:nvSpPr>
        <p:spPr>
          <a:xfrm>
            <a:off x="6608763" y="507991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Freeform: Shape 107">
            <a:extLst>
              <a:ext uri="{FF2B5EF4-FFF2-40B4-BE49-F238E27FC236}">
                <a16:creationId xmlns:a16="http://schemas.microsoft.com/office/drawing/2014/main" id="{A0792FB0-BC65-DEF5-6DCA-9C2E92A41DE9}"/>
              </a:ext>
            </a:extLst>
          </p:cNvPr>
          <p:cNvSpPr/>
          <p:nvPr/>
        </p:nvSpPr>
        <p:spPr>
          <a:xfrm>
            <a:off x="6986588" y="5486400"/>
            <a:ext cx="209550" cy="266700"/>
          </a:xfrm>
          <a:custGeom>
            <a:avLst/>
            <a:gdLst>
              <a:gd name="csX0" fmla="*/ 0 w 209550"/>
              <a:gd name="csY0" fmla="*/ 0 h 266700"/>
              <a:gd name="csX1" fmla="*/ 0 w 209550"/>
              <a:gd name="csY1" fmla="*/ 266700 h 266700"/>
              <a:gd name="csX2" fmla="*/ 209550 w 209550"/>
              <a:gd name="csY2" fmla="*/ 266700 h 266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9550" h="266700">
                <a:moveTo>
                  <a:pt x="0" y="0"/>
                </a:moveTo>
                <a:lnTo>
                  <a:pt x="0" y="266700"/>
                </a:lnTo>
                <a:lnTo>
                  <a:pt x="209550" y="266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Freeform: Shape 108">
            <a:extLst>
              <a:ext uri="{FF2B5EF4-FFF2-40B4-BE49-F238E27FC236}">
                <a16:creationId xmlns:a16="http://schemas.microsoft.com/office/drawing/2014/main" id="{F3C446AF-9586-70B6-F997-E09DB467E920}"/>
              </a:ext>
            </a:extLst>
          </p:cNvPr>
          <p:cNvSpPr/>
          <p:nvPr/>
        </p:nvSpPr>
        <p:spPr>
          <a:xfrm>
            <a:off x="6731000" y="5842000"/>
            <a:ext cx="476250" cy="0"/>
          </a:xfrm>
          <a:custGeom>
            <a:avLst/>
            <a:gdLst>
              <a:gd name="csX0" fmla="*/ 0 w 476250"/>
              <a:gd name="csY0" fmla="*/ 0 h 0"/>
              <a:gd name="csX1" fmla="*/ 476250 w 4762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250">
                <a:moveTo>
                  <a:pt x="0" y="0"/>
                </a:moveTo>
                <a:lnTo>
                  <a:pt x="4762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Freeform: Shape 110">
            <a:extLst>
              <a:ext uri="{FF2B5EF4-FFF2-40B4-BE49-F238E27FC236}">
                <a16:creationId xmlns:a16="http://schemas.microsoft.com/office/drawing/2014/main" id="{BBDF53B7-7AF4-BE70-5D7E-72C72BAEED98}"/>
              </a:ext>
            </a:extLst>
          </p:cNvPr>
          <p:cNvSpPr/>
          <p:nvPr/>
        </p:nvSpPr>
        <p:spPr>
          <a:xfrm>
            <a:off x="4843463" y="5838825"/>
            <a:ext cx="1109662" cy="219075"/>
          </a:xfrm>
          <a:custGeom>
            <a:avLst/>
            <a:gdLst>
              <a:gd name="csX0" fmla="*/ 1109662 w 1109662"/>
              <a:gd name="csY0" fmla="*/ 0 h 219075"/>
              <a:gd name="csX1" fmla="*/ 523875 w 1109662"/>
              <a:gd name="csY1" fmla="*/ 9525 h 219075"/>
              <a:gd name="csX2" fmla="*/ 523875 w 1109662"/>
              <a:gd name="csY2" fmla="*/ 219075 h 219075"/>
              <a:gd name="csX3" fmla="*/ 0 w 1109662"/>
              <a:gd name="csY3" fmla="*/ 209550 h 2190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09662" h="219075">
                <a:moveTo>
                  <a:pt x="1109662" y="0"/>
                </a:moveTo>
                <a:lnTo>
                  <a:pt x="523875" y="9525"/>
                </a:lnTo>
                <a:lnTo>
                  <a:pt x="523875" y="219075"/>
                </a:lnTo>
                <a:lnTo>
                  <a:pt x="0" y="209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Freeform: Shape 111">
            <a:extLst>
              <a:ext uri="{FF2B5EF4-FFF2-40B4-BE49-F238E27FC236}">
                <a16:creationId xmlns:a16="http://schemas.microsoft.com/office/drawing/2014/main" id="{E5DF466C-9BBA-637E-B6D6-9673A12E25AF}"/>
              </a:ext>
            </a:extLst>
          </p:cNvPr>
          <p:cNvSpPr/>
          <p:nvPr/>
        </p:nvSpPr>
        <p:spPr>
          <a:xfrm>
            <a:off x="4848225" y="6234113"/>
            <a:ext cx="1095375" cy="233362"/>
          </a:xfrm>
          <a:custGeom>
            <a:avLst/>
            <a:gdLst>
              <a:gd name="csX0" fmla="*/ 0 w 1095375"/>
              <a:gd name="csY0" fmla="*/ 0 h 233362"/>
              <a:gd name="csX1" fmla="*/ 514350 w 1095375"/>
              <a:gd name="csY1" fmla="*/ 4762 h 233362"/>
              <a:gd name="csX2" fmla="*/ 519113 w 1095375"/>
              <a:gd name="csY2" fmla="*/ 233362 h 233362"/>
              <a:gd name="csX3" fmla="*/ 1095375 w 1095375"/>
              <a:gd name="csY3" fmla="*/ 228600 h 2333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95375" h="233362">
                <a:moveTo>
                  <a:pt x="0" y="0"/>
                </a:moveTo>
                <a:lnTo>
                  <a:pt x="514350" y="4762"/>
                </a:lnTo>
                <a:cubicBezTo>
                  <a:pt x="515938" y="80962"/>
                  <a:pt x="517525" y="157162"/>
                  <a:pt x="519113" y="233362"/>
                </a:cubicBezTo>
                <a:lnTo>
                  <a:pt x="1095375" y="228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633E0A93-D206-D60A-B83C-A593CB3A553B}"/>
              </a:ext>
            </a:extLst>
          </p:cNvPr>
          <p:cNvSpPr/>
          <p:nvPr/>
        </p:nvSpPr>
        <p:spPr>
          <a:xfrm>
            <a:off x="5959523" y="6284119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75FFA22E-E59B-B92A-526B-B8FB7E27E51C}"/>
              </a:ext>
            </a:extLst>
          </p:cNvPr>
          <p:cNvSpPr/>
          <p:nvPr/>
        </p:nvSpPr>
        <p:spPr>
          <a:xfrm>
            <a:off x="5959475" y="5641893"/>
            <a:ext cx="749300" cy="5255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Rectangle 114">
            <a:extLst>
              <a:ext uri="{FF2B5EF4-FFF2-40B4-BE49-F238E27FC236}">
                <a16:creationId xmlns:a16="http://schemas.microsoft.com/office/drawing/2014/main" id="{0BB6E3F7-3F4D-FA11-4162-DD465B3AC90E}"/>
              </a:ext>
            </a:extLst>
          </p:cNvPr>
          <p:cNvSpPr/>
          <p:nvPr/>
        </p:nvSpPr>
        <p:spPr>
          <a:xfrm>
            <a:off x="4032250" y="5958780"/>
            <a:ext cx="749300" cy="37623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B804B3CA-A478-8C97-672E-3170620149D1}"/>
              </a:ext>
            </a:extLst>
          </p:cNvPr>
          <p:cNvSpPr/>
          <p:nvPr/>
        </p:nvSpPr>
        <p:spPr>
          <a:xfrm>
            <a:off x="2286839" y="515302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CF9A40D7-F06B-32FC-5C47-AA6245B9D933}"/>
              </a:ext>
            </a:extLst>
          </p:cNvPr>
          <p:cNvSpPr/>
          <p:nvPr/>
        </p:nvSpPr>
        <p:spPr>
          <a:xfrm>
            <a:off x="2286000" y="571182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Freeform: Shape 115">
            <a:extLst>
              <a:ext uri="{FF2B5EF4-FFF2-40B4-BE49-F238E27FC236}">
                <a16:creationId xmlns:a16="http://schemas.microsoft.com/office/drawing/2014/main" id="{F06B30AF-5E1B-FD17-0A27-5E0EF585CC99}"/>
              </a:ext>
            </a:extLst>
          </p:cNvPr>
          <p:cNvSpPr/>
          <p:nvPr/>
        </p:nvSpPr>
        <p:spPr>
          <a:xfrm>
            <a:off x="2660650" y="5524500"/>
            <a:ext cx="6350" cy="177800"/>
          </a:xfrm>
          <a:custGeom>
            <a:avLst/>
            <a:gdLst>
              <a:gd name="csX0" fmla="*/ 0 w 6350"/>
              <a:gd name="csY0" fmla="*/ 0 h 177800"/>
              <a:gd name="csX1" fmla="*/ 6350 w 6350"/>
              <a:gd name="csY1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177800">
                <a:moveTo>
                  <a:pt x="0" y="0"/>
                </a:moveTo>
                <a:lnTo>
                  <a:pt x="635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Freeform: Shape 109">
            <a:extLst>
              <a:ext uri="{FF2B5EF4-FFF2-40B4-BE49-F238E27FC236}">
                <a16:creationId xmlns:a16="http://schemas.microsoft.com/office/drawing/2014/main" id="{BD62E5F2-7721-6285-4873-0182E6341503}"/>
              </a:ext>
            </a:extLst>
          </p:cNvPr>
          <p:cNvSpPr/>
          <p:nvPr/>
        </p:nvSpPr>
        <p:spPr>
          <a:xfrm>
            <a:off x="4791075" y="5634038"/>
            <a:ext cx="1171575" cy="747712"/>
          </a:xfrm>
          <a:custGeom>
            <a:avLst/>
            <a:gdLst>
              <a:gd name="csX0" fmla="*/ 0 w 1171575"/>
              <a:gd name="csY0" fmla="*/ 0 h 747712"/>
              <a:gd name="csX1" fmla="*/ 790575 w 1171575"/>
              <a:gd name="csY1" fmla="*/ 4762 h 747712"/>
              <a:gd name="csX2" fmla="*/ 790575 w 1171575"/>
              <a:gd name="csY2" fmla="*/ 138112 h 747712"/>
              <a:gd name="csX3" fmla="*/ 842963 w 1171575"/>
              <a:gd name="csY3" fmla="*/ 166687 h 747712"/>
              <a:gd name="csX4" fmla="*/ 842963 w 1171575"/>
              <a:gd name="csY4" fmla="*/ 261937 h 747712"/>
              <a:gd name="csX5" fmla="*/ 795338 w 1171575"/>
              <a:gd name="csY5" fmla="*/ 290512 h 747712"/>
              <a:gd name="csX6" fmla="*/ 795338 w 1171575"/>
              <a:gd name="csY6" fmla="*/ 747712 h 747712"/>
              <a:gd name="csX7" fmla="*/ 1171575 w 1171575"/>
              <a:gd name="csY7" fmla="*/ 742950 h 7477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71575" h="747712">
                <a:moveTo>
                  <a:pt x="0" y="0"/>
                </a:moveTo>
                <a:lnTo>
                  <a:pt x="790575" y="4762"/>
                </a:lnTo>
                <a:lnTo>
                  <a:pt x="790575" y="138112"/>
                </a:lnTo>
                <a:lnTo>
                  <a:pt x="842963" y="166687"/>
                </a:lnTo>
                <a:lnTo>
                  <a:pt x="842963" y="261937"/>
                </a:lnTo>
                <a:lnTo>
                  <a:pt x="795338" y="290512"/>
                </a:lnTo>
                <a:lnTo>
                  <a:pt x="795338" y="747712"/>
                </a:lnTo>
                <a:lnTo>
                  <a:pt x="1171575" y="742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Freeform: Shape 116">
            <a:extLst>
              <a:ext uri="{FF2B5EF4-FFF2-40B4-BE49-F238E27FC236}">
                <a16:creationId xmlns:a16="http://schemas.microsoft.com/office/drawing/2014/main" id="{28B81E15-B368-95FB-D585-C48D28AC2B9E}"/>
              </a:ext>
            </a:extLst>
          </p:cNvPr>
          <p:cNvSpPr/>
          <p:nvPr/>
        </p:nvSpPr>
        <p:spPr>
          <a:xfrm>
            <a:off x="3027680" y="4460240"/>
            <a:ext cx="4064000" cy="1402080"/>
          </a:xfrm>
          <a:custGeom>
            <a:avLst/>
            <a:gdLst>
              <a:gd name="csX0" fmla="*/ 4064000 w 4064000"/>
              <a:gd name="csY0" fmla="*/ 0 h 1402080"/>
              <a:gd name="csX1" fmla="*/ 4064000 w 4064000"/>
              <a:gd name="csY1" fmla="*/ 264160 h 1402080"/>
              <a:gd name="csX2" fmla="*/ 3251200 w 4064000"/>
              <a:gd name="csY2" fmla="*/ 274320 h 1402080"/>
              <a:gd name="csX3" fmla="*/ 3210560 w 4064000"/>
              <a:gd name="csY3" fmla="*/ 182880 h 1402080"/>
              <a:gd name="csX4" fmla="*/ 3048000 w 4064000"/>
              <a:gd name="csY4" fmla="*/ 182880 h 1402080"/>
              <a:gd name="csX5" fmla="*/ 3007360 w 4064000"/>
              <a:gd name="csY5" fmla="*/ 294640 h 1402080"/>
              <a:gd name="csX6" fmla="*/ 3017520 w 4064000"/>
              <a:gd name="csY6" fmla="*/ 812800 h 1402080"/>
              <a:gd name="csX7" fmla="*/ 1625600 w 4064000"/>
              <a:gd name="csY7" fmla="*/ 812800 h 1402080"/>
              <a:gd name="csX8" fmla="*/ 1544320 w 4064000"/>
              <a:gd name="csY8" fmla="*/ 751840 h 1402080"/>
              <a:gd name="csX9" fmla="*/ 1270000 w 4064000"/>
              <a:gd name="csY9" fmla="*/ 741680 h 1402080"/>
              <a:gd name="csX10" fmla="*/ 1168400 w 4064000"/>
              <a:gd name="csY10" fmla="*/ 812800 h 1402080"/>
              <a:gd name="csX11" fmla="*/ 447040 w 4064000"/>
              <a:gd name="csY11" fmla="*/ 822960 h 1402080"/>
              <a:gd name="csX12" fmla="*/ 447040 w 4064000"/>
              <a:gd name="csY12" fmla="*/ 1402080 h 1402080"/>
              <a:gd name="csX13" fmla="*/ 0 w 4064000"/>
              <a:gd name="csY13" fmla="*/ 1402080 h 14020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4064000" h="1402080">
                <a:moveTo>
                  <a:pt x="4064000" y="0"/>
                </a:moveTo>
                <a:lnTo>
                  <a:pt x="4064000" y="264160"/>
                </a:lnTo>
                <a:lnTo>
                  <a:pt x="3251200" y="274320"/>
                </a:lnTo>
                <a:lnTo>
                  <a:pt x="3210560" y="182880"/>
                </a:lnTo>
                <a:lnTo>
                  <a:pt x="3048000" y="182880"/>
                </a:lnTo>
                <a:lnTo>
                  <a:pt x="3007360" y="294640"/>
                </a:lnTo>
                <a:lnTo>
                  <a:pt x="3017520" y="812800"/>
                </a:lnTo>
                <a:lnTo>
                  <a:pt x="1625600" y="812800"/>
                </a:lnTo>
                <a:lnTo>
                  <a:pt x="1544320" y="751840"/>
                </a:lnTo>
                <a:lnTo>
                  <a:pt x="1270000" y="741680"/>
                </a:lnTo>
                <a:lnTo>
                  <a:pt x="1168400" y="812800"/>
                </a:lnTo>
                <a:lnTo>
                  <a:pt x="447040" y="822960"/>
                </a:lnTo>
                <a:lnTo>
                  <a:pt x="447040" y="1402080"/>
                </a:lnTo>
                <a:lnTo>
                  <a:pt x="0" y="140208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DDB2983B-D632-2EBB-D65E-24C0013DFF35}"/>
              </a:ext>
            </a:extLst>
          </p:cNvPr>
          <p:cNvSpPr/>
          <p:nvPr/>
        </p:nvSpPr>
        <p:spPr>
          <a:xfrm>
            <a:off x="4021617" y="5467447"/>
            <a:ext cx="749300" cy="377660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9345724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1679EF-984D-A589-332D-81C583BA2A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3965F-0FCB-E6AC-1FF9-A9CED83366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- 34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D99E483-3E93-30CC-CDA9-F2F6409B706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067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D428D01-9549-DB3A-34FA-AEC8AF578D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573785C-22A1-337A-6E2D-E61F81ECE7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AB55544-62DD-25F3-AC63-F4E5FA4991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49673AB-5E6A-3013-A2B4-0509718DBF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7E9547DB-40E5-946B-ECD9-AE349D430DCC}"/>
              </a:ext>
            </a:extLst>
          </p:cNvPr>
          <p:cNvSpPr/>
          <p:nvPr/>
        </p:nvSpPr>
        <p:spPr>
          <a:xfrm>
            <a:off x="2570480" y="3344237"/>
            <a:ext cx="3434080" cy="1725603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6613BC4-8AC6-F526-5023-B4D436F7FBF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04560" y="2613452"/>
            <a:ext cx="5880094" cy="339110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4214114678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EA8E8E-97A5-F56B-5523-673DA391E4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3034FEF3-9B86-B777-1FED-3194F4F24E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4A9264CD-E70C-6CE7-0ED2-0C0C14823A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0D2408A4-E0DE-0F65-CEEF-96BC4244C11A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56669E1-3C70-61DE-97F3-89EAC8FB283F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450CACA-5B50-022D-877A-3CE45BDB2175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C4203F4-1129-F670-A178-FFC94464C360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39476E76-3FB0-E2E9-0E68-E7C2C43467A9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CC28051-F357-C718-D888-54E399AF7E7E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9D13971C-9B1F-D416-3B8B-761EEC049C0E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360EC18D-EDDA-4401-4448-185C3AB58C87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2B7AA51C-2DDC-BD98-0B89-CEA9FD2D28EB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5F8B077-9F63-D0AD-B8A4-DD6389816B2B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0D688DC2-942A-1A7F-4245-C54DCE0BBBC5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EA8CA812-AF1D-87B7-41DF-91637500A984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76B825CE-7E12-7323-50EA-2D28455FE6B7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50E252FD-786D-02E6-412B-1EBBB7C0CAA4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D22D2B8D-1E7C-E725-EB6E-1AB511F88F2B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EC780F78-EB00-1D7E-A7D2-DD7AC8C9D20D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B0A3E616-724C-C23C-5F21-62368037F262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18D4A815-38D2-6344-6869-56E84545353B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54F487E7-2279-B2D0-E16A-D001D7FE5233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B5579C7C-7EF3-6557-2C83-66B3C63B6D8E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3CDB3616-A169-56B9-2A49-6464B7163D13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B4B55AB3-A21F-3159-7123-F2FE08DD1A14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695F7712-2F03-8257-18F6-4FA5353DD1F0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2280259F-2371-84AB-4C2F-C2B15238AD80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44A15C59-3EE9-A4FB-68E5-4EB64B35260B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6DDEB55A-F169-2642-9AFB-FBB3E25B8627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E67CC8A-8E07-43C1-5186-5B724550D9D5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E3DB30B-4B01-8680-8E56-AD6B819F5B3B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1D6F86C-D347-68BF-EB37-6A70329BC83E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099CB22-4033-636F-1BE1-DA59A532EAEB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0EDCC4B-4AA8-93EE-6E38-477108EC43E9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8E30FBC-99BB-54D9-D802-4044B5D06557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0D8035C-4EF7-CE50-3B3A-1E9468106070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0FCA0D2E-7C9B-75F7-1246-E39684A8CC95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EAE7D7C3-B827-E723-A4BA-E0D0BE24B433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65D3B4BE-CB35-A7B3-3933-4DD4AE077F85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CBB48ADF-0937-863F-2D9E-93CFB10FCC15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0E76410-1CC7-C99F-2AFC-84723FC5FEC3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BBEA234-3D4C-EFC5-1209-DE229F0391EB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EA297628-4E4B-12E4-7D26-2B85A396B3EC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E79374DB-240A-B3B6-105B-2D3D1E753CD2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AF627AF0-22C3-1023-A5B9-1BDF6E399194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64AA7F75-9C7C-C74D-5D15-DEB2184DBE25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17FCC330-61F9-17F5-115D-3E34BF3F4F9D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EDC08CFC-55F1-5945-C5BC-811019A7B95B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E37835F-A1A8-9017-2B10-A5C8D5EBC4A7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2BA7C079-92C3-1EC3-5AC1-F63C87F130DC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B714FE2A-0C7E-6D19-63D1-7C9B3E0D47AB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316C96DF-41EA-9F6E-57EF-E6A7BDD02D1B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CA9EABE4-E989-1A98-C833-925DDAB1DE68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2E90AB79-D077-3440-D655-D2A6CEBBE867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9FE603B6-6608-DE81-CD6E-27276053FE13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A4444D40-2722-26FF-E908-E8AB9FA6D035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9398241B-D40B-1017-12BC-D21BA06DC447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8822A18D-B0DA-F8B0-1361-900DC39220A2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1FF6FC5-4E19-6D66-BEA0-3573CC78C56E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E3E6D1DC-B146-A9DC-17BA-FC4317924895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DFE2AF25-C55C-B88E-AA77-24F4BD9358C2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3B237E1B-D85E-E4F8-D8F7-51C3B64162A6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010E04F5-8AC5-E26F-A6AC-64DEB5D4D5FF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3E458B26-441C-5FAC-23E8-4B3FE199AC80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E847CC85-A32C-7BEC-7C9B-02C1ED0E806A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EC721924-9F9D-B971-7AB8-A601BCC3D2FD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C6527861-35B2-5B14-17B1-581BFB4703E9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32E28964-E4DB-27E3-F60C-B49BC940541B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0DCD3E12-5D6F-6C2F-5C74-D6348A2EF4F3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B4709DC1-F06A-C0A7-8AC0-354841663F0E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F99B6734-E57F-1941-5D3A-1038D6FC50D1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A1266A06-9096-9CAA-A16F-A21DAF5BFA46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54BC261B-BEE2-7C09-E7EA-4FCCEDC624BF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AA6B4BD6-B4FE-04CB-C304-0299CE1FFA1E}"/>
              </a:ext>
            </a:extLst>
          </p:cNvPr>
          <p:cNvSpPr/>
          <p:nvPr/>
        </p:nvSpPr>
        <p:spPr>
          <a:xfrm>
            <a:off x="7200106" y="5641892"/>
            <a:ext cx="749300" cy="377660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0969BB63-70C2-BD3F-098D-A1756F0EDC3E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C43F3BF9-4789-F7F4-0795-BA5958B8F8B7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36C04FE5-2F97-39DD-6083-D55513EC2AB5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2961EDDC-330B-1392-B646-413BE5974646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CA8A3CF2-D810-9C88-B8FC-9265787E71A3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1B9A933C-B4C5-7B07-A742-3E23AF705D26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F81E060D-50B2-0D5F-C99E-48896403789B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37D33C64-875A-4B74-90D1-C52E7EF2D664}"/>
              </a:ext>
            </a:extLst>
          </p:cNvPr>
          <p:cNvSpPr/>
          <p:nvPr/>
        </p:nvSpPr>
        <p:spPr>
          <a:xfrm>
            <a:off x="8078788" y="4775739"/>
            <a:ext cx="749300" cy="472910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5B793F2C-5732-1A7B-34FE-CA7660661E2E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DCEAC2A8-46B0-B780-ADBD-CEE49201874C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351BE749-99C2-93A2-8E5E-2DAD180F9AD2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D8157948-18EE-1CE8-39D2-F8843CE7182E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7348E4D0-D259-A935-CBF3-35F17CDC6F3B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55D7B2E9-C8DD-3DC6-C569-0768755D6B80}"/>
              </a:ext>
            </a:extLst>
          </p:cNvPr>
          <p:cNvSpPr/>
          <p:nvPr/>
        </p:nvSpPr>
        <p:spPr>
          <a:xfrm>
            <a:off x="2278062" y="459224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4B0A2831-B99C-811A-08DA-14B70EED9BF6}"/>
              </a:ext>
            </a:extLst>
          </p:cNvPr>
          <p:cNvSpPr/>
          <p:nvPr/>
        </p:nvSpPr>
        <p:spPr>
          <a:xfrm>
            <a:off x="3043238" y="3248025"/>
            <a:ext cx="733425" cy="1524000"/>
          </a:xfrm>
          <a:custGeom>
            <a:avLst/>
            <a:gdLst>
              <a:gd name="csX0" fmla="*/ 733425 w 733425"/>
              <a:gd name="csY0" fmla="*/ 0 h 1524000"/>
              <a:gd name="csX1" fmla="*/ 61912 w 733425"/>
              <a:gd name="csY1" fmla="*/ 0 h 1524000"/>
              <a:gd name="csX2" fmla="*/ 52387 w 733425"/>
              <a:gd name="csY2" fmla="*/ 1524000 h 1524000"/>
              <a:gd name="csX3" fmla="*/ 0 w 733425"/>
              <a:gd name="csY3" fmla="*/ 1524000 h 152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33425" h="1524000">
                <a:moveTo>
                  <a:pt x="733425" y="0"/>
                </a:moveTo>
                <a:lnTo>
                  <a:pt x="61912" y="0"/>
                </a:lnTo>
                <a:lnTo>
                  <a:pt x="52387" y="1524000"/>
                </a:lnTo>
                <a:lnTo>
                  <a:pt x="0" y="15240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Freeform: Shape 93">
            <a:extLst>
              <a:ext uri="{FF2B5EF4-FFF2-40B4-BE49-F238E27FC236}">
                <a16:creationId xmlns:a16="http://schemas.microsoft.com/office/drawing/2014/main" id="{7324A3DC-BC9A-C1DD-091F-ABD998056724}"/>
              </a:ext>
            </a:extLst>
          </p:cNvPr>
          <p:cNvSpPr/>
          <p:nvPr/>
        </p:nvSpPr>
        <p:spPr>
          <a:xfrm>
            <a:off x="2657475" y="4957763"/>
            <a:ext cx="0" cy="133350"/>
          </a:xfrm>
          <a:custGeom>
            <a:avLst/>
            <a:gdLst>
              <a:gd name="csX0" fmla="*/ 0 w 0"/>
              <a:gd name="csY0" fmla="*/ 0 h 133350"/>
              <a:gd name="csX1" fmla="*/ 0 w 0"/>
              <a:gd name="csY1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52C12B83-7594-9FA7-059C-8ABD248E63CF}"/>
              </a:ext>
            </a:extLst>
          </p:cNvPr>
          <p:cNvSpPr/>
          <p:nvPr/>
        </p:nvSpPr>
        <p:spPr>
          <a:xfrm>
            <a:off x="4540250" y="3060700"/>
            <a:ext cx="3041650" cy="2590800"/>
          </a:xfrm>
          <a:custGeom>
            <a:avLst/>
            <a:gdLst>
              <a:gd name="csX0" fmla="*/ 0 w 3041650"/>
              <a:gd name="csY0" fmla="*/ 25400 h 2590800"/>
              <a:gd name="csX1" fmla="*/ 1555750 w 3041650"/>
              <a:gd name="csY1" fmla="*/ 25400 h 2590800"/>
              <a:gd name="csX2" fmla="*/ 1581150 w 3041650"/>
              <a:gd name="csY2" fmla="*/ 0 h 2590800"/>
              <a:gd name="csX3" fmla="*/ 1752600 w 3041650"/>
              <a:gd name="csY3" fmla="*/ 0 h 2590800"/>
              <a:gd name="csX4" fmla="*/ 1797050 w 3041650"/>
              <a:gd name="csY4" fmla="*/ 31750 h 2590800"/>
              <a:gd name="csX5" fmla="*/ 3035300 w 3041650"/>
              <a:gd name="csY5" fmla="*/ 38100 h 2590800"/>
              <a:gd name="csX6" fmla="*/ 3041650 w 3041650"/>
              <a:gd name="csY6" fmla="*/ 2590800 h 2590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041650" h="2590800">
                <a:moveTo>
                  <a:pt x="0" y="25400"/>
                </a:moveTo>
                <a:lnTo>
                  <a:pt x="1555750" y="25400"/>
                </a:lnTo>
                <a:lnTo>
                  <a:pt x="1581150" y="0"/>
                </a:lnTo>
                <a:lnTo>
                  <a:pt x="1752600" y="0"/>
                </a:lnTo>
                <a:lnTo>
                  <a:pt x="1797050" y="31750"/>
                </a:lnTo>
                <a:lnTo>
                  <a:pt x="3035300" y="38100"/>
                </a:lnTo>
                <a:cubicBezTo>
                  <a:pt x="3037417" y="889000"/>
                  <a:pt x="3039533" y="1739900"/>
                  <a:pt x="3041650" y="25908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Freeform: Shape 92">
            <a:extLst>
              <a:ext uri="{FF2B5EF4-FFF2-40B4-BE49-F238E27FC236}">
                <a16:creationId xmlns:a16="http://schemas.microsoft.com/office/drawing/2014/main" id="{4E62F398-5591-6132-BE6E-2EB76254A9D1}"/>
              </a:ext>
            </a:extLst>
          </p:cNvPr>
          <p:cNvSpPr/>
          <p:nvPr/>
        </p:nvSpPr>
        <p:spPr>
          <a:xfrm>
            <a:off x="4540250" y="3003550"/>
            <a:ext cx="3530600" cy="1962150"/>
          </a:xfrm>
          <a:custGeom>
            <a:avLst/>
            <a:gdLst>
              <a:gd name="csX0" fmla="*/ 0 w 3530600"/>
              <a:gd name="csY0" fmla="*/ 31750 h 1962150"/>
              <a:gd name="csX1" fmla="*/ 1524000 w 3530600"/>
              <a:gd name="csY1" fmla="*/ 31750 h 1962150"/>
              <a:gd name="csX2" fmla="*/ 1562100 w 3530600"/>
              <a:gd name="csY2" fmla="*/ 0 h 1962150"/>
              <a:gd name="csX3" fmla="*/ 1778000 w 3530600"/>
              <a:gd name="csY3" fmla="*/ 6350 h 1962150"/>
              <a:gd name="csX4" fmla="*/ 1809750 w 3530600"/>
              <a:gd name="csY4" fmla="*/ 38100 h 1962150"/>
              <a:gd name="csX5" fmla="*/ 3155950 w 3530600"/>
              <a:gd name="csY5" fmla="*/ 38100 h 1962150"/>
              <a:gd name="csX6" fmla="*/ 3162300 w 3530600"/>
              <a:gd name="csY6" fmla="*/ 1962150 h 1962150"/>
              <a:gd name="csX7" fmla="*/ 3530600 w 3530600"/>
              <a:gd name="csY7" fmla="*/ 1955800 h 1962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530600" h="1962150">
                <a:moveTo>
                  <a:pt x="0" y="31750"/>
                </a:moveTo>
                <a:lnTo>
                  <a:pt x="1524000" y="31750"/>
                </a:lnTo>
                <a:lnTo>
                  <a:pt x="1562100" y="0"/>
                </a:lnTo>
                <a:lnTo>
                  <a:pt x="1778000" y="6350"/>
                </a:lnTo>
                <a:lnTo>
                  <a:pt x="1809750" y="38100"/>
                </a:lnTo>
                <a:lnTo>
                  <a:pt x="3155950" y="38100"/>
                </a:lnTo>
                <a:cubicBezTo>
                  <a:pt x="3158067" y="679450"/>
                  <a:pt x="3160183" y="1320800"/>
                  <a:pt x="3162300" y="1962150"/>
                </a:cubicBezTo>
                <a:lnTo>
                  <a:pt x="3530600" y="1955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3BCA0980-BE8C-D18D-F11C-DD4DE8338242}"/>
              </a:ext>
            </a:extLst>
          </p:cNvPr>
          <p:cNvSpPr/>
          <p:nvPr/>
        </p:nvSpPr>
        <p:spPr>
          <a:xfrm>
            <a:off x="7956550" y="5251450"/>
            <a:ext cx="501650" cy="596900"/>
          </a:xfrm>
          <a:custGeom>
            <a:avLst/>
            <a:gdLst>
              <a:gd name="csX0" fmla="*/ 0 w 501650"/>
              <a:gd name="csY0" fmla="*/ 596900 h 596900"/>
              <a:gd name="csX1" fmla="*/ 501650 w 501650"/>
              <a:gd name="csY1" fmla="*/ 596900 h 596900"/>
              <a:gd name="csX2" fmla="*/ 501650 w 501650"/>
              <a:gd name="csY2" fmla="*/ 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1650" h="596900">
                <a:moveTo>
                  <a:pt x="0" y="596900"/>
                </a:moveTo>
                <a:lnTo>
                  <a:pt x="501650" y="596900"/>
                </a:lnTo>
                <a:lnTo>
                  <a:pt x="501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674E4BDB-8C2E-664F-5664-6C95505E04ED}"/>
              </a:ext>
            </a:extLst>
          </p:cNvPr>
          <p:cNvSpPr/>
          <p:nvPr/>
        </p:nvSpPr>
        <p:spPr>
          <a:xfrm>
            <a:off x="3783806" y="29622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3A3C64BA-B1A1-1425-95B9-B2F12AA5ACFB}"/>
              </a:ext>
            </a:extLst>
          </p:cNvPr>
          <p:cNvSpPr/>
          <p:nvPr/>
        </p:nvSpPr>
        <p:spPr>
          <a:xfrm>
            <a:off x="7875587" y="3346796"/>
            <a:ext cx="763588" cy="583854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3B5F1378-2562-124A-0F68-ABD239A97A78}"/>
              </a:ext>
            </a:extLst>
          </p:cNvPr>
          <p:cNvSpPr/>
          <p:nvPr/>
        </p:nvSpPr>
        <p:spPr>
          <a:xfrm>
            <a:off x="2284413" y="333851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093E680E-BAD6-E326-0D0A-DE8F527BC401}"/>
              </a:ext>
            </a:extLst>
          </p:cNvPr>
          <p:cNvSpPr/>
          <p:nvPr/>
        </p:nvSpPr>
        <p:spPr>
          <a:xfrm>
            <a:off x="2165350" y="3530600"/>
            <a:ext cx="1860550" cy="2603500"/>
          </a:xfrm>
          <a:custGeom>
            <a:avLst/>
            <a:gdLst>
              <a:gd name="csX0" fmla="*/ 120650 w 1860550"/>
              <a:gd name="csY0" fmla="*/ 0 h 2603500"/>
              <a:gd name="csX1" fmla="*/ 0 w 1860550"/>
              <a:gd name="csY1" fmla="*/ 6350 h 2603500"/>
              <a:gd name="csX2" fmla="*/ 0 w 1860550"/>
              <a:gd name="csY2" fmla="*/ 2603500 h 2603500"/>
              <a:gd name="csX3" fmla="*/ 1860550 w 1860550"/>
              <a:gd name="csY3" fmla="*/ 2603500 h 260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860550" h="2603500">
                <a:moveTo>
                  <a:pt x="120650" y="0"/>
                </a:moveTo>
                <a:lnTo>
                  <a:pt x="0" y="6350"/>
                </a:lnTo>
                <a:lnTo>
                  <a:pt x="0" y="2603500"/>
                </a:lnTo>
                <a:lnTo>
                  <a:pt x="1860550" y="26035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11D5D3DA-44F0-F333-8BCE-1C135660322D}"/>
              </a:ext>
            </a:extLst>
          </p:cNvPr>
          <p:cNvSpPr/>
          <p:nvPr/>
        </p:nvSpPr>
        <p:spPr>
          <a:xfrm>
            <a:off x="5583237" y="3338512"/>
            <a:ext cx="751681" cy="4955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72EC60CC-70B6-F5D7-F0CC-D2EA732351DA}"/>
              </a:ext>
            </a:extLst>
          </p:cNvPr>
          <p:cNvSpPr/>
          <p:nvPr/>
        </p:nvSpPr>
        <p:spPr>
          <a:xfrm flipH="1">
            <a:off x="5910581" y="3835400"/>
            <a:ext cx="45719" cy="234156"/>
          </a:xfrm>
          <a:custGeom>
            <a:avLst/>
            <a:gdLst>
              <a:gd name="csX0" fmla="*/ 0 w 0"/>
              <a:gd name="csY0" fmla="*/ 0 h 247650"/>
              <a:gd name="csX1" fmla="*/ 0 w 0"/>
              <a:gd name="csY1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47650">
                <a:moveTo>
                  <a:pt x="0" y="0"/>
                </a:move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3F26989E-49FC-15D1-92A3-E2396B57BEDB}"/>
              </a:ext>
            </a:extLst>
          </p:cNvPr>
          <p:cNvSpPr/>
          <p:nvPr/>
        </p:nvSpPr>
        <p:spPr>
          <a:xfrm>
            <a:off x="6710363" y="408503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5467508E-B5D3-AD2E-D17F-2C09E10C7C7A}"/>
              </a:ext>
            </a:extLst>
          </p:cNvPr>
          <p:cNvSpPr/>
          <p:nvPr/>
        </p:nvSpPr>
        <p:spPr>
          <a:xfrm>
            <a:off x="6338887" y="4271963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Freeform: Shape 105">
            <a:extLst>
              <a:ext uri="{FF2B5EF4-FFF2-40B4-BE49-F238E27FC236}">
                <a16:creationId xmlns:a16="http://schemas.microsoft.com/office/drawing/2014/main" id="{A65AE07F-46E8-A494-22FF-842B55726B86}"/>
              </a:ext>
            </a:extLst>
          </p:cNvPr>
          <p:cNvSpPr/>
          <p:nvPr/>
        </p:nvSpPr>
        <p:spPr>
          <a:xfrm>
            <a:off x="6148388" y="4457700"/>
            <a:ext cx="0" cy="1200150"/>
          </a:xfrm>
          <a:custGeom>
            <a:avLst/>
            <a:gdLst>
              <a:gd name="csX0" fmla="*/ 0 w 0"/>
              <a:gd name="csY0" fmla="*/ 0 h 1200150"/>
              <a:gd name="csX1" fmla="*/ 0 w 0"/>
              <a:gd name="csY1" fmla="*/ 1200150 h 1200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200150">
                <a:moveTo>
                  <a:pt x="0" y="0"/>
                </a:moveTo>
                <a:lnTo>
                  <a:pt x="0" y="1200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3DFB1165-FBF6-12C3-9F9D-6A4278DA7599}"/>
              </a:ext>
            </a:extLst>
          </p:cNvPr>
          <p:cNvSpPr/>
          <p:nvPr/>
        </p:nvSpPr>
        <p:spPr>
          <a:xfrm>
            <a:off x="5580856" y="40838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D7939AC7-D511-5E08-EA4E-93CDD781CFFE}"/>
              </a:ext>
            </a:extLst>
          </p:cNvPr>
          <p:cNvSpPr/>
          <p:nvPr/>
        </p:nvSpPr>
        <p:spPr>
          <a:xfrm>
            <a:off x="6608763" y="507991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Freeform: Shape 107">
            <a:extLst>
              <a:ext uri="{FF2B5EF4-FFF2-40B4-BE49-F238E27FC236}">
                <a16:creationId xmlns:a16="http://schemas.microsoft.com/office/drawing/2014/main" id="{20E3148A-0070-7AF2-37D4-B5058638B318}"/>
              </a:ext>
            </a:extLst>
          </p:cNvPr>
          <p:cNvSpPr/>
          <p:nvPr/>
        </p:nvSpPr>
        <p:spPr>
          <a:xfrm>
            <a:off x="6986588" y="5486400"/>
            <a:ext cx="209550" cy="266700"/>
          </a:xfrm>
          <a:custGeom>
            <a:avLst/>
            <a:gdLst>
              <a:gd name="csX0" fmla="*/ 0 w 209550"/>
              <a:gd name="csY0" fmla="*/ 0 h 266700"/>
              <a:gd name="csX1" fmla="*/ 0 w 209550"/>
              <a:gd name="csY1" fmla="*/ 266700 h 266700"/>
              <a:gd name="csX2" fmla="*/ 209550 w 209550"/>
              <a:gd name="csY2" fmla="*/ 266700 h 266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9550" h="266700">
                <a:moveTo>
                  <a:pt x="0" y="0"/>
                </a:moveTo>
                <a:lnTo>
                  <a:pt x="0" y="266700"/>
                </a:lnTo>
                <a:lnTo>
                  <a:pt x="209550" y="266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Freeform: Shape 108">
            <a:extLst>
              <a:ext uri="{FF2B5EF4-FFF2-40B4-BE49-F238E27FC236}">
                <a16:creationId xmlns:a16="http://schemas.microsoft.com/office/drawing/2014/main" id="{CD5DDD02-C3EB-DCC6-490D-F0D741BD7DC8}"/>
              </a:ext>
            </a:extLst>
          </p:cNvPr>
          <p:cNvSpPr/>
          <p:nvPr/>
        </p:nvSpPr>
        <p:spPr>
          <a:xfrm>
            <a:off x="6731000" y="5842000"/>
            <a:ext cx="476250" cy="0"/>
          </a:xfrm>
          <a:custGeom>
            <a:avLst/>
            <a:gdLst>
              <a:gd name="csX0" fmla="*/ 0 w 476250"/>
              <a:gd name="csY0" fmla="*/ 0 h 0"/>
              <a:gd name="csX1" fmla="*/ 476250 w 4762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250">
                <a:moveTo>
                  <a:pt x="0" y="0"/>
                </a:moveTo>
                <a:lnTo>
                  <a:pt x="4762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Freeform: Shape 110">
            <a:extLst>
              <a:ext uri="{FF2B5EF4-FFF2-40B4-BE49-F238E27FC236}">
                <a16:creationId xmlns:a16="http://schemas.microsoft.com/office/drawing/2014/main" id="{BB38052B-2454-3F23-E826-10DB246CC700}"/>
              </a:ext>
            </a:extLst>
          </p:cNvPr>
          <p:cNvSpPr/>
          <p:nvPr/>
        </p:nvSpPr>
        <p:spPr>
          <a:xfrm>
            <a:off x="4843463" y="5838825"/>
            <a:ext cx="1109662" cy="219075"/>
          </a:xfrm>
          <a:custGeom>
            <a:avLst/>
            <a:gdLst>
              <a:gd name="csX0" fmla="*/ 1109662 w 1109662"/>
              <a:gd name="csY0" fmla="*/ 0 h 219075"/>
              <a:gd name="csX1" fmla="*/ 523875 w 1109662"/>
              <a:gd name="csY1" fmla="*/ 9525 h 219075"/>
              <a:gd name="csX2" fmla="*/ 523875 w 1109662"/>
              <a:gd name="csY2" fmla="*/ 219075 h 219075"/>
              <a:gd name="csX3" fmla="*/ 0 w 1109662"/>
              <a:gd name="csY3" fmla="*/ 209550 h 2190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09662" h="219075">
                <a:moveTo>
                  <a:pt x="1109662" y="0"/>
                </a:moveTo>
                <a:lnTo>
                  <a:pt x="523875" y="9525"/>
                </a:lnTo>
                <a:lnTo>
                  <a:pt x="523875" y="219075"/>
                </a:lnTo>
                <a:lnTo>
                  <a:pt x="0" y="209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Freeform: Shape 111">
            <a:extLst>
              <a:ext uri="{FF2B5EF4-FFF2-40B4-BE49-F238E27FC236}">
                <a16:creationId xmlns:a16="http://schemas.microsoft.com/office/drawing/2014/main" id="{F6289C50-D693-0B0A-2A57-4A8002E2DE66}"/>
              </a:ext>
            </a:extLst>
          </p:cNvPr>
          <p:cNvSpPr/>
          <p:nvPr/>
        </p:nvSpPr>
        <p:spPr>
          <a:xfrm>
            <a:off x="4848225" y="6234113"/>
            <a:ext cx="1095375" cy="233362"/>
          </a:xfrm>
          <a:custGeom>
            <a:avLst/>
            <a:gdLst>
              <a:gd name="csX0" fmla="*/ 0 w 1095375"/>
              <a:gd name="csY0" fmla="*/ 0 h 233362"/>
              <a:gd name="csX1" fmla="*/ 514350 w 1095375"/>
              <a:gd name="csY1" fmla="*/ 4762 h 233362"/>
              <a:gd name="csX2" fmla="*/ 519113 w 1095375"/>
              <a:gd name="csY2" fmla="*/ 233362 h 233362"/>
              <a:gd name="csX3" fmla="*/ 1095375 w 1095375"/>
              <a:gd name="csY3" fmla="*/ 228600 h 2333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95375" h="233362">
                <a:moveTo>
                  <a:pt x="0" y="0"/>
                </a:moveTo>
                <a:lnTo>
                  <a:pt x="514350" y="4762"/>
                </a:lnTo>
                <a:cubicBezTo>
                  <a:pt x="515938" y="80962"/>
                  <a:pt x="517525" y="157162"/>
                  <a:pt x="519113" y="233362"/>
                </a:cubicBezTo>
                <a:lnTo>
                  <a:pt x="1095375" y="228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A72FD55D-7AC2-31E4-01F0-C22CFB44C35E}"/>
              </a:ext>
            </a:extLst>
          </p:cNvPr>
          <p:cNvSpPr/>
          <p:nvPr/>
        </p:nvSpPr>
        <p:spPr>
          <a:xfrm>
            <a:off x="5959523" y="6284119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92770F23-5BC5-9FA3-899C-ED9BF7F812F0}"/>
              </a:ext>
            </a:extLst>
          </p:cNvPr>
          <p:cNvSpPr/>
          <p:nvPr/>
        </p:nvSpPr>
        <p:spPr>
          <a:xfrm>
            <a:off x="5959475" y="5641893"/>
            <a:ext cx="749300" cy="5255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Rectangle 114">
            <a:extLst>
              <a:ext uri="{FF2B5EF4-FFF2-40B4-BE49-F238E27FC236}">
                <a16:creationId xmlns:a16="http://schemas.microsoft.com/office/drawing/2014/main" id="{E5C00E75-5C63-4019-8BFA-C13BFAB0F5B3}"/>
              </a:ext>
            </a:extLst>
          </p:cNvPr>
          <p:cNvSpPr/>
          <p:nvPr/>
        </p:nvSpPr>
        <p:spPr>
          <a:xfrm>
            <a:off x="4032250" y="5958780"/>
            <a:ext cx="749300" cy="37623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88729F63-248C-7908-AE49-66A03B460408}"/>
              </a:ext>
            </a:extLst>
          </p:cNvPr>
          <p:cNvSpPr/>
          <p:nvPr/>
        </p:nvSpPr>
        <p:spPr>
          <a:xfrm>
            <a:off x="2286839" y="515302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9E04D590-F50B-4838-2B28-F64E65017A52}"/>
              </a:ext>
            </a:extLst>
          </p:cNvPr>
          <p:cNvSpPr/>
          <p:nvPr/>
        </p:nvSpPr>
        <p:spPr>
          <a:xfrm>
            <a:off x="2286000" y="571182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Freeform: Shape 115">
            <a:extLst>
              <a:ext uri="{FF2B5EF4-FFF2-40B4-BE49-F238E27FC236}">
                <a16:creationId xmlns:a16="http://schemas.microsoft.com/office/drawing/2014/main" id="{8572AA18-AA82-8374-885E-DA4C58F2E6B9}"/>
              </a:ext>
            </a:extLst>
          </p:cNvPr>
          <p:cNvSpPr/>
          <p:nvPr/>
        </p:nvSpPr>
        <p:spPr>
          <a:xfrm>
            <a:off x="2660650" y="5524500"/>
            <a:ext cx="6350" cy="177800"/>
          </a:xfrm>
          <a:custGeom>
            <a:avLst/>
            <a:gdLst>
              <a:gd name="csX0" fmla="*/ 0 w 6350"/>
              <a:gd name="csY0" fmla="*/ 0 h 177800"/>
              <a:gd name="csX1" fmla="*/ 6350 w 6350"/>
              <a:gd name="csY1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177800">
                <a:moveTo>
                  <a:pt x="0" y="0"/>
                </a:moveTo>
                <a:lnTo>
                  <a:pt x="635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Freeform: Shape 109">
            <a:extLst>
              <a:ext uri="{FF2B5EF4-FFF2-40B4-BE49-F238E27FC236}">
                <a16:creationId xmlns:a16="http://schemas.microsoft.com/office/drawing/2014/main" id="{E0F3E972-A945-FA2C-EF9D-8B4812E15751}"/>
              </a:ext>
            </a:extLst>
          </p:cNvPr>
          <p:cNvSpPr/>
          <p:nvPr/>
        </p:nvSpPr>
        <p:spPr>
          <a:xfrm>
            <a:off x="4791075" y="5634038"/>
            <a:ext cx="1171575" cy="747712"/>
          </a:xfrm>
          <a:custGeom>
            <a:avLst/>
            <a:gdLst>
              <a:gd name="csX0" fmla="*/ 0 w 1171575"/>
              <a:gd name="csY0" fmla="*/ 0 h 747712"/>
              <a:gd name="csX1" fmla="*/ 790575 w 1171575"/>
              <a:gd name="csY1" fmla="*/ 4762 h 747712"/>
              <a:gd name="csX2" fmla="*/ 790575 w 1171575"/>
              <a:gd name="csY2" fmla="*/ 138112 h 747712"/>
              <a:gd name="csX3" fmla="*/ 842963 w 1171575"/>
              <a:gd name="csY3" fmla="*/ 166687 h 747712"/>
              <a:gd name="csX4" fmla="*/ 842963 w 1171575"/>
              <a:gd name="csY4" fmla="*/ 261937 h 747712"/>
              <a:gd name="csX5" fmla="*/ 795338 w 1171575"/>
              <a:gd name="csY5" fmla="*/ 290512 h 747712"/>
              <a:gd name="csX6" fmla="*/ 795338 w 1171575"/>
              <a:gd name="csY6" fmla="*/ 747712 h 747712"/>
              <a:gd name="csX7" fmla="*/ 1171575 w 1171575"/>
              <a:gd name="csY7" fmla="*/ 742950 h 7477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71575" h="747712">
                <a:moveTo>
                  <a:pt x="0" y="0"/>
                </a:moveTo>
                <a:lnTo>
                  <a:pt x="790575" y="4762"/>
                </a:lnTo>
                <a:lnTo>
                  <a:pt x="790575" y="138112"/>
                </a:lnTo>
                <a:lnTo>
                  <a:pt x="842963" y="166687"/>
                </a:lnTo>
                <a:lnTo>
                  <a:pt x="842963" y="261937"/>
                </a:lnTo>
                <a:lnTo>
                  <a:pt x="795338" y="290512"/>
                </a:lnTo>
                <a:lnTo>
                  <a:pt x="795338" y="747712"/>
                </a:lnTo>
                <a:lnTo>
                  <a:pt x="1171575" y="742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Freeform: Shape 116">
            <a:extLst>
              <a:ext uri="{FF2B5EF4-FFF2-40B4-BE49-F238E27FC236}">
                <a16:creationId xmlns:a16="http://schemas.microsoft.com/office/drawing/2014/main" id="{97AFC144-6E9C-82A1-B8FF-B4D68EC5BA5C}"/>
              </a:ext>
            </a:extLst>
          </p:cNvPr>
          <p:cNvSpPr/>
          <p:nvPr/>
        </p:nvSpPr>
        <p:spPr>
          <a:xfrm>
            <a:off x="3027680" y="4460240"/>
            <a:ext cx="4064000" cy="1402080"/>
          </a:xfrm>
          <a:custGeom>
            <a:avLst/>
            <a:gdLst>
              <a:gd name="csX0" fmla="*/ 4064000 w 4064000"/>
              <a:gd name="csY0" fmla="*/ 0 h 1402080"/>
              <a:gd name="csX1" fmla="*/ 4064000 w 4064000"/>
              <a:gd name="csY1" fmla="*/ 264160 h 1402080"/>
              <a:gd name="csX2" fmla="*/ 3251200 w 4064000"/>
              <a:gd name="csY2" fmla="*/ 274320 h 1402080"/>
              <a:gd name="csX3" fmla="*/ 3210560 w 4064000"/>
              <a:gd name="csY3" fmla="*/ 182880 h 1402080"/>
              <a:gd name="csX4" fmla="*/ 3048000 w 4064000"/>
              <a:gd name="csY4" fmla="*/ 182880 h 1402080"/>
              <a:gd name="csX5" fmla="*/ 3007360 w 4064000"/>
              <a:gd name="csY5" fmla="*/ 294640 h 1402080"/>
              <a:gd name="csX6" fmla="*/ 3017520 w 4064000"/>
              <a:gd name="csY6" fmla="*/ 812800 h 1402080"/>
              <a:gd name="csX7" fmla="*/ 1625600 w 4064000"/>
              <a:gd name="csY7" fmla="*/ 812800 h 1402080"/>
              <a:gd name="csX8" fmla="*/ 1544320 w 4064000"/>
              <a:gd name="csY8" fmla="*/ 751840 h 1402080"/>
              <a:gd name="csX9" fmla="*/ 1270000 w 4064000"/>
              <a:gd name="csY9" fmla="*/ 741680 h 1402080"/>
              <a:gd name="csX10" fmla="*/ 1168400 w 4064000"/>
              <a:gd name="csY10" fmla="*/ 812800 h 1402080"/>
              <a:gd name="csX11" fmla="*/ 447040 w 4064000"/>
              <a:gd name="csY11" fmla="*/ 822960 h 1402080"/>
              <a:gd name="csX12" fmla="*/ 447040 w 4064000"/>
              <a:gd name="csY12" fmla="*/ 1402080 h 1402080"/>
              <a:gd name="csX13" fmla="*/ 0 w 4064000"/>
              <a:gd name="csY13" fmla="*/ 1402080 h 14020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4064000" h="1402080">
                <a:moveTo>
                  <a:pt x="4064000" y="0"/>
                </a:moveTo>
                <a:lnTo>
                  <a:pt x="4064000" y="264160"/>
                </a:lnTo>
                <a:lnTo>
                  <a:pt x="3251200" y="274320"/>
                </a:lnTo>
                <a:lnTo>
                  <a:pt x="3210560" y="182880"/>
                </a:lnTo>
                <a:lnTo>
                  <a:pt x="3048000" y="182880"/>
                </a:lnTo>
                <a:lnTo>
                  <a:pt x="3007360" y="294640"/>
                </a:lnTo>
                <a:lnTo>
                  <a:pt x="3017520" y="812800"/>
                </a:lnTo>
                <a:lnTo>
                  <a:pt x="1625600" y="812800"/>
                </a:lnTo>
                <a:lnTo>
                  <a:pt x="1544320" y="751840"/>
                </a:lnTo>
                <a:lnTo>
                  <a:pt x="1270000" y="741680"/>
                </a:lnTo>
                <a:lnTo>
                  <a:pt x="1168400" y="812800"/>
                </a:lnTo>
                <a:lnTo>
                  <a:pt x="447040" y="822960"/>
                </a:lnTo>
                <a:lnTo>
                  <a:pt x="447040" y="1402080"/>
                </a:lnTo>
                <a:lnTo>
                  <a:pt x="0" y="140208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6296339C-247F-83F9-9103-C8CEB2FA0801}"/>
              </a:ext>
            </a:extLst>
          </p:cNvPr>
          <p:cNvSpPr/>
          <p:nvPr/>
        </p:nvSpPr>
        <p:spPr>
          <a:xfrm>
            <a:off x="4025900" y="4699081"/>
            <a:ext cx="749300" cy="377660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68C8C24B-B62A-00A6-A03C-D266D082DFD9}"/>
              </a:ext>
            </a:extLst>
          </p:cNvPr>
          <p:cNvSpPr/>
          <p:nvPr/>
        </p:nvSpPr>
        <p:spPr>
          <a:xfrm>
            <a:off x="4032250" y="5454489"/>
            <a:ext cx="749300" cy="37623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Freeform: Shape 118">
            <a:extLst>
              <a:ext uri="{FF2B5EF4-FFF2-40B4-BE49-F238E27FC236}">
                <a16:creationId xmlns:a16="http://schemas.microsoft.com/office/drawing/2014/main" id="{09195A86-20FD-6B8C-0DB7-4DA7D9613E1A}"/>
              </a:ext>
            </a:extLst>
          </p:cNvPr>
          <p:cNvSpPr/>
          <p:nvPr/>
        </p:nvSpPr>
        <p:spPr>
          <a:xfrm>
            <a:off x="4405313" y="5091113"/>
            <a:ext cx="0" cy="352425"/>
          </a:xfrm>
          <a:custGeom>
            <a:avLst/>
            <a:gdLst>
              <a:gd name="csX0" fmla="*/ 0 w 0"/>
              <a:gd name="csY0" fmla="*/ 352425 h 352425"/>
              <a:gd name="csX1" fmla="*/ 0 w 0"/>
              <a:gd name="csY1" fmla="*/ 0 h 35242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52425">
                <a:moveTo>
                  <a:pt x="0" y="35242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3738508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EA95FC-FB6B-6ABB-0DE4-0114752DB4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AD0F1D-E038-A0A4-1F40-528C19209C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- 35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CA524B8-B35D-FFC2-E4BD-492C5636373A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068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35D95B4-A436-56F1-FBCD-63C0CE7844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0A92960-763F-48B5-AEB1-70CD6A8C42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3252A99-FAC7-78B1-3E39-6F17660F0C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58C462B-721F-4D4F-396D-732C23C80F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872781E-D396-E8B7-47E9-077E8EBB5402}"/>
              </a:ext>
            </a:extLst>
          </p:cNvPr>
          <p:cNvSpPr/>
          <p:nvPr/>
        </p:nvSpPr>
        <p:spPr>
          <a:xfrm>
            <a:off x="611240" y="3429000"/>
            <a:ext cx="3981079" cy="164084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CD920BA-0A5B-FEE0-536E-0F37C7A2898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66718" y="3102946"/>
            <a:ext cx="6202102" cy="257544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001801659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3A1484-B87F-7E2F-081B-992D466303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55C97A88-0362-3981-6394-28FA7AFDE6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85968492-C6F0-A03F-D2BF-DF536482A1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936ED5E4-C4BD-CC18-15DB-C706F2616ECB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CB515C7D-BD95-6096-F023-7AEED453BFA5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CE608C3-3A4F-B7A1-6D3F-C5C213C16F93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939EAFF-B04B-095C-B21B-976F6373C540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6129B090-1729-966F-5BFE-7422F213D939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47BE966-E1B1-4611-47B8-03AB42F01149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FF58FFD-840A-06ED-0F5C-7BA0CE55D739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CB42B77B-A5F9-EA8E-99CA-9CF0697A1347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F048AB2D-E93C-CF02-94BD-2E1D01C00A78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201DEF6-BF3F-4E84-0C5E-066910048DFB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EBDC2496-0383-332D-6836-EDCCE97D1634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C6624FE1-9656-7AF0-ADE1-6F68D745A90B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19AE21E1-5E1B-0DD7-E618-E48F1991FF9F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A2F12E15-0D27-DB1B-47C4-8605A1EAB83C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DF9EFC46-1BF7-C953-2E37-EF8F1FA8559A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0525735-4A0D-4052-AB93-C58B8C960331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A5905C38-93B8-3A76-575A-E3E54CAE0CB4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27DB7F4C-2F47-2975-FC53-8505E5575FFC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5F9D854B-1419-F252-EFCE-E8A963A898C5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FAE85C61-AF94-B86E-D457-BA725FFAFD45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7D62D3A6-4225-961E-6A88-B828C5698D79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7762A236-36C7-7145-87F7-D0D817F9B5DA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B2F9EA1F-AFED-0F27-A28C-6E7C786B019E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CFF22685-81B2-71F4-086C-2D8BB811FE5F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DDDE7797-A633-14E3-7E31-9E884C1754FB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15B4D5E5-3EF7-915C-0A2A-6E46B17189B3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3B2D3B5-717B-40DD-B0A5-9BA131E2EB1F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490A9BB-AF0C-7C44-1C6F-3C5DD1804795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CBC0407-B57C-B6A1-77E7-E802F029AB26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41A7462-1614-E714-F0F4-8CAEFE181085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66EDCACA-E791-34AB-E81D-2B1E1A6210E4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68DD393-5C80-AC90-B8AA-0FB992DBD6D4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4F63BE4-E972-B062-587A-B032AE1EFFAB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63A4AE0-EED0-E925-A892-8A07DAEC6537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43C84D9-6FDA-70CF-1951-594E6DE36488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3C95248-55B7-3BA1-CE96-217D13B7CFF4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CAB3D80-B3FB-1314-0587-ACF5D34A26CC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5577CCE-8A6D-B529-E67A-D58DBFD1CE77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E6F6433C-DB1B-1735-346A-72C6EDDFC30E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D61B9518-020B-0818-7BF1-CE2B0374FF77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C2D17B7F-F91E-AC3C-2FC9-0AE3C3CA9229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81B571F-ABE9-7FAB-D520-AFB839F9F4A7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8A1E7E42-1D9D-DD23-EF5C-08DE3F69406E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F66F7D2F-DD2C-35AB-2FD9-2E46C33179EA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95CE76C0-1B88-A211-9608-2B41330BBB74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DC993ECF-BCC2-C143-CEFC-C9693626395C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6D8A193C-4893-8EA7-2A1B-0D448FBCF15F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2517B8E2-D696-2C6F-55AC-8E5C60E06E4E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72B1C306-EB7F-C085-77E2-99B79D46AFF8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218B3CEC-92E2-28EF-A7A4-22DC8EF104F7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274D31CC-FDF4-70DA-C624-189A6CA784B6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FC8EA4A7-58E6-5CBB-CB0E-D4E629941257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829C18BB-0EA4-02A7-91F4-51B40C72B037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543B9ACA-40F2-A0FF-CB2D-0F9EA557B79F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2A6846DD-5F3B-5A03-5FF0-47A0A0DDC1E8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A5DF6BA0-6B99-678B-542A-99CA5E3A9E6F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5CB0BA75-8BD9-0E30-F151-A5C2C7EB1FF0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ADC8059C-518A-36B4-11EB-45B9F28FC2DB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401675EB-BF45-88C8-731F-70A3B9BDD733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F7D5A135-1526-091C-3779-2A1E2A64D417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10D22BBA-52CF-5AEF-25B9-089D8921F164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961A6C9B-478B-110A-7235-06A2283DE424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5F205CB9-A065-4113-4B83-F679E8BA50EC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41EC9521-86A3-A22A-CF40-5ECEC5D9E369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2B3198F1-4164-9D69-E332-6295755FBAC2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7894345D-BF67-54D5-E082-6EA48B955410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49B71111-6B36-AD7D-6244-1D008C53103B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D3B6EA45-E1A3-2504-0BAC-1072A54C89F6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5C7F74C6-0052-B762-95AE-ADDD10EADC1F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31184E99-6D7E-6701-2588-C8083957AC0D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0C3A808F-91B2-7901-B74D-95F992065F46}"/>
              </a:ext>
            </a:extLst>
          </p:cNvPr>
          <p:cNvSpPr/>
          <p:nvPr/>
        </p:nvSpPr>
        <p:spPr>
          <a:xfrm>
            <a:off x="7200106" y="5641892"/>
            <a:ext cx="749300" cy="377660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BB86D992-96A7-605A-8B00-B9A00FF65125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538C81AD-A1E1-B2BE-0881-1C62F253FCBC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DF51C026-BBF9-363A-6DD1-1F954CA8E21A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0F194F38-B902-C0A9-C6A3-E009FE2604E6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8DD8A412-887C-7A60-897C-E25012034018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98A9EA74-4100-8AB7-D3C4-25580DE61361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8DF5B1F2-D8C7-7C15-4D2F-EBF2F5F924BE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871B8C34-99F1-0269-909E-A7FFF39A43B8}"/>
              </a:ext>
            </a:extLst>
          </p:cNvPr>
          <p:cNvSpPr/>
          <p:nvPr/>
        </p:nvSpPr>
        <p:spPr>
          <a:xfrm>
            <a:off x="8078788" y="4775739"/>
            <a:ext cx="749300" cy="472910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FDB3BA6A-9276-EC36-A010-A9B79EA3A25E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D283203B-92B8-5D14-183C-0D067FBCAEC4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C804D4B7-FC18-DEBC-A1AD-0D4E4317E6DF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EDAC026E-9787-EC25-9E8B-BE45653C6D7D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1A39DA9E-C300-1152-B95C-4A9D31E631AD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DAFE574C-6EB3-5773-4420-A11E184A1BBB}"/>
              </a:ext>
            </a:extLst>
          </p:cNvPr>
          <p:cNvSpPr/>
          <p:nvPr/>
        </p:nvSpPr>
        <p:spPr>
          <a:xfrm>
            <a:off x="2278062" y="459224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C06584DE-D430-3894-8D01-16D1F4287908}"/>
              </a:ext>
            </a:extLst>
          </p:cNvPr>
          <p:cNvSpPr/>
          <p:nvPr/>
        </p:nvSpPr>
        <p:spPr>
          <a:xfrm>
            <a:off x="3043238" y="3248025"/>
            <a:ext cx="733425" cy="1524000"/>
          </a:xfrm>
          <a:custGeom>
            <a:avLst/>
            <a:gdLst>
              <a:gd name="csX0" fmla="*/ 733425 w 733425"/>
              <a:gd name="csY0" fmla="*/ 0 h 1524000"/>
              <a:gd name="csX1" fmla="*/ 61912 w 733425"/>
              <a:gd name="csY1" fmla="*/ 0 h 1524000"/>
              <a:gd name="csX2" fmla="*/ 52387 w 733425"/>
              <a:gd name="csY2" fmla="*/ 1524000 h 1524000"/>
              <a:gd name="csX3" fmla="*/ 0 w 733425"/>
              <a:gd name="csY3" fmla="*/ 1524000 h 152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33425" h="1524000">
                <a:moveTo>
                  <a:pt x="733425" y="0"/>
                </a:moveTo>
                <a:lnTo>
                  <a:pt x="61912" y="0"/>
                </a:lnTo>
                <a:lnTo>
                  <a:pt x="52387" y="1524000"/>
                </a:lnTo>
                <a:lnTo>
                  <a:pt x="0" y="15240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Freeform: Shape 93">
            <a:extLst>
              <a:ext uri="{FF2B5EF4-FFF2-40B4-BE49-F238E27FC236}">
                <a16:creationId xmlns:a16="http://schemas.microsoft.com/office/drawing/2014/main" id="{99B798CA-148E-0DF9-E44F-6D559CBB40AE}"/>
              </a:ext>
            </a:extLst>
          </p:cNvPr>
          <p:cNvSpPr/>
          <p:nvPr/>
        </p:nvSpPr>
        <p:spPr>
          <a:xfrm>
            <a:off x="2657475" y="4957763"/>
            <a:ext cx="0" cy="133350"/>
          </a:xfrm>
          <a:custGeom>
            <a:avLst/>
            <a:gdLst>
              <a:gd name="csX0" fmla="*/ 0 w 0"/>
              <a:gd name="csY0" fmla="*/ 0 h 133350"/>
              <a:gd name="csX1" fmla="*/ 0 w 0"/>
              <a:gd name="csY1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8EAE6EFA-D75B-8E69-809A-E438816517E8}"/>
              </a:ext>
            </a:extLst>
          </p:cNvPr>
          <p:cNvSpPr/>
          <p:nvPr/>
        </p:nvSpPr>
        <p:spPr>
          <a:xfrm>
            <a:off x="4540250" y="3060700"/>
            <a:ext cx="3041650" cy="2590800"/>
          </a:xfrm>
          <a:custGeom>
            <a:avLst/>
            <a:gdLst>
              <a:gd name="csX0" fmla="*/ 0 w 3041650"/>
              <a:gd name="csY0" fmla="*/ 25400 h 2590800"/>
              <a:gd name="csX1" fmla="*/ 1555750 w 3041650"/>
              <a:gd name="csY1" fmla="*/ 25400 h 2590800"/>
              <a:gd name="csX2" fmla="*/ 1581150 w 3041650"/>
              <a:gd name="csY2" fmla="*/ 0 h 2590800"/>
              <a:gd name="csX3" fmla="*/ 1752600 w 3041650"/>
              <a:gd name="csY3" fmla="*/ 0 h 2590800"/>
              <a:gd name="csX4" fmla="*/ 1797050 w 3041650"/>
              <a:gd name="csY4" fmla="*/ 31750 h 2590800"/>
              <a:gd name="csX5" fmla="*/ 3035300 w 3041650"/>
              <a:gd name="csY5" fmla="*/ 38100 h 2590800"/>
              <a:gd name="csX6" fmla="*/ 3041650 w 3041650"/>
              <a:gd name="csY6" fmla="*/ 2590800 h 2590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041650" h="2590800">
                <a:moveTo>
                  <a:pt x="0" y="25400"/>
                </a:moveTo>
                <a:lnTo>
                  <a:pt x="1555750" y="25400"/>
                </a:lnTo>
                <a:lnTo>
                  <a:pt x="1581150" y="0"/>
                </a:lnTo>
                <a:lnTo>
                  <a:pt x="1752600" y="0"/>
                </a:lnTo>
                <a:lnTo>
                  <a:pt x="1797050" y="31750"/>
                </a:lnTo>
                <a:lnTo>
                  <a:pt x="3035300" y="38100"/>
                </a:lnTo>
                <a:cubicBezTo>
                  <a:pt x="3037417" y="889000"/>
                  <a:pt x="3039533" y="1739900"/>
                  <a:pt x="3041650" y="25908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Freeform: Shape 92">
            <a:extLst>
              <a:ext uri="{FF2B5EF4-FFF2-40B4-BE49-F238E27FC236}">
                <a16:creationId xmlns:a16="http://schemas.microsoft.com/office/drawing/2014/main" id="{A5B0EF11-1F05-0C0B-0B7B-3EB5736C439B}"/>
              </a:ext>
            </a:extLst>
          </p:cNvPr>
          <p:cNvSpPr/>
          <p:nvPr/>
        </p:nvSpPr>
        <p:spPr>
          <a:xfrm>
            <a:off x="4540250" y="3003550"/>
            <a:ext cx="3530600" cy="1962150"/>
          </a:xfrm>
          <a:custGeom>
            <a:avLst/>
            <a:gdLst>
              <a:gd name="csX0" fmla="*/ 0 w 3530600"/>
              <a:gd name="csY0" fmla="*/ 31750 h 1962150"/>
              <a:gd name="csX1" fmla="*/ 1524000 w 3530600"/>
              <a:gd name="csY1" fmla="*/ 31750 h 1962150"/>
              <a:gd name="csX2" fmla="*/ 1562100 w 3530600"/>
              <a:gd name="csY2" fmla="*/ 0 h 1962150"/>
              <a:gd name="csX3" fmla="*/ 1778000 w 3530600"/>
              <a:gd name="csY3" fmla="*/ 6350 h 1962150"/>
              <a:gd name="csX4" fmla="*/ 1809750 w 3530600"/>
              <a:gd name="csY4" fmla="*/ 38100 h 1962150"/>
              <a:gd name="csX5" fmla="*/ 3155950 w 3530600"/>
              <a:gd name="csY5" fmla="*/ 38100 h 1962150"/>
              <a:gd name="csX6" fmla="*/ 3162300 w 3530600"/>
              <a:gd name="csY6" fmla="*/ 1962150 h 1962150"/>
              <a:gd name="csX7" fmla="*/ 3530600 w 3530600"/>
              <a:gd name="csY7" fmla="*/ 1955800 h 1962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530600" h="1962150">
                <a:moveTo>
                  <a:pt x="0" y="31750"/>
                </a:moveTo>
                <a:lnTo>
                  <a:pt x="1524000" y="31750"/>
                </a:lnTo>
                <a:lnTo>
                  <a:pt x="1562100" y="0"/>
                </a:lnTo>
                <a:lnTo>
                  <a:pt x="1778000" y="6350"/>
                </a:lnTo>
                <a:lnTo>
                  <a:pt x="1809750" y="38100"/>
                </a:lnTo>
                <a:lnTo>
                  <a:pt x="3155950" y="38100"/>
                </a:lnTo>
                <a:cubicBezTo>
                  <a:pt x="3158067" y="679450"/>
                  <a:pt x="3160183" y="1320800"/>
                  <a:pt x="3162300" y="1962150"/>
                </a:cubicBezTo>
                <a:lnTo>
                  <a:pt x="3530600" y="1955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7D78EBD3-3215-DDA4-90E9-86A7950DC695}"/>
              </a:ext>
            </a:extLst>
          </p:cNvPr>
          <p:cNvSpPr/>
          <p:nvPr/>
        </p:nvSpPr>
        <p:spPr>
          <a:xfrm>
            <a:off x="7956550" y="5251450"/>
            <a:ext cx="501650" cy="596900"/>
          </a:xfrm>
          <a:custGeom>
            <a:avLst/>
            <a:gdLst>
              <a:gd name="csX0" fmla="*/ 0 w 501650"/>
              <a:gd name="csY0" fmla="*/ 596900 h 596900"/>
              <a:gd name="csX1" fmla="*/ 501650 w 501650"/>
              <a:gd name="csY1" fmla="*/ 596900 h 596900"/>
              <a:gd name="csX2" fmla="*/ 501650 w 501650"/>
              <a:gd name="csY2" fmla="*/ 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1650" h="596900">
                <a:moveTo>
                  <a:pt x="0" y="596900"/>
                </a:moveTo>
                <a:lnTo>
                  <a:pt x="501650" y="596900"/>
                </a:lnTo>
                <a:lnTo>
                  <a:pt x="501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CABA16A2-856E-988C-FF2D-FA4B2B1F2BFD}"/>
              </a:ext>
            </a:extLst>
          </p:cNvPr>
          <p:cNvSpPr/>
          <p:nvPr/>
        </p:nvSpPr>
        <p:spPr>
          <a:xfrm>
            <a:off x="3783806" y="29622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F75367E3-439B-82C0-881F-0AB655D1AB23}"/>
              </a:ext>
            </a:extLst>
          </p:cNvPr>
          <p:cNvSpPr/>
          <p:nvPr/>
        </p:nvSpPr>
        <p:spPr>
          <a:xfrm>
            <a:off x="7875587" y="3346796"/>
            <a:ext cx="763588" cy="583854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C5B5277E-532F-70A4-ADB8-6AAADC3A542C}"/>
              </a:ext>
            </a:extLst>
          </p:cNvPr>
          <p:cNvSpPr/>
          <p:nvPr/>
        </p:nvSpPr>
        <p:spPr>
          <a:xfrm>
            <a:off x="2284413" y="333851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89B6C9CE-3332-10A0-78A7-B5278C119903}"/>
              </a:ext>
            </a:extLst>
          </p:cNvPr>
          <p:cNvSpPr/>
          <p:nvPr/>
        </p:nvSpPr>
        <p:spPr>
          <a:xfrm>
            <a:off x="2165350" y="3530600"/>
            <a:ext cx="1860550" cy="2603500"/>
          </a:xfrm>
          <a:custGeom>
            <a:avLst/>
            <a:gdLst>
              <a:gd name="csX0" fmla="*/ 120650 w 1860550"/>
              <a:gd name="csY0" fmla="*/ 0 h 2603500"/>
              <a:gd name="csX1" fmla="*/ 0 w 1860550"/>
              <a:gd name="csY1" fmla="*/ 6350 h 2603500"/>
              <a:gd name="csX2" fmla="*/ 0 w 1860550"/>
              <a:gd name="csY2" fmla="*/ 2603500 h 2603500"/>
              <a:gd name="csX3" fmla="*/ 1860550 w 1860550"/>
              <a:gd name="csY3" fmla="*/ 2603500 h 260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860550" h="2603500">
                <a:moveTo>
                  <a:pt x="120650" y="0"/>
                </a:moveTo>
                <a:lnTo>
                  <a:pt x="0" y="6350"/>
                </a:lnTo>
                <a:lnTo>
                  <a:pt x="0" y="2603500"/>
                </a:lnTo>
                <a:lnTo>
                  <a:pt x="1860550" y="26035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C7269AD2-E402-D093-8BB0-299A4259819F}"/>
              </a:ext>
            </a:extLst>
          </p:cNvPr>
          <p:cNvSpPr/>
          <p:nvPr/>
        </p:nvSpPr>
        <p:spPr>
          <a:xfrm>
            <a:off x="5583237" y="3338512"/>
            <a:ext cx="751681" cy="4955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4E785725-181B-0429-4D3B-9149193BBACC}"/>
              </a:ext>
            </a:extLst>
          </p:cNvPr>
          <p:cNvSpPr/>
          <p:nvPr/>
        </p:nvSpPr>
        <p:spPr>
          <a:xfrm flipH="1">
            <a:off x="5910581" y="3835400"/>
            <a:ext cx="45719" cy="234156"/>
          </a:xfrm>
          <a:custGeom>
            <a:avLst/>
            <a:gdLst>
              <a:gd name="csX0" fmla="*/ 0 w 0"/>
              <a:gd name="csY0" fmla="*/ 0 h 247650"/>
              <a:gd name="csX1" fmla="*/ 0 w 0"/>
              <a:gd name="csY1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47650">
                <a:moveTo>
                  <a:pt x="0" y="0"/>
                </a:move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09AF6B01-B6BE-242B-E802-561E56884A25}"/>
              </a:ext>
            </a:extLst>
          </p:cNvPr>
          <p:cNvSpPr/>
          <p:nvPr/>
        </p:nvSpPr>
        <p:spPr>
          <a:xfrm>
            <a:off x="6710363" y="408503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A9EE6DFC-AEC2-EE5B-1633-0A092F5D18CB}"/>
              </a:ext>
            </a:extLst>
          </p:cNvPr>
          <p:cNvSpPr/>
          <p:nvPr/>
        </p:nvSpPr>
        <p:spPr>
          <a:xfrm>
            <a:off x="6338887" y="4271963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Freeform: Shape 105">
            <a:extLst>
              <a:ext uri="{FF2B5EF4-FFF2-40B4-BE49-F238E27FC236}">
                <a16:creationId xmlns:a16="http://schemas.microsoft.com/office/drawing/2014/main" id="{6456D5ED-886D-B915-8C3B-5C67D9944E1A}"/>
              </a:ext>
            </a:extLst>
          </p:cNvPr>
          <p:cNvSpPr/>
          <p:nvPr/>
        </p:nvSpPr>
        <p:spPr>
          <a:xfrm>
            <a:off x="6148388" y="4457700"/>
            <a:ext cx="0" cy="1200150"/>
          </a:xfrm>
          <a:custGeom>
            <a:avLst/>
            <a:gdLst>
              <a:gd name="csX0" fmla="*/ 0 w 0"/>
              <a:gd name="csY0" fmla="*/ 0 h 1200150"/>
              <a:gd name="csX1" fmla="*/ 0 w 0"/>
              <a:gd name="csY1" fmla="*/ 1200150 h 1200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200150">
                <a:moveTo>
                  <a:pt x="0" y="0"/>
                </a:moveTo>
                <a:lnTo>
                  <a:pt x="0" y="1200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84D04F57-2531-8A81-E588-592C50BDE6E5}"/>
              </a:ext>
            </a:extLst>
          </p:cNvPr>
          <p:cNvSpPr/>
          <p:nvPr/>
        </p:nvSpPr>
        <p:spPr>
          <a:xfrm>
            <a:off x="5580856" y="40838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FF140B8B-61CD-1545-0879-08994AEB7753}"/>
              </a:ext>
            </a:extLst>
          </p:cNvPr>
          <p:cNvSpPr/>
          <p:nvPr/>
        </p:nvSpPr>
        <p:spPr>
          <a:xfrm>
            <a:off x="6608763" y="507991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Freeform: Shape 107">
            <a:extLst>
              <a:ext uri="{FF2B5EF4-FFF2-40B4-BE49-F238E27FC236}">
                <a16:creationId xmlns:a16="http://schemas.microsoft.com/office/drawing/2014/main" id="{FB0F3F06-94BA-3947-EBA7-F71E9A0219E9}"/>
              </a:ext>
            </a:extLst>
          </p:cNvPr>
          <p:cNvSpPr/>
          <p:nvPr/>
        </p:nvSpPr>
        <p:spPr>
          <a:xfrm>
            <a:off x="6986588" y="5486400"/>
            <a:ext cx="209550" cy="266700"/>
          </a:xfrm>
          <a:custGeom>
            <a:avLst/>
            <a:gdLst>
              <a:gd name="csX0" fmla="*/ 0 w 209550"/>
              <a:gd name="csY0" fmla="*/ 0 h 266700"/>
              <a:gd name="csX1" fmla="*/ 0 w 209550"/>
              <a:gd name="csY1" fmla="*/ 266700 h 266700"/>
              <a:gd name="csX2" fmla="*/ 209550 w 209550"/>
              <a:gd name="csY2" fmla="*/ 266700 h 266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9550" h="266700">
                <a:moveTo>
                  <a:pt x="0" y="0"/>
                </a:moveTo>
                <a:lnTo>
                  <a:pt x="0" y="266700"/>
                </a:lnTo>
                <a:lnTo>
                  <a:pt x="209550" y="266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Freeform: Shape 108">
            <a:extLst>
              <a:ext uri="{FF2B5EF4-FFF2-40B4-BE49-F238E27FC236}">
                <a16:creationId xmlns:a16="http://schemas.microsoft.com/office/drawing/2014/main" id="{FE1771AC-75DD-1282-1045-0424F94893B7}"/>
              </a:ext>
            </a:extLst>
          </p:cNvPr>
          <p:cNvSpPr/>
          <p:nvPr/>
        </p:nvSpPr>
        <p:spPr>
          <a:xfrm>
            <a:off x="6731000" y="5842000"/>
            <a:ext cx="476250" cy="0"/>
          </a:xfrm>
          <a:custGeom>
            <a:avLst/>
            <a:gdLst>
              <a:gd name="csX0" fmla="*/ 0 w 476250"/>
              <a:gd name="csY0" fmla="*/ 0 h 0"/>
              <a:gd name="csX1" fmla="*/ 476250 w 4762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250">
                <a:moveTo>
                  <a:pt x="0" y="0"/>
                </a:moveTo>
                <a:lnTo>
                  <a:pt x="4762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Freeform: Shape 110">
            <a:extLst>
              <a:ext uri="{FF2B5EF4-FFF2-40B4-BE49-F238E27FC236}">
                <a16:creationId xmlns:a16="http://schemas.microsoft.com/office/drawing/2014/main" id="{2FAB76EB-B6C4-1E9C-E9A0-E531F445C10D}"/>
              </a:ext>
            </a:extLst>
          </p:cNvPr>
          <p:cNvSpPr/>
          <p:nvPr/>
        </p:nvSpPr>
        <p:spPr>
          <a:xfrm>
            <a:off x="4843463" y="5838825"/>
            <a:ext cx="1109662" cy="219075"/>
          </a:xfrm>
          <a:custGeom>
            <a:avLst/>
            <a:gdLst>
              <a:gd name="csX0" fmla="*/ 1109662 w 1109662"/>
              <a:gd name="csY0" fmla="*/ 0 h 219075"/>
              <a:gd name="csX1" fmla="*/ 523875 w 1109662"/>
              <a:gd name="csY1" fmla="*/ 9525 h 219075"/>
              <a:gd name="csX2" fmla="*/ 523875 w 1109662"/>
              <a:gd name="csY2" fmla="*/ 219075 h 219075"/>
              <a:gd name="csX3" fmla="*/ 0 w 1109662"/>
              <a:gd name="csY3" fmla="*/ 209550 h 2190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09662" h="219075">
                <a:moveTo>
                  <a:pt x="1109662" y="0"/>
                </a:moveTo>
                <a:lnTo>
                  <a:pt x="523875" y="9525"/>
                </a:lnTo>
                <a:lnTo>
                  <a:pt x="523875" y="219075"/>
                </a:lnTo>
                <a:lnTo>
                  <a:pt x="0" y="209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Freeform: Shape 111">
            <a:extLst>
              <a:ext uri="{FF2B5EF4-FFF2-40B4-BE49-F238E27FC236}">
                <a16:creationId xmlns:a16="http://schemas.microsoft.com/office/drawing/2014/main" id="{7C0446E1-EDC4-6D0B-9E1C-38C439ED3729}"/>
              </a:ext>
            </a:extLst>
          </p:cNvPr>
          <p:cNvSpPr/>
          <p:nvPr/>
        </p:nvSpPr>
        <p:spPr>
          <a:xfrm>
            <a:off x="4848225" y="6234113"/>
            <a:ext cx="1095375" cy="233362"/>
          </a:xfrm>
          <a:custGeom>
            <a:avLst/>
            <a:gdLst>
              <a:gd name="csX0" fmla="*/ 0 w 1095375"/>
              <a:gd name="csY0" fmla="*/ 0 h 233362"/>
              <a:gd name="csX1" fmla="*/ 514350 w 1095375"/>
              <a:gd name="csY1" fmla="*/ 4762 h 233362"/>
              <a:gd name="csX2" fmla="*/ 519113 w 1095375"/>
              <a:gd name="csY2" fmla="*/ 233362 h 233362"/>
              <a:gd name="csX3" fmla="*/ 1095375 w 1095375"/>
              <a:gd name="csY3" fmla="*/ 228600 h 2333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95375" h="233362">
                <a:moveTo>
                  <a:pt x="0" y="0"/>
                </a:moveTo>
                <a:lnTo>
                  <a:pt x="514350" y="4762"/>
                </a:lnTo>
                <a:cubicBezTo>
                  <a:pt x="515938" y="80962"/>
                  <a:pt x="517525" y="157162"/>
                  <a:pt x="519113" y="233362"/>
                </a:cubicBezTo>
                <a:lnTo>
                  <a:pt x="1095375" y="228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69A87B60-6973-E0A0-6238-F34C208C50D5}"/>
              </a:ext>
            </a:extLst>
          </p:cNvPr>
          <p:cNvSpPr/>
          <p:nvPr/>
        </p:nvSpPr>
        <p:spPr>
          <a:xfrm>
            <a:off x="5959523" y="6284119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E7F634A6-54CA-D3FD-ED88-BA19846367F0}"/>
              </a:ext>
            </a:extLst>
          </p:cNvPr>
          <p:cNvSpPr/>
          <p:nvPr/>
        </p:nvSpPr>
        <p:spPr>
          <a:xfrm>
            <a:off x="5959475" y="5641893"/>
            <a:ext cx="749300" cy="5255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Rectangle 114">
            <a:extLst>
              <a:ext uri="{FF2B5EF4-FFF2-40B4-BE49-F238E27FC236}">
                <a16:creationId xmlns:a16="http://schemas.microsoft.com/office/drawing/2014/main" id="{EEB55231-5B01-AC5E-D482-AC1161CCC4A6}"/>
              </a:ext>
            </a:extLst>
          </p:cNvPr>
          <p:cNvSpPr/>
          <p:nvPr/>
        </p:nvSpPr>
        <p:spPr>
          <a:xfrm>
            <a:off x="4032250" y="5958780"/>
            <a:ext cx="749300" cy="37623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DEA9C3CF-39E9-0B51-ABC9-0FDC0BA4AC61}"/>
              </a:ext>
            </a:extLst>
          </p:cNvPr>
          <p:cNvSpPr/>
          <p:nvPr/>
        </p:nvSpPr>
        <p:spPr>
          <a:xfrm>
            <a:off x="2286839" y="515302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0658BCB3-EEBA-47A9-FA28-562F0D375B85}"/>
              </a:ext>
            </a:extLst>
          </p:cNvPr>
          <p:cNvSpPr/>
          <p:nvPr/>
        </p:nvSpPr>
        <p:spPr>
          <a:xfrm>
            <a:off x="2286000" y="571182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Freeform: Shape 115">
            <a:extLst>
              <a:ext uri="{FF2B5EF4-FFF2-40B4-BE49-F238E27FC236}">
                <a16:creationId xmlns:a16="http://schemas.microsoft.com/office/drawing/2014/main" id="{A9872D6E-B972-A4E0-96BC-D96227E978F2}"/>
              </a:ext>
            </a:extLst>
          </p:cNvPr>
          <p:cNvSpPr/>
          <p:nvPr/>
        </p:nvSpPr>
        <p:spPr>
          <a:xfrm>
            <a:off x="2660650" y="5524500"/>
            <a:ext cx="6350" cy="177800"/>
          </a:xfrm>
          <a:custGeom>
            <a:avLst/>
            <a:gdLst>
              <a:gd name="csX0" fmla="*/ 0 w 6350"/>
              <a:gd name="csY0" fmla="*/ 0 h 177800"/>
              <a:gd name="csX1" fmla="*/ 6350 w 6350"/>
              <a:gd name="csY1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177800">
                <a:moveTo>
                  <a:pt x="0" y="0"/>
                </a:moveTo>
                <a:lnTo>
                  <a:pt x="635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69AE3AF1-4717-6B41-D6A6-E06A2A0951F2}"/>
              </a:ext>
            </a:extLst>
          </p:cNvPr>
          <p:cNvSpPr/>
          <p:nvPr/>
        </p:nvSpPr>
        <p:spPr>
          <a:xfrm>
            <a:off x="4030663" y="54554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Freeform: Shape 109">
            <a:extLst>
              <a:ext uri="{FF2B5EF4-FFF2-40B4-BE49-F238E27FC236}">
                <a16:creationId xmlns:a16="http://schemas.microsoft.com/office/drawing/2014/main" id="{38E382BD-F8BF-B146-3D45-DFB14856F2ED}"/>
              </a:ext>
            </a:extLst>
          </p:cNvPr>
          <p:cNvSpPr/>
          <p:nvPr/>
        </p:nvSpPr>
        <p:spPr>
          <a:xfrm>
            <a:off x="4791075" y="5634038"/>
            <a:ext cx="1171575" cy="747712"/>
          </a:xfrm>
          <a:custGeom>
            <a:avLst/>
            <a:gdLst>
              <a:gd name="csX0" fmla="*/ 0 w 1171575"/>
              <a:gd name="csY0" fmla="*/ 0 h 747712"/>
              <a:gd name="csX1" fmla="*/ 790575 w 1171575"/>
              <a:gd name="csY1" fmla="*/ 4762 h 747712"/>
              <a:gd name="csX2" fmla="*/ 790575 w 1171575"/>
              <a:gd name="csY2" fmla="*/ 138112 h 747712"/>
              <a:gd name="csX3" fmla="*/ 842963 w 1171575"/>
              <a:gd name="csY3" fmla="*/ 166687 h 747712"/>
              <a:gd name="csX4" fmla="*/ 842963 w 1171575"/>
              <a:gd name="csY4" fmla="*/ 261937 h 747712"/>
              <a:gd name="csX5" fmla="*/ 795338 w 1171575"/>
              <a:gd name="csY5" fmla="*/ 290512 h 747712"/>
              <a:gd name="csX6" fmla="*/ 795338 w 1171575"/>
              <a:gd name="csY6" fmla="*/ 747712 h 747712"/>
              <a:gd name="csX7" fmla="*/ 1171575 w 1171575"/>
              <a:gd name="csY7" fmla="*/ 742950 h 7477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71575" h="747712">
                <a:moveTo>
                  <a:pt x="0" y="0"/>
                </a:moveTo>
                <a:lnTo>
                  <a:pt x="790575" y="4762"/>
                </a:lnTo>
                <a:lnTo>
                  <a:pt x="790575" y="138112"/>
                </a:lnTo>
                <a:lnTo>
                  <a:pt x="842963" y="166687"/>
                </a:lnTo>
                <a:lnTo>
                  <a:pt x="842963" y="261937"/>
                </a:lnTo>
                <a:lnTo>
                  <a:pt x="795338" y="290512"/>
                </a:lnTo>
                <a:lnTo>
                  <a:pt x="795338" y="747712"/>
                </a:lnTo>
                <a:lnTo>
                  <a:pt x="1171575" y="742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Rectangle 116">
            <a:extLst>
              <a:ext uri="{FF2B5EF4-FFF2-40B4-BE49-F238E27FC236}">
                <a16:creationId xmlns:a16="http://schemas.microsoft.com/office/drawing/2014/main" id="{0C5E7997-39BA-C2EB-2416-CAF305AE3884}"/>
              </a:ext>
            </a:extLst>
          </p:cNvPr>
          <p:cNvSpPr/>
          <p:nvPr/>
        </p:nvSpPr>
        <p:spPr>
          <a:xfrm>
            <a:off x="5155272" y="470773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80F71D36-5BA9-DE0E-BFCD-6C58DE7641AB}"/>
              </a:ext>
            </a:extLst>
          </p:cNvPr>
          <p:cNvSpPr/>
          <p:nvPr/>
        </p:nvSpPr>
        <p:spPr>
          <a:xfrm>
            <a:off x="4032250" y="470544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Freeform: Shape 118">
            <a:extLst>
              <a:ext uri="{FF2B5EF4-FFF2-40B4-BE49-F238E27FC236}">
                <a16:creationId xmlns:a16="http://schemas.microsoft.com/office/drawing/2014/main" id="{9EC59D9E-DBA9-C492-C406-2EE62EF2B6F5}"/>
              </a:ext>
            </a:extLst>
          </p:cNvPr>
          <p:cNvSpPr/>
          <p:nvPr/>
        </p:nvSpPr>
        <p:spPr>
          <a:xfrm>
            <a:off x="4781550" y="4886325"/>
            <a:ext cx="376238" cy="4763"/>
          </a:xfrm>
          <a:custGeom>
            <a:avLst/>
            <a:gdLst>
              <a:gd name="csX0" fmla="*/ 0 w 376238"/>
              <a:gd name="csY0" fmla="*/ 0 h 4763"/>
              <a:gd name="csX1" fmla="*/ 376238 w 376238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 h="4763">
                <a:moveTo>
                  <a:pt x="0" y="0"/>
                </a:moveTo>
                <a:lnTo>
                  <a:pt x="376238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Freeform: Shape 119">
            <a:extLst>
              <a:ext uri="{FF2B5EF4-FFF2-40B4-BE49-F238E27FC236}">
                <a16:creationId xmlns:a16="http://schemas.microsoft.com/office/drawing/2014/main" id="{7FCAED49-2992-B3CF-CDD2-52DE3C283305}"/>
              </a:ext>
            </a:extLst>
          </p:cNvPr>
          <p:cNvSpPr/>
          <p:nvPr/>
        </p:nvSpPr>
        <p:spPr>
          <a:xfrm>
            <a:off x="4395788" y="5086350"/>
            <a:ext cx="4762" cy="366713"/>
          </a:xfrm>
          <a:custGeom>
            <a:avLst/>
            <a:gdLst>
              <a:gd name="csX0" fmla="*/ 0 w 4762"/>
              <a:gd name="csY0" fmla="*/ 0 h 366713"/>
              <a:gd name="csX1" fmla="*/ 4762 w 4762"/>
              <a:gd name="csY1" fmla="*/ 366713 h 3667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2" h="366713">
                <a:moveTo>
                  <a:pt x="0" y="0"/>
                </a:moveTo>
                <a:cubicBezTo>
                  <a:pt x="1587" y="122238"/>
                  <a:pt x="3175" y="244475"/>
                  <a:pt x="4762" y="3667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Freeform: Shape 120">
            <a:extLst>
              <a:ext uri="{FF2B5EF4-FFF2-40B4-BE49-F238E27FC236}">
                <a16:creationId xmlns:a16="http://schemas.microsoft.com/office/drawing/2014/main" id="{78AE75C3-4099-7BFA-52B5-9D8048317606}"/>
              </a:ext>
            </a:extLst>
          </p:cNvPr>
          <p:cNvSpPr/>
          <p:nvPr/>
        </p:nvSpPr>
        <p:spPr>
          <a:xfrm>
            <a:off x="3027680" y="4460240"/>
            <a:ext cx="4064000" cy="1402080"/>
          </a:xfrm>
          <a:custGeom>
            <a:avLst/>
            <a:gdLst>
              <a:gd name="csX0" fmla="*/ 4064000 w 4064000"/>
              <a:gd name="csY0" fmla="*/ 0 h 1402080"/>
              <a:gd name="csX1" fmla="*/ 4064000 w 4064000"/>
              <a:gd name="csY1" fmla="*/ 264160 h 1402080"/>
              <a:gd name="csX2" fmla="*/ 3251200 w 4064000"/>
              <a:gd name="csY2" fmla="*/ 274320 h 1402080"/>
              <a:gd name="csX3" fmla="*/ 3210560 w 4064000"/>
              <a:gd name="csY3" fmla="*/ 182880 h 1402080"/>
              <a:gd name="csX4" fmla="*/ 3048000 w 4064000"/>
              <a:gd name="csY4" fmla="*/ 182880 h 1402080"/>
              <a:gd name="csX5" fmla="*/ 3007360 w 4064000"/>
              <a:gd name="csY5" fmla="*/ 294640 h 1402080"/>
              <a:gd name="csX6" fmla="*/ 3017520 w 4064000"/>
              <a:gd name="csY6" fmla="*/ 812800 h 1402080"/>
              <a:gd name="csX7" fmla="*/ 1625600 w 4064000"/>
              <a:gd name="csY7" fmla="*/ 812800 h 1402080"/>
              <a:gd name="csX8" fmla="*/ 1544320 w 4064000"/>
              <a:gd name="csY8" fmla="*/ 751840 h 1402080"/>
              <a:gd name="csX9" fmla="*/ 1270000 w 4064000"/>
              <a:gd name="csY9" fmla="*/ 741680 h 1402080"/>
              <a:gd name="csX10" fmla="*/ 1168400 w 4064000"/>
              <a:gd name="csY10" fmla="*/ 812800 h 1402080"/>
              <a:gd name="csX11" fmla="*/ 447040 w 4064000"/>
              <a:gd name="csY11" fmla="*/ 822960 h 1402080"/>
              <a:gd name="csX12" fmla="*/ 447040 w 4064000"/>
              <a:gd name="csY12" fmla="*/ 1402080 h 1402080"/>
              <a:gd name="csX13" fmla="*/ 0 w 4064000"/>
              <a:gd name="csY13" fmla="*/ 1402080 h 14020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4064000" h="1402080">
                <a:moveTo>
                  <a:pt x="4064000" y="0"/>
                </a:moveTo>
                <a:lnTo>
                  <a:pt x="4064000" y="264160"/>
                </a:lnTo>
                <a:lnTo>
                  <a:pt x="3251200" y="274320"/>
                </a:lnTo>
                <a:lnTo>
                  <a:pt x="3210560" y="182880"/>
                </a:lnTo>
                <a:lnTo>
                  <a:pt x="3048000" y="182880"/>
                </a:lnTo>
                <a:lnTo>
                  <a:pt x="3007360" y="294640"/>
                </a:lnTo>
                <a:lnTo>
                  <a:pt x="3017520" y="812800"/>
                </a:lnTo>
                <a:lnTo>
                  <a:pt x="1625600" y="812800"/>
                </a:lnTo>
                <a:lnTo>
                  <a:pt x="1544320" y="751840"/>
                </a:lnTo>
                <a:lnTo>
                  <a:pt x="1270000" y="741680"/>
                </a:lnTo>
                <a:lnTo>
                  <a:pt x="1168400" y="812800"/>
                </a:lnTo>
                <a:lnTo>
                  <a:pt x="447040" y="822960"/>
                </a:lnTo>
                <a:lnTo>
                  <a:pt x="447040" y="1402080"/>
                </a:lnTo>
                <a:lnTo>
                  <a:pt x="0" y="140208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1140067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5C0D92-8A3F-C037-A2A1-4AA02AF534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BA437-B2F9-F40D-D7A6-C624B3CCD5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- 36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719F531-8165-D0EA-84BB-98E5CD280AC1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069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F9D82D1-3B7E-7B68-2FD2-E070519701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3BD1857-4933-AE79-0388-283E005815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9CA7F15-8AAA-B6A4-DA7D-82C3B6926E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761EAC9-E16B-11BA-8F79-100C1A0D35A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2BFA675-15D8-96C1-08DE-ED7F907CA05A}"/>
              </a:ext>
            </a:extLst>
          </p:cNvPr>
          <p:cNvSpPr/>
          <p:nvPr/>
        </p:nvSpPr>
        <p:spPr>
          <a:xfrm>
            <a:off x="2535594" y="5069840"/>
            <a:ext cx="1849570" cy="134112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54BEA39-31C3-1D94-E778-E93B792C1877}"/>
              </a:ext>
            </a:extLst>
          </p:cNvPr>
          <p:cNvSpPr/>
          <p:nvPr/>
        </p:nvSpPr>
        <p:spPr>
          <a:xfrm>
            <a:off x="5964370" y="3530697"/>
            <a:ext cx="1849570" cy="134112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D3B8BD0-AB5B-AF81-354B-D7FAF893083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83310" y="4286527"/>
            <a:ext cx="7031524" cy="226273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200514157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DE30B2-241D-70F0-D7BB-B7DE41CBFA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6A58A0B6-742C-722A-DD0B-5810CAAD25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E6391929-257C-E19D-D7EE-3B42904A41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3059729A-6ADF-9CF8-A2F3-F926230340F4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1B7F74A7-534F-2E34-2FB3-66DAE4460425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D48B4AE-6C52-D331-F857-FA7B6384EED5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14C55B9-C130-19D3-EF8A-1B91E82CB544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00D7630E-E710-5D76-5E24-E630BF9F552C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83916FD-C110-4C0F-D29F-EB6ED77E41B7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6E08EF29-2A66-02A7-7354-081717AC52CF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00D586DB-E695-30B1-B47E-395A8CED1056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AC1001F6-7BAE-B12A-FAE9-35A30A991547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5E9F6B1E-41B7-66B0-BE66-66AFA1C003E9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49E9D344-6423-2856-F420-E48C2D6595E0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64A15A89-55D4-F7E6-9DDD-1D4FDEAFF075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C994AFEE-7538-AB03-5906-C775F8BDF28B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BC010FD-C8DC-C48D-EA44-2D6C06C0F719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DCFF4EA8-4B8D-E7D5-AA31-77CC4F5C558B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C6D4180-3396-AD33-9C6A-830D89B11C0D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6F739A69-5F62-4441-3CB6-9C305886B039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30B1F3E1-5CB9-44F6-C700-F4D18316A893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0B8A9430-4436-7F02-540A-085AE1F6970C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20C89AB6-6352-29CE-E0C7-C39767463E88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5DAA04AA-163A-AE4D-D269-DF6C03BD464E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D14AC39B-8CB9-AE24-EC25-12FE84AE50BA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5EF0C0C4-F331-1C41-6C08-FC10D1B32D60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834CD3E8-5751-2E17-1A1D-CB3440567138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DE875C71-6078-0AAB-FA0A-10D9ECD6270D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342AB896-6F6B-D4AA-3A80-B68C5F37F58F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293ECB6-793E-4778-990C-4883E73CB340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FC439D9-FF21-89DF-95A5-DF97F0CE7FF4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F0646D1-F1CC-D163-CFF6-CB6507AE0441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27B1DFA-A68C-1AA1-0D77-95F0140853D8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2C68949-7683-335B-6758-2D4F4F390AFF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B19835C-4FAB-BDDB-DDDA-F988AC1E974A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B26E24F-FFE1-7FF1-E533-2BF838049C8F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F875841-1E62-3C8D-A43E-A92789D53959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3224ECD-C5B2-809D-E357-89CBA5D95D49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5ABB85E-4425-B16A-CE03-06C155098F44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EFEF2C0-AA6A-7E45-B0E5-9B2DB8444C0D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BD91F710-4838-3363-34ED-32FD84AB6F67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1B52FD7F-CF73-2ACE-50FE-7FF060A74178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A75CD5A-BA3F-0DFE-2EC9-3C67FDFBA6AC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6D38EF65-BB74-BA86-E125-CA5498E7CEFC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22F8E69E-5980-E96C-2688-BD45DF6CC91D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5F84D5FC-352B-A6E6-5A62-569EE64B28BF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007FC90D-9F94-8C5D-04C0-D73AC59C3919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042D189C-1133-1CE4-05A3-B73D403A19FF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7CE25DFA-1A61-4CE5-4A6B-EE488EDAC6DC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555D245B-503C-BCE1-6F56-E900A583870D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BE33CE44-6B42-0B89-5397-F1D7CEFEEB65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55A2D34B-457B-97A0-3855-F3399913D26C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347AD0DB-30BE-11DC-7D5C-A6E45185C1DB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913A4728-A120-EC24-87DE-4237BB2A381F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B30E1349-7228-573C-F4F8-46C112A3A1E3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E8E0993F-9046-F298-0AEE-2719762769C3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21F88A16-306B-F364-57D0-A98ADD0F802E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CBC8A65B-9201-E2B8-D5A3-6CEB8B7DA164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8700B22D-3857-95FD-9B9D-735371EA0D58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9D3BD107-91AC-125E-2D68-F13961DC5BFB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3E55E796-A7CB-3B49-4EF6-2BD7229CCE89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AF399CCF-DE77-7252-F390-F260E22809A2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6AEB0EDE-4173-9BF1-E7A6-900C57FD31AD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BAC2FA87-C8BC-D3F1-BEFB-DAC7F3419CE4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FC7A4ED5-1CDD-FD7F-338B-575FDCB1AE47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AE9B4606-F710-88A4-416C-8A294C499E9C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A411A38B-4FF7-CAD2-42B3-3762176BC353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D6B1C70F-E20B-6560-DEB0-393B94D62BAD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DBB57614-6880-4BFA-3DF4-615D41E9C8D3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F3BB8A11-B4C1-30C7-963D-3D6FCE947CF3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50ABD654-B0DD-1DE7-64CA-8651EF501CF2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69B110BF-7DA8-138B-DEA8-783C3FE15251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AA2535AA-3DA0-FB51-E04A-2CAE77B5DFCB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29CB81B9-0A7A-5980-B83F-6F7028DE1251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9A043A33-9928-AA7D-64A9-0A264C3EE8F0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8C8164D5-04AF-2234-F2B8-B24779A1E874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87730E4B-869B-C802-903B-AD31F66B9B97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6EBE6D99-A52D-0A84-6FFD-57A33EEA9A87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BE02A5D3-72AD-960F-1083-D0D34DECCCCE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2AEA54AF-EDA5-AAC5-7140-29B1A3F6AF0F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24F9986C-3297-52F5-87B9-61831CF38BA0}"/>
              </a:ext>
            </a:extLst>
          </p:cNvPr>
          <p:cNvSpPr/>
          <p:nvPr/>
        </p:nvSpPr>
        <p:spPr>
          <a:xfrm>
            <a:off x="8078788" y="4775739"/>
            <a:ext cx="749300" cy="472910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67C6E020-8D91-CBAF-6767-3904FA0897D5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46F49D40-6D4E-3A80-ED81-B3FA32F81F5C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B80D26DF-1F04-4283-8186-FBC7A1B6BE9D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CD7BA93B-E1A0-CA5C-96DE-21A82E99A5CA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575A8A44-A825-79BB-F650-7BD73D4C43C0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C0F48FF4-FA9E-9FD8-9168-46F6FDCD098D}"/>
              </a:ext>
            </a:extLst>
          </p:cNvPr>
          <p:cNvSpPr/>
          <p:nvPr/>
        </p:nvSpPr>
        <p:spPr>
          <a:xfrm>
            <a:off x="2278062" y="459224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5C51D2C2-B370-E2CE-D653-EA7FA053EB70}"/>
              </a:ext>
            </a:extLst>
          </p:cNvPr>
          <p:cNvSpPr/>
          <p:nvPr/>
        </p:nvSpPr>
        <p:spPr>
          <a:xfrm>
            <a:off x="3043238" y="3248025"/>
            <a:ext cx="733425" cy="1524000"/>
          </a:xfrm>
          <a:custGeom>
            <a:avLst/>
            <a:gdLst>
              <a:gd name="csX0" fmla="*/ 733425 w 733425"/>
              <a:gd name="csY0" fmla="*/ 0 h 1524000"/>
              <a:gd name="csX1" fmla="*/ 61912 w 733425"/>
              <a:gd name="csY1" fmla="*/ 0 h 1524000"/>
              <a:gd name="csX2" fmla="*/ 52387 w 733425"/>
              <a:gd name="csY2" fmla="*/ 1524000 h 1524000"/>
              <a:gd name="csX3" fmla="*/ 0 w 733425"/>
              <a:gd name="csY3" fmla="*/ 1524000 h 152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33425" h="1524000">
                <a:moveTo>
                  <a:pt x="733425" y="0"/>
                </a:moveTo>
                <a:lnTo>
                  <a:pt x="61912" y="0"/>
                </a:lnTo>
                <a:lnTo>
                  <a:pt x="52387" y="1524000"/>
                </a:lnTo>
                <a:lnTo>
                  <a:pt x="0" y="15240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Freeform: Shape 93">
            <a:extLst>
              <a:ext uri="{FF2B5EF4-FFF2-40B4-BE49-F238E27FC236}">
                <a16:creationId xmlns:a16="http://schemas.microsoft.com/office/drawing/2014/main" id="{4CD044B8-76E5-5368-70C7-76D908501417}"/>
              </a:ext>
            </a:extLst>
          </p:cNvPr>
          <p:cNvSpPr/>
          <p:nvPr/>
        </p:nvSpPr>
        <p:spPr>
          <a:xfrm>
            <a:off x="2657475" y="4957763"/>
            <a:ext cx="0" cy="133350"/>
          </a:xfrm>
          <a:custGeom>
            <a:avLst/>
            <a:gdLst>
              <a:gd name="csX0" fmla="*/ 0 w 0"/>
              <a:gd name="csY0" fmla="*/ 0 h 133350"/>
              <a:gd name="csX1" fmla="*/ 0 w 0"/>
              <a:gd name="csY1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7EDD67BD-AD82-B948-5670-886AD8893B1D}"/>
              </a:ext>
            </a:extLst>
          </p:cNvPr>
          <p:cNvSpPr/>
          <p:nvPr/>
        </p:nvSpPr>
        <p:spPr>
          <a:xfrm>
            <a:off x="4540250" y="3060700"/>
            <a:ext cx="3041650" cy="2590800"/>
          </a:xfrm>
          <a:custGeom>
            <a:avLst/>
            <a:gdLst>
              <a:gd name="csX0" fmla="*/ 0 w 3041650"/>
              <a:gd name="csY0" fmla="*/ 25400 h 2590800"/>
              <a:gd name="csX1" fmla="*/ 1555750 w 3041650"/>
              <a:gd name="csY1" fmla="*/ 25400 h 2590800"/>
              <a:gd name="csX2" fmla="*/ 1581150 w 3041650"/>
              <a:gd name="csY2" fmla="*/ 0 h 2590800"/>
              <a:gd name="csX3" fmla="*/ 1752600 w 3041650"/>
              <a:gd name="csY3" fmla="*/ 0 h 2590800"/>
              <a:gd name="csX4" fmla="*/ 1797050 w 3041650"/>
              <a:gd name="csY4" fmla="*/ 31750 h 2590800"/>
              <a:gd name="csX5" fmla="*/ 3035300 w 3041650"/>
              <a:gd name="csY5" fmla="*/ 38100 h 2590800"/>
              <a:gd name="csX6" fmla="*/ 3041650 w 3041650"/>
              <a:gd name="csY6" fmla="*/ 2590800 h 2590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041650" h="2590800">
                <a:moveTo>
                  <a:pt x="0" y="25400"/>
                </a:moveTo>
                <a:lnTo>
                  <a:pt x="1555750" y="25400"/>
                </a:lnTo>
                <a:lnTo>
                  <a:pt x="1581150" y="0"/>
                </a:lnTo>
                <a:lnTo>
                  <a:pt x="1752600" y="0"/>
                </a:lnTo>
                <a:lnTo>
                  <a:pt x="1797050" y="31750"/>
                </a:lnTo>
                <a:lnTo>
                  <a:pt x="3035300" y="38100"/>
                </a:lnTo>
                <a:cubicBezTo>
                  <a:pt x="3037417" y="889000"/>
                  <a:pt x="3039533" y="1739900"/>
                  <a:pt x="3041650" y="25908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Freeform: Shape 92">
            <a:extLst>
              <a:ext uri="{FF2B5EF4-FFF2-40B4-BE49-F238E27FC236}">
                <a16:creationId xmlns:a16="http://schemas.microsoft.com/office/drawing/2014/main" id="{C95100D7-56FF-A8D8-85AC-86FDCB2BDAFB}"/>
              </a:ext>
            </a:extLst>
          </p:cNvPr>
          <p:cNvSpPr/>
          <p:nvPr/>
        </p:nvSpPr>
        <p:spPr>
          <a:xfrm>
            <a:off x="4540250" y="3003550"/>
            <a:ext cx="3530600" cy="1962150"/>
          </a:xfrm>
          <a:custGeom>
            <a:avLst/>
            <a:gdLst>
              <a:gd name="csX0" fmla="*/ 0 w 3530600"/>
              <a:gd name="csY0" fmla="*/ 31750 h 1962150"/>
              <a:gd name="csX1" fmla="*/ 1524000 w 3530600"/>
              <a:gd name="csY1" fmla="*/ 31750 h 1962150"/>
              <a:gd name="csX2" fmla="*/ 1562100 w 3530600"/>
              <a:gd name="csY2" fmla="*/ 0 h 1962150"/>
              <a:gd name="csX3" fmla="*/ 1778000 w 3530600"/>
              <a:gd name="csY3" fmla="*/ 6350 h 1962150"/>
              <a:gd name="csX4" fmla="*/ 1809750 w 3530600"/>
              <a:gd name="csY4" fmla="*/ 38100 h 1962150"/>
              <a:gd name="csX5" fmla="*/ 3155950 w 3530600"/>
              <a:gd name="csY5" fmla="*/ 38100 h 1962150"/>
              <a:gd name="csX6" fmla="*/ 3162300 w 3530600"/>
              <a:gd name="csY6" fmla="*/ 1962150 h 1962150"/>
              <a:gd name="csX7" fmla="*/ 3530600 w 3530600"/>
              <a:gd name="csY7" fmla="*/ 1955800 h 1962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530600" h="1962150">
                <a:moveTo>
                  <a:pt x="0" y="31750"/>
                </a:moveTo>
                <a:lnTo>
                  <a:pt x="1524000" y="31750"/>
                </a:lnTo>
                <a:lnTo>
                  <a:pt x="1562100" y="0"/>
                </a:lnTo>
                <a:lnTo>
                  <a:pt x="1778000" y="6350"/>
                </a:lnTo>
                <a:lnTo>
                  <a:pt x="1809750" y="38100"/>
                </a:lnTo>
                <a:lnTo>
                  <a:pt x="3155950" y="38100"/>
                </a:lnTo>
                <a:cubicBezTo>
                  <a:pt x="3158067" y="679450"/>
                  <a:pt x="3160183" y="1320800"/>
                  <a:pt x="3162300" y="1962150"/>
                </a:cubicBezTo>
                <a:lnTo>
                  <a:pt x="3530600" y="1955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BB74EC0D-A81B-FBE0-2E20-4FB1EA35DDAC}"/>
              </a:ext>
            </a:extLst>
          </p:cNvPr>
          <p:cNvSpPr/>
          <p:nvPr/>
        </p:nvSpPr>
        <p:spPr>
          <a:xfrm>
            <a:off x="7956550" y="5251450"/>
            <a:ext cx="501650" cy="596900"/>
          </a:xfrm>
          <a:custGeom>
            <a:avLst/>
            <a:gdLst>
              <a:gd name="csX0" fmla="*/ 0 w 501650"/>
              <a:gd name="csY0" fmla="*/ 596900 h 596900"/>
              <a:gd name="csX1" fmla="*/ 501650 w 501650"/>
              <a:gd name="csY1" fmla="*/ 596900 h 596900"/>
              <a:gd name="csX2" fmla="*/ 501650 w 501650"/>
              <a:gd name="csY2" fmla="*/ 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1650" h="596900">
                <a:moveTo>
                  <a:pt x="0" y="596900"/>
                </a:moveTo>
                <a:lnTo>
                  <a:pt x="501650" y="596900"/>
                </a:lnTo>
                <a:lnTo>
                  <a:pt x="501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E84960AE-5BA5-ECD7-8B20-5F567FB77D71}"/>
              </a:ext>
            </a:extLst>
          </p:cNvPr>
          <p:cNvSpPr/>
          <p:nvPr/>
        </p:nvSpPr>
        <p:spPr>
          <a:xfrm>
            <a:off x="3783806" y="29622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4DEDF21D-4403-F339-A553-C9E9403A782B}"/>
              </a:ext>
            </a:extLst>
          </p:cNvPr>
          <p:cNvSpPr/>
          <p:nvPr/>
        </p:nvSpPr>
        <p:spPr>
          <a:xfrm>
            <a:off x="7875587" y="3346796"/>
            <a:ext cx="763588" cy="583854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B5653786-4B51-AB7E-347B-B04F8F72F6EC}"/>
              </a:ext>
            </a:extLst>
          </p:cNvPr>
          <p:cNvSpPr/>
          <p:nvPr/>
        </p:nvSpPr>
        <p:spPr>
          <a:xfrm>
            <a:off x="2284413" y="333851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85B4CAD0-E4B7-CC02-FDED-EC28810C7A8F}"/>
              </a:ext>
            </a:extLst>
          </p:cNvPr>
          <p:cNvSpPr/>
          <p:nvPr/>
        </p:nvSpPr>
        <p:spPr>
          <a:xfrm>
            <a:off x="2165350" y="3530600"/>
            <a:ext cx="1860550" cy="2603500"/>
          </a:xfrm>
          <a:custGeom>
            <a:avLst/>
            <a:gdLst>
              <a:gd name="csX0" fmla="*/ 120650 w 1860550"/>
              <a:gd name="csY0" fmla="*/ 0 h 2603500"/>
              <a:gd name="csX1" fmla="*/ 0 w 1860550"/>
              <a:gd name="csY1" fmla="*/ 6350 h 2603500"/>
              <a:gd name="csX2" fmla="*/ 0 w 1860550"/>
              <a:gd name="csY2" fmla="*/ 2603500 h 2603500"/>
              <a:gd name="csX3" fmla="*/ 1860550 w 1860550"/>
              <a:gd name="csY3" fmla="*/ 2603500 h 260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860550" h="2603500">
                <a:moveTo>
                  <a:pt x="120650" y="0"/>
                </a:moveTo>
                <a:lnTo>
                  <a:pt x="0" y="6350"/>
                </a:lnTo>
                <a:lnTo>
                  <a:pt x="0" y="2603500"/>
                </a:lnTo>
                <a:lnTo>
                  <a:pt x="1860550" y="26035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B3ABAE19-ABA0-A177-2C3C-00EFA9533897}"/>
              </a:ext>
            </a:extLst>
          </p:cNvPr>
          <p:cNvSpPr/>
          <p:nvPr/>
        </p:nvSpPr>
        <p:spPr>
          <a:xfrm>
            <a:off x="5583237" y="3338512"/>
            <a:ext cx="751681" cy="4955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39AB6AE1-FD5C-F7F4-0EF5-8C0AAC666672}"/>
              </a:ext>
            </a:extLst>
          </p:cNvPr>
          <p:cNvSpPr/>
          <p:nvPr/>
        </p:nvSpPr>
        <p:spPr>
          <a:xfrm flipH="1">
            <a:off x="5910581" y="3835400"/>
            <a:ext cx="45719" cy="234156"/>
          </a:xfrm>
          <a:custGeom>
            <a:avLst/>
            <a:gdLst>
              <a:gd name="csX0" fmla="*/ 0 w 0"/>
              <a:gd name="csY0" fmla="*/ 0 h 247650"/>
              <a:gd name="csX1" fmla="*/ 0 w 0"/>
              <a:gd name="csY1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47650">
                <a:moveTo>
                  <a:pt x="0" y="0"/>
                </a:move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73C09EA8-7441-23F9-F054-58DC6D013522}"/>
              </a:ext>
            </a:extLst>
          </p:cNvPr>
          <p:cNvSpPr/>
          <p:nvPr/>
        </p:nvSpPr>
        <p:spPr>
          <a:xfrm>
            <a:off x="6710363" y="408503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DC5F9B26-DDB2-6D1F-53C8-31DE183AC1AF}"/>
              </a:ext>
            </a:extLst>
          </p:cNvPr>
          <p:cNvSpPr/>
          <p:nvPr/>
        </p:nvSpPr>
        <p:spPr>
          <a:xfrm>
            <a:off x="6338887" y="4271963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Freeform: Shape 105">
            <a:extLst>
              <a:ext uri="{FF2B5EF4-FFF2-40B4-BE49-F238E27FC236}">
                <a16:creationId xmlns:a16="http://schemas.microsoft.com/office/drawing/2014/main" id="{0F825B09-3472-9378-4986-099EAC982522}"/>
              </a:ext>
            </a:extLst>
          </p:cNvPr>
          <p:cNvSpPr/>
          <p:nvPr/>
        </p:nvSpPr>
        <p:spPr>
          <a:xfrm>
            <a:off x="6148388" y="4457700"/>
            <a:ext cx="0" cy="1200150"/>
          </a:xfrm>
          <a:custGeom>
            <a:avLst/>
            <a:gdLst>
              <a:gd name="csX0" fmla="*/ 0 w 0"/>
              <a:gd name="csY0" fmla="*/ 0 h 1200150"/>
              <a:gd name="csX1" fmla="*/ 0 w 0"/>
              <a:gd name="csY1" fmla="*/ 1200150 h 1200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200150">
                <a:moveTo>
                  <a:pt x="0" y="0"/>
                </a:moveTo>
                <a:lnTo>
                  <a:pt x="0" y="1200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6D6EA205-AE5B-0E36-558D-D3AC30B4F18A}"/>
              </a:ext>
            </a:extLst>
          </p:cNvPr>
          <p:cNvSpPr/>
          <p:nvPr/>
        </p:nvSpPr>
        <p:spPr>
          <a:xfrm>
            <a:off x="5580856" y="40838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3436C46A-226E-8DF4-6154-A150E2B05229}"/>
              </a:ext>
            </a:extLst>
          </p:cNvPr>
          <p:cNvSpPr/>
          <p:nvPr/>
        </p:nvSpPr>
        <p:spPr>
          <a:xfrm>
            <a:off x="6608763" y="507991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Freeform: Shape 107">
            <a:extLst>
              <a:ext uri="{FF2B5EF4-FFF2-40B4-BE49-F238E27FC236}">
                <a16:creationId xmlns:a16="http://schemas.microsoft.com/office/drawing/2014/main" id="{7258D441-CA33-57BC-E231-8C45D406FC14}"/>
              </a:ext>
            </a:extLst>
          </p:cNvPr>
          <p:cNvSpPr/>
          <p:nvPr/>
        </p:nvSpPr>
        <p:spPr>
          <a:xfrm>
            <a:off x="6986588" y="5486400"/>
            <a:ext cx="209550" cy="266700"/>
          </a:xfrm>
          <a:custGeom>
            <a:avLst/>
            <a:gdLst>
              <a:gd name="csX0" fmla="*/ 0 w 209550"/>
              <a:gd name="csY0" fmla="*/ 0 h 266700"/>
              <a:gd name="csX1" fmla="*/ 0 w 209550"/>
              <a:gd name="csY1" fmla="*/ 266700 h 266700"/>
              <a:gd name="csX2" fmla="*/ 209550 w 209550"/>
              <a:gd name="csY2" fmla="*/ 266700 h 266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9550" h="266700">
                <a:moveTo>
                  <a:pt x="0" y="0"/>
                </a:moveTo>
                <a:lnTo>
                  <a:pt x="0" y="266700"/>
                </a:lnTo>
                <a:lnTo>
                  <a:pt x="209550" y="266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Freeform: Shape 108">
            <a:extLst>
              <a:ext uri="{FF2B5EF4-FFF2-40B4-BE49-F238E27FC236}">
                <a16:creationId xmlns:a16="http://schemas.microsoft.com/office/drawing/2014/main" id="{71E00835-0543-2A5C-ED86-80E6CBBFBB1B}"/>
              </a:ext>
            </a:extLst>
          </p:cNvPr>
          <p:cNvSpPr/>
          <p:nvPr/>
        </p:nvSpPr>
        <p:spPr>
          <a:xfrm>
            <a:off x="6731000" y="5842000"/>
            <a:ext cx="476250" cy="0"/>
          </a:xfrm>
          <a:custGeom>
            <a:avLst/>
            <a:gdLst>
              <a:gd name="csX0" fmla="*/ 0 w 476250"/>
              <a:gd name="csY0" fmla="*/ 0 h 0"/>
              <a:gd name="csX1" fmla="*/ 476250 w 4762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250">
                <a:moveTo>
                  <a:pt x="0" y="0"/>
                </a:moveTo>
                <a:lnTo>
                  <a:pt x="4762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Freeform: Shape 110">
            <a:extLst>
              <a:ext uri="{FF2B5EF4-FFF2-40B4-BE49-F238E27FC236}">
                <a16:creationId xmlns:a16="http://schemas.microsoft.com/office/drawing/2014/main" id="{64623C89-E5B5-6DB8-4280-5D2495F8393D}"/>
              </a:ext>
            </a:extLst>
          </p:cNvPr>
          <p:cNvSpPr/>
          <p:nvPr/>
        </p:nvSpPr>
        <p:spPr>
          <a:xfrm>
            <a:off x="4843463" y="5838825"/>
            <a:ext cx="1109662" cy="219075"/>
          </a:xfrm>
          <a:custGeom>
            <a:avLst/>
            <a:gdLst>
              <a:gd name="csX0" fmla="*/ 1109662 w 1109662"/>
              <a:gd name="csY0" fmla="*/ 0 h 219075"/>
              <a:gd name="csX1" fmla="*/ 523875 w 1109662"/>
              <a:gd name="csY1" fmla="*/ 9525 h 219075"/>
              <a:gd name="csX2" fmla="*/ 523875 w 1109662"/>
              <a:gd name="csY2" fmla="*/ 219075 h 219075"/>
              <a:gd name="csX3" fmla="*/ 0 w 1109662"/>
              <a:gd name="csY3" fmla="*/ 209550 h 2190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09662" h="219075">
                <a:moveTo>
                  <a:pt x="1109662" y="0"/>
                </a:moveTo>
                <a:lnTo>
                  <a:pt x="523875" y="9525"/>
                </a:lnTo>
                <a:lnTo>
                  <a:pt x="523875" y="219075"/>
                </a:lnTo>
                <a:lnTo>
                  <a:pt x="0" y="209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Freeform: Shape 111">
            <a:extLst>
              <a:ext uri="{FF2B5EF4-FFF2-40B4-BE49-F238E27FC236}">
                <a16:creationId xmlns:a16="http://schemas.microsoft.com/office/drawing/2014/main" id="{1C6F3F13-DD5F-ECBF-756C-E10B46F43FE8}"/>
              </a:ext>
            </a:extLst>
          </p:cNvPr>
          <p:cNvSpPr/>
          <p:nvPr/>
        </p:nvSpPr>
        <p:spPr>
          <a:xfrm>
            <a:off x="4848225" y="6234113"/>
            <a:ext cx="1095375" cy="233362"/>
          </a:xfrm>
          <a:custGeom>
            <a:avLst/>
            <a:gdLst>
              <a:gd name="csX0" fmla="*/ 0 w 1095375"/>
              <a:gd name="csY0" fmla="*/ 0 h 233362"/>
              <a:gd name="csX1" fmla="*/ 514350 w 1095375"/>
              <a:gd name="csY1" fmla="*/ 4762 h 233362"/>
              <a:gd name="csX2" fmla="*/ 519113 w 1095375"/>
              <a:gd name="csY2" fmla="*/ 233362 h 233362"/>
              <a:gd name="csX3" fmla="*/ 1095375 w 1095375"/>
              <a:gd name="csY3" fmla="*/ 228600 h 2333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95375" h="233362">
                <a:moveTo>
                  <a:pt x="0" y="0"/>
                </a:moveTo>
                <a:lnTo>
                  <a:pt x="514350" y="4762"/>
                </a:lnTo>
                <a:cubicBezTo>
                  <a:pt x="515938" y="80962"/>
                  <a:pt x="517525" y="157162"/>
                  <a:pt x="519113" y="233362"/>
                </a:cubicBezTo>
                <a:lnTo>
                  <a:pt x="1095375" y="228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E1A0D7D8-991D-75CC-D363-C3435EE8D2D3}"/>
              </a:ext>
            </a:extLst>
          </p:cNvPr>
          <p:cNvSpPr/>
          <p:nvPr/>
        </p:nvSpPr>
        <p:spPr>
          <a:xfrm>
            <a:off x="5959523" y="6284119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1AEDFB1E-F183-271B-F855-F6CE949E3FAB}"/>
              </a:ext>
            </a:extLst>
          </p:cNvPr>
          <p:cNvSpPr/>
          <p:nvPr/>
        </p:nvSpPr>
        <p:spPr>
          <a:xfrm>
            <a:off x="5959475" y="5641893"/>
            <a:ext cx="749300" cy="5255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Rectangle 114">
            <a:extLst>
              <a:ext uri="{FF2B5EF4-FFF2-40B4-BE49-F238E27FC236}">
                <a16:creationId xmlns:a16="http://schemas.microsoft.com/office/drawing/2014/main" id="{2D508273-8219-C061-3506-8037DC5BCC92}"/>
              </a:ext>
            </a:extLst>
          </p:cNvPr>
          <p:cNvSpPr/>
          <p:nvPr/>
        </p:nvSpPr>
        <p:spPr>
          <a:xfrm>
            <a:off x="4032250" y="5958780"/>
            <a:ext cx="749300" cy="37623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D626F197-B0F0-5E07-0EFF-33DA498D931C}"/>
              </a:ext>
            </a:extLst>
          </p:cNvPr>
          <p:cNvSpPr/>
          <p:nvPr/>
        </p:nvSpPr>
        <p:spPr>
          <a:xfrm>
            <a:off x="2286839" y="515302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505F3674-A06E-4989-8A2F-792EB7542201}"/>
              </a:ext>
            </a:extLst>
          </p:cNvPr>
          <p:cNvSpPr/>
          <p:nvPr/>
        </p:nvSpPr>
        <p:spPr>
          <a:xfrm>
            <a:off x="2286000" y="571182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Freeform: Shape 115">
            <a:extLst>
              <a:ext uri="{FF2B5EF4-FFF2-40B4-BE49-F238E27FC236}">
                <a16:creationId xmlns:a16="http://schemas.microsoft.com/office/drawing/2014/main" id="{08A36E0E-C387-C793-DE94-FE7C52404D8C}"/>
              </a:ext>
            </a:extLst>
          </p:cNvPr>
          <p:cNvSpPr/>
          <p:nvPr/>
        </p:nvSpPr>
        <p:spPr>
          <a:xfrm>
            <a:off x="2660650" y="5524500"/>
            <a:ext cx="6350" cy="177800"/>
          </a:xfrm>
          <a:custGeom>
            <a:avLst/>
            <a:gdLst>
              <a:gd name="csX0" fmla="*/ 0 w 6350"/>
              <a:gd name="csY0" fmla="*/ 0 h 177800"/>
              <a:gd name="csX1" fmla="*/ 6350 w 6350"/>
              <a:gd name="csY1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177800">
                <a:moveTo>
                  <a:pt x="0" y="0"/>
                </a:moveTo>
                <a:lnTo>
                  <a:pt x="635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3AD7F7D0-EB7D-638B-A63D-FEF77F89F534}"/>
              </a:ext>
            </a:extLst>
          </p:cNvPr>
          <p:cNvSpPr/>
          <p:nvPr/>
        </p:nvSpPr>
        <p:spPr>
          <a:xfrm>
            <a:off x="4030663" y="54554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Freeform: Shape 109">
            <a:extLst>
              <a:ext uri="{FF2B5EF4-FFF2-40B4-BE49-F238E27FC236}">
                <a16:creationId xmlns:a16="http://schemas.microsoft.com/office/drawing/2014/main" id="{E2D216CF-4FA9-F87B-0DBA-93C6B892083D}"/>
              </a:ext>
            </a:extLst>
          </p:cNvPr>
          <p:cNvSpPr/>
          <p:nvPr/>
        </p:nvSpPr>
        <p:spPr>
          <a:xfrm>
            <a:off x="4791075" y="5634038"/>
            <a:ext cx="1171575" cy="747712"/>
          </a:xfrm>
          <a:custGeom>
            <a:avLst/>
            <a:gdLst>
              <a:gd name="csX0" fmla="*/ 0 w 1171575"/>
              <a:gd name="csY0" fmla="*/ 0 h 747712"/>
              <a:gd name="csX1" fmla="*/ 790575 w 1171575"/>
              <a:gd name="csY1" fmla="*/ 4762 h 747712"/>
              <a:gd name="csX2" fmla="*/ 790575 w 1171575"/>
              <a:gd name="csY2" fmla="*/ 138112 h 747712"/>
              <a:gd name="csX3" fmla="*/ 842963 w 1171575"/>
              <a:gd name="csY3" fmla="*/ 166687 h 747712"/>
              <a:gd name="csX4" fmla="*/ 842963 w 1171575"/>
              <a:gd name="csY4" fmla="*/ 261937 h 747712"/>
              <a:gd name="csX5" fmla="*/ 795338 w 1171575"/>
              <a:gd name="csY5" fmla="*/ 290512 h 747712"/>
              <a:gd name="csX6" fmla="*/ 795338 w 1171575"/>
              <a:gd name="csY6" fmla="*/ 747712 h 747712"/>
              <a:gd name="csX7" fmla="*/ 1171575 w 1171575"/>
              <a:gd name="csY7" fmla="*/ 742950 h 7477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71575" h="747712">
                <a:moveTo>
                  <a:pt x="0" y="0"/>
                </a:moveTo>
                <a:lnTo>
                  <a:pt x="790575" y="4762"/>
                </a:lnTo>
                <a:lnTo>
                  <a:pt x="790575" y="138112"/>
                </a:lnTo>
                <a:lnTo>
                  <a:pt x="842963" y="166687"/>
                </a:lnTo>
                <a:lnTo>
                  <a:pt x="842963" y="261937"/>
                </a:lnTo>
                <a:lnTo>
                  <a:pt x="795338" y="290512"/>
                </a:lnTo>
                <a:lnTo>
                  <a:pt x="795338" y="747712"/>
                </a:lnTo>
                <a:lnTo>
                  <a:pt x="1171575" y="742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Rectangle 116">
            <a:extLst>
              <a:ext uri="{FF2B5EF4-FFF2-40B4-BE49-F238E27FC236}">
                <a16:creationId xmlns:a16="http://schemas.microsoft.com/office/drawing/2014/main" id="{4CCF1CFC-FE91-9CF6-1045-F75B54A2B22E}"/>
              </a:ext>
            </a:extLst>
          </p:cNvPr>
          <p:cNvSpPr/>
          <p:nvPr/>
        </p:nvSpPr>
        <p:spPr>
          <a:xfrm>
            <a:off x="5155272" y="470773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38D3E820-084D-16BC-AEF2-CB6769C6C409}"/>
              </a:ext>
            </a:extLst>
          </p:cNvPr>
          <p:cNvSpPr/>
          <p:nvPr/>
        </p:nvSpPr>
        <p:spPr>
          <a:xfrm>
            <a:off x="4032250" y="470544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Freeform: Shape 118">
            <a:extLst>
              <a:ext uri="{FF2B5EF4-FFF2-40B4-BE49-F238E27FC236}">
                <a16:creationId xmlns:a16="http://schemas.microsoft.com/office/drawing/2014/main" id="{7114DE9F-5134-0CBC-2A37-2C4FAE9A88DB}"/>
              </a:ext>
            </a:extLst>
          </p:cNvPr>
          <p:cNvSpPr/>
          <p:nvPr/>
        </p:nvSpPr>
        <p:spPr>
          <a:xfrm>
            <a:off x="4781550" y="4886325"/>
            <a:ext cx="376238" cy="4763"/>
          </a:xfrm>
          <a:custGeom>
            <a:avLst/>
            <a:gdLst>
              <a:gd name="csX0" fmla="*/ 0 w 376238"/>
              <a:gd name="csY0" fmla="*/ 0 h 4763"/>
              <a:gd name="csX1" fmla="*/ 376238 w 376238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 h="4763">
                <a:moveTo>
                  <a:pt x="0" y="0"/>
                </a:moveTo>
                <a:lnTo>
                  <a:pt x="376238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Freeform: Shape 119">
            <a:extLst>
              <a:ext uri="{FF2B5EF4-FFF2-40B4-BE49-F238E27FC236}">
                <a16:creationId xmlns:a16="http://schemas.microsoft.com/office/drawing/2014/main" id="{35649C11-924A-E72F-E9F0-5662FFAE8F18}"/>
              </a:ext>
            </a:extLst>
          </p:cNvPr>
          <p:cNvSpPr/>
          <p:nvPr/>
        </p:nvSpPr>
        <p:spPr>
          <a:xfrm>
            <a:off x="4395788" y="5086350"/>
            <a:ext cx="4762" cy="366713"/>
          </a:xfrm>
          <a:custGeom>
            <a:avLst/>
            <a:gdLst>
              <a:gd name="csX0" fmla="*/ 0 w 4762"/>
              <a:gd name="csY0" fmla="*/ 0 h 366713"/>
              <a:gd name="csX1" fmla="*/ 4762 w 4762"/>
              <a:gd name="csY1" fmla="*/ 366713 h 3667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2" h="366713">
                <a:moveTo>
                  <a:pt x="0" y="0"/>
                </a:moveTo>
                <a:cubicBezTo>
                  <a:pt x="1587" y="122238"/>
                  <a:pt x="3175" y="244475"/>
                  <a:pt x="4762" y="3667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Freeform: Shape 120">
            <a:extLst>
              <a:ext uri="{FF2B5EF4-FFF2-40B4-BE49-F238E27FC236}">
                <a16:creationId xmlns:a16="http://schemas.microsoft.com/office/drawing/2014/main" id="{15D29C7C-C911-6FDA-BDBC-0FF36D6F4593}"/>
              </a:ext>
            </a:extLst>
          </p:cNvPr>
          <p:cNvSpPr/>
          <p:nvPr/>
        </p:nvSpPr>
        <p:spPr>
          <a:xfrm>
            <a:off x="3027680" y="4460239"/>
            <a:ext cx="4064000" cy="1359535"/>
          </a:xfrm>
          <a:custGeom>
            <a:avLst/>
            <a:gdLst>
              <a:gd name="csX0" fmla="*/ 4064000 w 4064000"/>
              <a:gd name="csY0" fmla="*/ 0 h 1402080"/>
              <a:gd name="csX1" fmla="*/ 4064000 w 4064000"/>
              <a:gd name="csY1" fmla="*/ 264160 h 1402080"/>
              <a:gd name="csX2" fmla="*/ 3251200 w 4064000"/>
              <a:gd name="csY2" fmla="*/ 274320 h 1402080"/>
              <a:gd name="csX3" fmla="*/ 3210560 w 4064000"/>
              <a:gd name="csY3" fmla="*/ 182880 h 1402080"/>
              <a:gd name="csX4" fmla="*/ 3048000 w 4064000"/>
              <a:gd name="csY4" fmla="*/ 182880 h 1402080"/>
              <a:gd name="csX5" fmla="*/ 3007360 w 4064000"/>
              <a:gd name="csY5" fmla="*/ 294640 h 1402080"/>
              <a:gd name="csX6" fmla="*/ 3017520 w 4064000"/>
              <a:gd name="csY6" fmla="*/ 812800 h 1402080"/>
              <a:gd name="csX7" fmla="*/ 1625600 w 4064000"/>
              <a:gd name="csY7" fmla="*/ 812800 h 1402080"/>
              <a:gd name="csX8" fmla="*/ 1544320 w 4064000"/>
              <a:gd name="csY8" fmla="*/ 751840 h 1402080"/>
              <a:gd name="csX9" fmla="*/ 1270000 w 4064000"/>
              <a:gd name="csY9" fmla="*/ 741680 h 1402080"/>
              <a:gd name="csX10" fmla="*/ 1168400 w 4064000"/>
              <a:gd name="csY10" fmla="*/ 812800 h 1402080"/>
              <a:gd name="csX11" fmla="*/ 447040 w 4064000"/>
              <a:gd name="csY11" fmla="*/ 822960 h 1402080"/>
              <a:gd name="csX12" fmla="*/ 447040 w 4064000"/>
              <a:gd name="csY12" fmla="*/ 1402080 h 1402080"/>
              <a:gd name="csX13" fmla="*/ 0 w 4064000"/>
              <a:gd name="csY13" fmla="*/ 1402080 h 14020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4064000" h="1402080">
                <a:moveTo>
                  <a:pt x="4064000" y="0"/>
                </a:moveTo>
                <a:lnTo>
                  <a:pt x="4064000" y="264160"/>
                </a:lnTo>
                <a:lnTo>
                  <a:pt x="3251200" y="274320"/>
                </a:lnTo>
                <a:lnTo>
                  <a:pt x="3210560" y="182880"/>
                </a:lnTo>
                <a:lnTo>
                  <a:pt x="3048000" y="182880"/>
                </a:lnTo>
                <a:lnTo>
                  <a:pt x="3007360" y="294640"/>
                </a:lnTo>
                <a:lnTo>
                  <a:pt x="3017520" y="812800"/>
                </a:lnTo>
                <a:lnTo>
                  <a:pt x="1625600" y="812800"/>
                </a:lnTo>
                <a:lnTo>
                  <a:pt x="1544320" y="751840"/>
                </a:lnTo>
                <a:lnTo>
                  <a:pt x="1270000" y="741680"/>
                </a:lnTo>
                <a:lnTo>
                  <a:pt x="1168400" y="812800"/>
                </a:lnTo>
                <a:lnTo>
                  <a:pt x="447040" y="822960"/>
                </a:lnTo>
                <a:lnTo>
                  <a:pt x="447040" y="1402080"/>
                </a:lnTo>
                <a:lnTo>
                  <a:pt x="0" y="140208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Rectangle 124">
            <a:extLst>
              <a:ext uri="{FF2B5EF4-FFF2-40B4-BE49-F238E27FC236}">
                <a16:creationId xmlns:a16="http://schemas.microsoft.com/office/drawing/2014/main" id="{6D0FDF72-C884-8D22-0368-25EE719F24BC}"/>
              </a:ext>
            </a:extLst>
          </p:cNvPr>
          <p:cNvSpPr/>
          <p:nvPr/>
        </p:nvSpPr>
        <p:spPr>
          <a:xfrm>
            <a:off x="7200106" y="5641892"/>
            <a:ext cx="749300" cy="377660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6" name="Freeform: Shape 125">
            <a:extLst>
              <a:ext uri="{FF2B5EF4-FFF2-40B4-BE49-F238E27FC236}">
                <a16:creationId xmlns:a16="http://schemas.microsoft.com/office/drawing/2014/main" id="{5E4F0941-E4D2-04E3-610C-4B4B06378BE4}"/>
              </a:ext>
            </a:extLst>
          </p:cNvPr>
          <p:cNvSpPr/>
          <p:nvPr/>
        </p:nvSpPr>
        <p:spPr>
          <a:xfrm>
            <a:off x="2967038" y="5938838"/>
            <a:ext cx="4214812" cy="766762"/>
          </a:xfrm>
          <a:custGeom>
            <a:avLst/>
            <a:gdLst>
              <a:gd name="csX0" fmla="*/ 0 w 4214812"/>
              <a:gd name="csY0" fmla="*/ 142875 h 766762"/>
              <a:gd name="csX1" fmla="*/ 57150 w 4214812"/>
              <a:gd name="csY1" fmla="*/ 171450 h 766762"/>
              <a:gd name="csX2" fmla="*/ 52387 w 4214812"/>
              <a:gd name="csY2" fmla="*/ 247650 h 766762"/>
              <a:gd name="csX3" fmla="*/ 14287 w 4214812"/>
              <a:gd name="csY3" fmla="*/ 285750 h 766762"/>
              <a:gd name="csX4" fmla="*/ 4762 w 4214812"/>
              <a:gd name="csY4" fmla="*/ 766762 h 766762"/>
              <a:gd name="csX5" fmla="*/ 3933825 w 4214812"/>
              <a:gd name="csY5" fmla="*/ 766762 h 766762"/>
              <a:gd name="csX6" fmla="*/ 3929062 w 4214812"/>
              <a:gd name="csY6" fmla="*/ 0 h 766762"/>
              <a:gd name="csX7" fmla="*/ 4214812 w 4214812"/>
              <a:gd name="csY7" fmla="*/ 0 h 766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214812" h="766762">
                <a:moveTo>
                  <a:pt x="0" y="142875"/>
                </a:moveTo>
                <a:lnTo>
                  <a:pt x="57150" y="171450"/>
                </a:lnTo>
                <a:lnTo>
                  <a:pt x="52387" y="247650"/>
                </a:lnTo>
                <a:lnTo>
                  <a:pt x="14287" y="285750"/>
                </a:lnTo>
                <a:lnTo>
                  <a:pt x="4762" y="766762"/>
                </a:lnTo>
                <a:lnTo>
                  <a:pt x="3933825" y="766762"/>
                </a:lnTo>
                <a:cubicBezTo>
                  <a:pt x="3932237" y="511175"/>
                  <a:pt x="3930650" y="255587"/>
                  <a:pt x="3929062" y="0"/>
                </a:cubicBezTo>
                <a:lnTo>
                  <a:pt x="4214812" y="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Freeform: Shape 121">
            <a:extLst>
              <a:ext uri="{FF2B5EF4-FFF2-40B4-BE49-F238E27FC236}">
                <a16:creationId xmlns:a16="http://schemas.microsoft.com/office/drawing/2014/main" id="{ADCD619C-41D2-64E0-2D9A-CA531A10FDD2}"/>
              </a:ext>
            </a:extLst>
          </p:cNvPr>
          <p:cNvSpPr/>
          <p:nvPr/>
        </p:nvSpPr>
        <p:spPr>
          <a:xfrm>
            <a:off x="3035300" y="5365750"/>
            <a:ext cx="3575050" cy="527050"/>
          </a:xfrm>
          <a:custGeom>
            <a:avLst/>
            <a:gdLst>
              <a:gd name="csX0" fmla="*/ 3575050 w 3575050"/>
              <a:gd name="csY0" fmla="*/ 69850 h 527050"/>
              <a:gd name="csX1" fmla="*/ 3263900 w 3575050"/>
              <a:gd name="csY1" fmla="*/ 76200 h 527050"/>
              <a:gd name="csX2" fmla="*/ 3219450 w 3575050"/>
              <a:gd name="csY2" fmla="*/ 0 h 527050"/>
              <a:gd name="csX3" fmla="*/ 3048000 w 3575050"/>
              <a:gd name="csY3" fmla="*/ 6350 h 527050"/>
              <a:gd name="csX4" fmla="*/ 3003550 w 3575050"/>
              <a:gd name="csY4" fmla="*/ 88900 h 527050"/>
              <a:gd name="csX5" fmla="*/ 2101850 w 3575050"/>
              <a:gd name="csY5" fmla="*/ 88900 h 527050"/>
              <a:gd name="csX6" fmla="*/ 2051050 w 3575050"/>
              <a:gd name="csY6" fmla="*/ 177800 h 527050"/>
              <a:gd name="csX7" fmla="*/ 2051050 w 3575050"/>
              <a:gd name="csY7" fmla="*/ 368300 h 527050"/>
              <a:gd name="csX8" fmla="*/ 2120900 w 3575050"/>
              <a:gd name="csY8" fmla="*/ 438150 h 527050"/>
              <a:gd name="csX9" fmla="*/ 2120900 w 3575050"/>
              <a:gd name="csY9" fmla="*/ 527050 h 527050"/>
              <a:gd name="csX10" fmla="*/ 0 w 3575050"/>
              <a:gd name="csY10" fmla="*/ 527050 h 5270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3575050" h="527050">
                <a:moveTo>
                  <a:pt x="3575050" y="69850"/>
                </a:moveTo>
                <a:lnTo>
                  <a:pt x="3263900" y="76200"/>
                </a:lnTo>
                <a:lnTo>
                  <a:pt x="3219450" y="0"/>
                </a:lnTo>
                <a:lnTo>
                  <a:pt x="3048000" y="6350"/>
                </a:lnTo>
                <a:lnTo>
                  <a:pt x="3003550" y="88900"/>
                </a:lnTo>
                <a:lnTo>
                  <a:pt x="2101850" y="88900"/>
                </a:lnTo>
                <a:lnTo>
                  <a:pt x="2051050" y="177800"/>
                </a:lnTo>
                <a:lnTo>
                  <a:pt x="2051050" y="368300"/>
                </a:lnTo>
                <a:lnTo>
                  <a:pt x="2120900" y="438150"/>
                </a:lnTo>
                <a:lnTo>
                  <a:pt x="2120900" y="527050"/>
                </a:lnTo>
                <a:lnTo>
                  <a:pt x="0" y="52705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1801410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891966-B1AE-4A38-B82E-734E634C17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858C54-5AC1-ECDE-B05A-4697FE0631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- 37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68D1F970-4F46-0E40-8EE8-AE92B092F02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070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AF460C1-72F7-9F7F-4FBE-24FADFC3F9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61CC69D-EB88-D6F3-4EF3-5E9DA04FF4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06598AB-AF7B-3A89-21B1-987F72A23E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1282120-EA0B-F240-68B6-A7228397B9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42874E0F-A6DF-6D45-3A7F-014C30AC4155}"/>
              </a:ext>
            </a:extLst>
          </p:cNvPr>
          <p:cNvSpPr/>
          <p:nvPr/>
        </p:nvSpPr>
        <p:spPr>
          <a:xfrm>
            <a:off x="2630991" y="5059680"/>
            <a:ext cx="1849570" cy="134112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EBCC0F4-60B8-AC11-D262-787C2C0D6F64}"/>
              </a:ext>
            </a:extLst>
          </p:cNvPr>
          <p:cNvSpPr/>
          <p:nvPr/>
        </p:nvSpPr>
        <p:spPr>
          <a:xfrm>
            <a:off x="6024431" y="4821938"/>
            <a:ext cx="1849570" cy="134112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6D9EB51-7638-A2F2-691A-F55AF2EF808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63891" y="1411482"/>
            <a:ext cx="4733863" cy="356017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417843178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EE8DC6-5BBA-FDE4-9AE0-8CCB0B72F0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CAA4F713-CD54-2F20-1160-78FF3564F6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EE6D95A5-B8B7-ADC2-F598-2A2A4EA611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5B675BE7-00B1-BC88-AD59-382CF3572CC2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C66617AD-EFE1-D0EA-017A-123BBCC86EBF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10089AA-32DD-4DA5-727C-C49F154A8574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081BE1D-89CB-3CAA-F4E8-00C388A919FF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5223C6FF-E663-F6F8-AC02-458AF27A1247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0D1666E-51AD-185D-D014-4CBA4804F372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8184530C-B012-F460-28AE-B28115465BA0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D109E14A-79A2-906B-5B93-92373F3F492C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FE4D3FD8-E822-CF08-1DE3-7E9471685DB8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0BE6E694-0E75-ADA1-C83B-0D61958C92A7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C0BCF38-3817-268C-8B98-B67CA04CC5C4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7F62EC0-941A-8D98-E06B-2C98FA88236C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436E4A2C-CEF0-252B-4DCC-84C4527D7047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C14FAED5-57D6-C26C-0195-F207CC887552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5D67C540-66BD-FCA5-08C4-91907EB6A3A5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29C0F030-D467-30B1-E7DC-D04095F1E4F4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72205626-5903-26F1-4313-336DA0185A22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FBD9D49-468C-AC3B-74F8-689724B4D157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857A5BA7-9452-C225-E037-3529775CC69F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72F843FE-4697-FC74-8579-CFDBBA888618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D55B1EBB-4B7C-59E2-336C-60BD78DA1A4B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193F5D05-0A2D-607F-B95D-F521D4C9D0CE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636AE1A7-2D7C-8CFC-411E-DFD6500E45B9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092E7A20-7AE4-640D-CCCF-F3284FAAC915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05605834-793D-CB1A-9506-41D252D1CE04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CDE5AFB9-8448-528E-6DE2-61CFF5CB93EE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F990DC1-3DA6-0C0C-52B5-FA9E0973A2D5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B7B0135-EB65-924C-9582-4E40FBBA2D27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4F121F3-1E05-585A-4023-7355A3ED7AAA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46A6396-2D09-B022-A39E-1EE450AB5FE4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2ED2EE4-82DE-6B18-CBAE-BC1238B668E9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933CD05-3BEF-B72E-17FD-A2083B9B191B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75A7A0E-B577-9650-6122-5D72A4C497CC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82CCFB16-5A0B-F9D9-9AB3-E1893E1308A5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F7AB7E51-7646-DAE9-7B40-F42F46E40DEA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2CF95A2-9B16-5D32-2866-B1BFB7B45B6D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330D1C9-6459-DD73-3CBE-E35EA09BA5D7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AA8B392-D421-CC81-3BA3-8FD20E6AFF20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395EE94-6D97-4086-C457-280B06B9A7A6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DAC62C3-3D8A-054C-E57D-8FF914CC882F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B4ADBECA-00F7-6CB7-E173-47BB2EDFD6AF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AF1285FA-24E0-F023-12EE-28B0DA6B4A08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DC0CD3BB-82AC-0957-7F37-3C88E0F99E19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F46BA76-8ABC-6437-7F32-8DF9D38404A0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AC305D8A-D54B-B696-F7C0-F5C0726ACA7B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D18EC1ED-B8C0-6F88-4B5A-E0FB894F58B1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2D8FF52C-803D-1B57-A144-0AF85487309C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C0BAF58A-8015-C7FE-5CAE-F7B9AC2BA939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A1A1EFEA-60A0-8709-AE4D-C24B62AA952A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5BF8CB6A-A9CD-DBD4-774D-0BE374716492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69F5D88E-22CA-3683-91E3-8767022335B1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A8108E33-B709-9A05-6CA9-88E1BA5AF7C5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4A160FC7-E117-EC07-C645-62ED12C774FC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F678F52F-CEBC-23E5-E188-5F111CDCBCA8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3256AFDF-7C4A-D274-58CA-DD0932A26458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C5D1F4E9-7A62-A305-22E4-7E464017BE85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3D07226A-12E9-0309-BFD5-DA609FA9D3AE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9ED91312-EB53-24F1-4D9E-651431BE55B4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073EF39E-6A6E-EDF6-0ED9-278D1FBCDE7A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D8D3A99F-DF47-74E0-701F-D82F7A90DC14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F8BD9AD3-4A43-0F6A-1241-E88B2877F7DF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3D26EA4B-D72E-7D51-E816-6A9AB4A08FD7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182B8835-6FA9-8E18-BC06-DC12CC43DC8B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FB31AB31-8931-4460-3EF7-DE097019398B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676AD9D2-22BD-818E-ABFB-CF3F38243AF9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C7A60E9E-4109-664C-A2C4-A4C30B8B8FA3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E75A959B-A98E-A4F1-6CF4-7CDE1379B847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2BDFCD43-8A54-CF47-188A-6917ABB4D93B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F8209878-B2A0-1597-5C7D-E3E8AC379C6A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5CD94D7F-13CB-A80F-4C05-C922E23D0EB1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696F9EBB-7D9B-E17F-C20F-61807DBC623D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1222FE19-F3A9-AB82-A513-4B603194480A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A662F1B1-876C-EC1F-A451-646E227C2D76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2A7989DB-2668-8D11-30BD-AE5D4FD172C6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12D31583-CBBA-2AEC-598B-64A13F703455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BB6F0F8A-3053-A263-2BBF-18F4DF8034BA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CB88299E-9AEB-B175-6CA8-360A41DFF1AB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5FB52EAE-2FB1-15CF-2039-7E1327011DDA}"/>
              </a:ext>
            </a:extLst>
          </p:cNvPr>
          <p:cNvSpPr/>
          <p:nvPr/>
        </p:nvSpPr>
        <p:spPr>
          <a:xfrm>
            <a:off x="8078788" y="4775739"/>
            <a:ext cx="749300" cy="472910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AD85825D-7D02-29F5-4EFB-AC8BB97AD595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5628671A-C359-E9BB-1CA3-80B8FFC028A3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8E27002E-1E51-339F-5F0D-C399ADB8E61D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4F27F097-3D91-D9C1-CC9D-6B8D7A0D0171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0C5EED11-36D8-D513-4806-DBB02E30D832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2DF2F1BF-150E-934D-70CE-1629006C9493}"/>
              </a:ext>
            </a:extLst>
          </p:cNvPr>
          <p:cNvSpPr/>
          <p:nvPr/>
        </p:nvSpPr>
        <p:spPr>
          <a:xfrm>
            <a:off x="2278062" y="459224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12C1BCAB-5ED6-08EB-82DE-26518FE94305}"/>
              </a:ext>
            </a:extLst>
          </p:cNvPr>
          <p:cNvSpPr/>
          <p:nvPr/>
        </p:nvSpPr>
        <p:spPr>
          <a:xfrm>
            <a:off x="3043238" y="3248025"/>
            <a:ext cx="733425" cy="1524000"/>
          </a:xfrm>
          <a:custGeom>
            <a:avLst/>
            <a:gdLst>
              <a:gd name="csX0" fmla="*/ 733425 w 733425"/>
              <a:gd name="csY0" fmla="*/ 0 h 1524000"/>
              <a:gd name="csX1" fmla="*/ 61912 w 733425"/>
              <a:gd name="csY1" fmla="*/ 0 h 1524000"/>
              <a:gd name="csX2" fmla="*/ 52387 w 733425"/>
              <a:gd name="csY2" fmla="*/ 1524000 h 1524000"/>
              <a:gd name="csX3" fmla="*/ 0 w 733425"/>
              <a:gd name="csY3" fmla="*/ 1524000 h 152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33425" h="1524000">
                <a:moveTo>
                  <a:pt x="733425" y="0"/>
                </a:moveTo>
                <a:lnTo>
                  <a:pt x="61912" y="0"/>
                </a:lnTo>
                <a:lnTo>
                  <a:pt x="52387" y="1524000"/>
                </a:lnTo>
                <a:lnTo>
                  <a:pt x="0" y="15240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Freeform: Shape 93">
            <a:extLst>
              <a:ext uri="{FF2B5EF4-FFF2-40B4-BE49-F238E27FC236}">
                <a16:creationId xmlns:a16="http://schemas.microsoft.com/office/drawing/2014/main" id="{80ECD8B3-E506-DE49-903D-9D2A267EDA0E}"/>
              </a:ext>
            </a:extLst>
          </p:cNvPr>
          <p:cNvSpPr/>
          <p:nvPr/>
        </p:nvSpPr>
        <p:spPr>
          <a:xfrm>
            <a:off x="2657475" y="4957763"/>
            <a:ext cx="0" cy="133350"/>
          </a:xfrm>
          <a:custGeom>
            <a:avLst/>
            <a:gdLst>
              <a:gd name="csX0" fmla="*/ 0 w 0"/>
              <a:gd name="csY0" fmla="*/ 0 h 133350"/>
              <a:gd name="csX1" fmla="*/ 0 w 0"/>
              <a:gd name="csY1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83446866-920F-C9EC-2BB0-5CE5D96DB57D}"/>
              </a:ext>
            </a:extLst>
          </p:cNvPr>
          <p:cNvSpPr/>
          <p:nvPr/>
        </p:nvSpPr>
        <p:spPr>
          <a:xfrm>
            <a:off x="4540250" y="3060700"/>
            <a:ext cx="3041650" cy="2590800"/>
          </a:xfrm>
          <a:custGeom>
            <a:avLst/>
            <a:gdLst>
              <a:gd name="csX0" fmla="*/ 0 w 3041650"/>
              <a:gd name="csY0" fmla="*/ 25400 h 2590800"/>
              <a:gd name="csX1" fmla="*/ 1555750 w 3041650"/>
              <a:gd name="csY1" fmla="*/ 25400 h 2590800"/>
              <a:gd name="csX2" fmla="*/ 1581150 w 3041650"/>
              <a:gd name="csY2" fmla="*/ 0 h 2590800"/>
              <a:gd name="csX3" fmla="*/ 1752600 w 3041650"/>
              <a:gd name="csY3" fmla="*/ 0 h 2590800"/>
              <a:gd name="csX4" fmla="*/ 1797050 w 3041650"/>
              <a:gd name="csY4" fmla="*/ 31750 h 2590800"/>
              <a:gd name="csX5" fmla="*/ 3035300 w 3041650"/>
              <a:gd name="csY5" fmla="*/ 38100 h 2590800"/>
              <a:gd name="csX6" fmla="*/ 3041650 w 3041650"/>
              <a:gd name="csY6" fmla="*/ 2590800 h 2590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041650" h="2590800">
                <a:moveTo>
                  <a:pt x="0" y="25400"/>
                </a:moveTo>
                <a:lnTo>
                  <a:pt x="1555750" y="25400"/>
                </a:lnTo>
                <a:lnTo>
                  <a:pt x="1581150" y="0"/>
                </a:lnTo>
                <a:lnTo>
                  <a:pt x="1752600" y="0"/>
                </a:lnTo>
                <a:lnTo>
                  <a:pt x="1797050" y="31750"/>
                </a:lnTo>
                <a:lnTo>
                  <a:pt x="3035300" y="38100"/>
                </a:lnTo>
                <a:cubicBezTo>
                  <a:pt x="3037417" y="889000"/>
                  <a:pt x="3039533" y="1739900"/>
                  <a:pt x="3041650" y="25908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Freeform: Shape 92">
            <a:extLst>
              <a:ext uri="{FF2B5EF4-FFF2-40B4-BE49-F238E27FC236}">
                <a16:creationId xmlns:a16="http://schemas.microsoft.com/office/drawing/2014/main" id="{2B2F9DAD-D02E-E26E-6921-DFE0BF0CB86E}"/>
              </a:ext>
            </a:extLst>
          </p:cNvPr>
          <p:cNvSpPr/>
          <p:nvPr/>
        </p:nvSpPr>
        <p:spPr>
          <a:xfrm>
            <a:off x="4540250" y="3003550"/>
            <a:ext cx="3530600" cy="1962150"/>
          </a:xfrm>
          <a:custGeom>
            <a:avLst/>
            <a:gdLst>
              <a:gd name="csX0" fmla="*/ 0 w 3530600"/>
              <a:gd name="csY0" fmla="*/ 31750 h 1962150"/>
              <a:gd name="csX1" fmla="*/ 1524000 w 3530600"/>
              <a:gd name="csY1" fmla="*/ 31750 h 1962150"/>
              <a:gd name="csX2" fmla="*/ 1562100 w 3530600"/>
              <a:gd name="csY2" fmla="*/ 0 h 1962150"/>
              <a:gd name="csX3" fmla="*/ 1778000 w 3530600"/>
              <a:gd name="csY3" fmla="*/ 6350 h 1962150"/>
              <a:gd name="csX4" fmla="*/ 1809750 w 3530600"/>
              <a:gd name="csY4" fmla="*/ 38100 h 1962150"/>
              <a:gd name="csX5" fmla="*/ 3155950 w 3530600"/>
              <a:gd name="csY5" fmla="*/ 38100 h 1962150"/>
              <a:gd name="csX6" fmla="*/ 3162300 w 3530600"/>
              <a:gd name="csY6" fmla="*/ 1962150 h 1962150"/>
              <a:gd name="csX7" fmla="*/ 3530600 w 3530600"/>
              <a:gd name="csY7" fmla="*/ 1955800 h 1962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530600" h="1962150">
                <a:moveTo>
                  <a:pt x="0" y="31750"/>
                </a:moveTo>
                <a:lnTo>
                  <a:pt x="1524000" y="31750"/>
                </a:lnTo>
                <a:lnTo>
                  <a:pt x="1562100" y="0"/>
                </a:lnTo>
                <a:lnTo>
                  <a:pt x="1778000" y="6350"/>
                </a:lnTo>
                <a:lnTo>
                  <a:pt x="1809750" y="38100"/>
                </a:lnTo>
                <a:lnTo>
                  <a:pt x="3155950" y="38100"/>
                </a:lnTo>
                <a:cubicBezTo>
                  <a:pt x="3158067" y="679450"/>
                  <a:pt x="3160183" y="1320800"/>
                  <a:pt x="3162300" y="1962150"/>
                </a:cubicBezTo>
                <a:lnTo>
                  <a:pt x="3530600" y="1955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186C7F8C-0296-680B-7542-3A4688D7F5AC}"/>
              </a:ext>
            </a:extLst>
          </p:cNvPr>
          <p:cNvSpPr/>
          <p:nvPr/>
        </p:nvSpPr>
        <p:spPr>
          <a:xfrm>
            <a:off x="7956550" y="5251450"/>
            <a:ext cx="501650" cy="596900"/>
          </a:xfrm>
          <a:custGeom>
            <a:avLst/>
            <a:gdLst>
              <a:gd name="csX0" fmla="*/ 0 w 501650"/>
              <a:gd name="csY0" fmla="*/ 596900 h 596900"/>
              <a:gd name="csX1" fmla="*/ 501650 w 501650"/>
              <a:gd name="csY1" fmla="*/ 596900 h 596900"/>
              <a:gd name="csX2" fmla="*/ 501650 w 501650"/>
              <a:gd name="csY2" fmla="*/ 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1650" h="596900">
                <a:moveTo>
                  <a:pt x="0" y="596900"/>
                </a:moveTo>
                <a:lnTo>
                  <a:pt x="501650" y="596900"/>
                </a:lnTo>
                <a:lnTo>
                  <a:pt x="501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1D5B46CE-62BC-DE4E-8976-7B7DE96C9EDF}"/>
              </a:ext>
            </a:extLst>
          </p:cNvPr>
          <p:cNvSpPr/>
          <p:nvPr/>
        </p:nvSpPr>
        <p:spPr>
          <a:xfrm>
            <a:off x="3783806" y="29622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F8B986A7-2008-AA0B-CB10-619F50A46AB1}"/>
              </a:ext>
            </a:extLst>
          </p:cNvPr>
          <p:cNvSpPr/>
          <p:nvPr/>
        </p:nvSpPr>
        <p:spPr>
          <a:xfrm>
            <a:off x="7875587" y="3346796"/>
            <a:ext cx="763588" cy="583854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5CD8F005-B9A8-CE1A-EE20-F4C382129B19}"/>
              </a:ext>
            </a:extLst>
          </p:cNvPr>
          <p:cNvSpPr/>
          <p:nvPr/>
        </p:nvSpPr>
        <p:spPr>
          <a:xfrm>
            <a:off x="2284413" y="333851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FDA2E0D1-A713-35BA-61BD-8DFE9F6E721E}"/>
              </a:ext>
            </a:extLst>
          </p:cNvPr>
          <p:cNvSpPr/>
          <p:nvPr/>
        </p:nvSpPr>
        <p:spPr>
          <a:xfrm>
            <a:off x="2165350" y="3530600"/>
            <a:ext cx="1860550" cy="2603500"/>
          </a:xfrm>
          <a:custGeom>
            <a:avLst/>
            <a:gdLst>
              <a:gd name="csX0" fmla="*/ 120650 w 1860550"/>
              <a:gd name="csY0" fmla="*/ 0 h 2603500"/>
              <a:gd name="csX1" fmla="*/ 0 w 1860550"/>
              <a:gd name="csY1" fmla="*/ 6350 h 2603500"/>
              <a:gd name="csX2" fmla="*/ 0 w 1860550"/>
              <a:gd name="csY2" fmla="*/ 2603500 h 2603500"/>
              <a:gd name="csX3" fmla="*/ 1860550 w 1860550"/>
              <a:gd name="csY3" fmla="*/ 2603500 h 260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860550" h="2603500">
                <a:moveTo>
                  <a:pt x="120650" y="0"/>
                </a:moveTo>
                <a:lnTo>
                  <a:pt x="0" y="6350"/>
                </a:lnTo>
                <a:lnTo>
                  <a:pt x="0" y="2603500"/>
                </a:lnTo>
                <a:lnTo>
                  <a:pt x="1860550" y="26035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940E53E0-1E40-E678-EA2C-04FCF9FE899E}"/>
              </a:ext>
            </a:extLst>
          </p:cNvPr>
          <p:cNvSpPr/>
          <p:nvPr/>
        </p:nvSpPr>
        <p:spPr>
          <a:xfrm>
            <a:off x="5583237" y="3338512"/>
            <a:ext cx="751681" cy="4955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264F7810-1BFD-2313-FC77-85779DC46DF3}"/>
              </a:ext>
            </a:extLst>
          </p:cNvPr>
          <p:cNvSpPr/>
          <p:nvPr/>
        </p:nvSpPr>
        <p:spPr>
          <a:xfrm flipH="1">
            <a:off x="5910581" y="3835400"/>
            <a:ext cx="45719" cy="234156"/>
          </a:xfrm>
          <a:custGeom>
            <a:avLst/>
            <a:gdLst>
              <a:gd name="csX0" fmla="*/ 0 w 0"/>
              <a:gd name="csY0" fmla="*/ 0 h 247650"/>
              <a:gd name="csX1" fmla="*/ 0 w 0"/>
              <a:gd name="csY1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47650">
                <a:moveTo>
                  <a:pt x="0" y="0"/>
                </a:move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3EC576C8-413C-1439-B1D1-072C31E3371C}"/>
              </a:ext>
            </a:extLst>
          </p:cNvPr>
          <p:cNvSpPr/>
          <p:nvPr/>
        </p:nvSpPr>
        <p:spPr>
          <a:xfrm>
            <a:off x="6710363" y="408503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0FA8A8C0-4554-9378-E074-1859C6AC0438}"/>
              </a:ext>
            </a:extLst>
          </p:cNvPr>
          <p:cNvSpPr/>
          <p:nvPr/>
        </p:nvSpPr>
        <p:spPr>
          <a:xfrm>
            <a:off x="6338887" y="4271963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Freeform: Shape 105">
            <a:extLst>
              <a:ext uri="{FF2B5EF4-FFF2-40B4-BE49-F238E27FC236}">
                <a16:creationId xmlns:a16="http://schemas.microsoft.com/office/drawing/2014/main" id="{07562F98-6D16-68E6-269A-FB32C6C88B44}"/>
              </a:ext>
            </a:extLst>
          </p:cNvPr>
          <p:cNvSpPr/>
          <p:nvPr/>
        </p:nvSpPr>
        <p:spPr>
          <a:xfrm>
            <a:off x="6148388" y="4457700"/>
            <a:ext cx="0" cy="1200150"/>
          </a:xfrm>
          <a:custGeom>
            <a:avLst/>
            <a:gdLst>
              <a:gd name="csX0" fmla="*/ 0 w 0"/>
              <a:gd name="csY0" fmla="*/ 0 h 1200150"/>
              <a:gd name="csX1" fmla="*/ 0 w 0"/>
              <a:gd name="csY1" fmla="*/ 1200150 h 1200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200150">
                <a:moveTo>
                  <a:pt x="0" y="0"/>
                </a:moveTo>
                <a:lnTo>
                  <a:pt x="0" y="1200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9A72FE8B-EE8E-296F-07A2-D611E691543A}"/>
              </a:ext>
            </a:extLst>
          </p:cNvPr>
          <p:cNvSpPr/>
          <p:nvPr/>
        </p:nvSpPr>
        <p:spPr>
          <a:xfrm>
            <a:off x="5580856" y="40838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F5F441EE-29B7-0EE0-0603-B18341379667}"/>
              </a:ext>
            </a:extLst>
          </p:cNvPr>
          <p:cNvSpPr/>
          <p:nvPr/>
        </p:nvSpPr>
        <p:spPr>
          <a:xfrm>
            <a:off x="6608763" y="507991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Freeform: Shape 107">
            <a:extLst>
              <a:ext uri="{FF2B5EF4-FFF2-40B4-BE49-F238E27FC236}">
                <a16:creationId xmlns:a16="http://schemas.microsoft.com/office/drawing/2014/main" id="{CF84B7AD-DE1D-1622-7B13-A92F8BE71294}"/>
              </a:ext>
            </a:extLst>
          </p:cNvPr>
          <p:cNvSpPr/>
          <p:nvPr/>
        </p:nvSpPr>
        <p:spPr>
          <a:xfrm>
            <a:off x="6986588" y="5486400"/>
            <a:ext cx="209550" cy="266700"/>
          </a:xfrm>
          <a:custGeom>
            <a:avLst/>
            <a:gdLst>
              <a:gd name="csX0" fmla="*/ 0 w 209550"/>
              <a:gd name="csY0" fmla="*/ 0 h 266700"/>
              <a:gd name="csX1" fmla="*/ 0 w 209550"/>
              <a:gd name="csY1" fmla="*/ 266700 h 266700"/>
              <a:gd name="csX2" fmla="*/ 209550 w 209550"/>
              <a:gd name="csY2" fmla="*/ 266700 h 266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9550" h="266700">
                <a:moveTo>
                  <a:pt x="0" y="0"/>
                </a:moveTo>
                <a:lnTo>
                  <a:pt x="0" y="266700"/>
                </a:lnTo>
                <a:lnTo>
                  <a:pt x="209550" y="266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Freeform: Shape 108">
            <a:extLst>
              <a:ext uri="{FF2B5EF4-FFF2-40B4-BE49-F238E27FC236}">
                <a16:creationId xmlns:a16="http://schemas.microsoft.com/office/drawing/2014/main" id="{F1C11AB2-9DBC-6375-4B42-173316D8F795}"/>
              </a:ext>
            </a:extLst>
          </p:cNvPr>
          <p:cNvSpPr/>
          <p:nvPr/>
        </p:nvSpPr>
        <p:spPr>
          <a:xfrm>
            <a:off x="6731000" y="5842000"/>
            <a:ext cx="476250" cy="0"/>
          </a:xfrm>
          <a:custGeom>
            <a:avLst/>
            <a:gdLst>
              <a:gd name="csX0" fmla="*/ 0 w 476250"/>
              <a:gd name="csY0" fmla="*/ 0 h 0"/>
              <a:gd name="csX1" fmla="*/ 476250 w 4762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250">
                <a:moveTo>
                  <a:pt x="0" y="0"/>
                </a:moveTo>
                <a:lnTo>
                  <a:pt x="4762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Freeform: Shape 110">
            <a:extLst>
              <a:ext uri="{FF2B5EF4-FFF2-40B4-BE49-F238E27FC236}">
                <a16:creationId xmlns:a16="http://schemas.microsoft.com/office/drawing/2014/main" id="{3942C97C-844B-1314-8E75-A1A77903728B}"/>
              </a:ext>
            </a:extLst>
          </p:cNvPr>
          <p:cNvSpPr/>
          <p:nvPr/>
        </p:nvSpPr>
        <p:spPr>
          <a:xfrm>
            <a:off x="4843463" y="5838825"/>
            <a:ext cx="1109662" cy="219075"/>
          </a:xfrm>
          <a:custGeom>
            <a:avLst/>
            <a:gdLst>
              <a:gd name="csX0" fmla="*/ 1109662 w 1109662"/>
              <a:gd name="csY0" fmla="*/ 0 h 219075"/>
              <a:gd name="csX1" fmla="*/ 523875 w 1109662"/>
              <a:gd name="csY1" fmla="*/ 9525 h 219075"/>
              <a:gd name="csX2" fmla="*/ 523875 w 1109662"/>
              <a:gd name="csY2" fmla="*/ 219075 h 219075"/>
              <a:gd name="csX3" fmla="*/ 0 w 1109662"/>
              <a:gd name="csY3" fmla="*/ 209550 h 2190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09662" h="219075">
                <a:moveTo>
                  <a:pt x="1109662" y="0"/>
                </a:moveTo>
                <a:lnTo>
                  <a:pt x="523875" y="9525"/>
                </a:lnTo>
                <a:lnTo>
                  <a:pt x="523875" y="219075"/>
                </a:lnTo>
                <a:lnTo>
                  <a:pt x="0" y="209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Freeform: Shape 111">
            <a:extLst>
              <a:ext uri="{FF2B5EF4-FFF2-40B4-BE49-F238E27FC236}">
                <a16:creationId xmlns:a16="http://schemas.microsoft.com/office/drawing/2014/main" id="{ACD6BF29-FCBA-B97F-A639-C2660AF7FFF3}"/>
              </a:ext>
            </a:extLst>
          </p:cNvPr>
          <p:cNvSpPr/>
          <p:nvPr/>
        </p:nvSpPr>
        <p:spPr>
          <a:xfrm>
            <a:off x="4848225" y="6234113"/>
            <a:ext cx="1095375" cy="233362"/>
          </a:xfrm>
          <a:custGeom>
            <a:avLst/>
            <a:gdLst>
              <a:gd name="csX0" fmla="*/ 0 w 1095375"/>
              <a:gd name="csY0" fmla="*/ 0 h 233362"/>
              <a:gd name="csX1" fmla="*/ 514350 w 1095375"/>
              <a:gd name="csY1" fmla="*/ 4762 h 233362"/>
              <a:gd name="csX2" fmla="*/ 519113 w 1095375"/>
              <a:gd name="csY2" fmla="*/ 233362 h 233362"/>
              <a:gd name="csX3" fmla="*/ 1095375 w 1095375"/>
              <a:gd name="csY3" fmla="*/ 228600 h 2333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95375" h="233362">
                <a:moveTo>
                  <a:pt x="0" y="0"/>
                </a:moveTo>
                <a:lnTo>
                  <a:pt x="514350" y="4762"/>
                </a:lnTo>
                <a:cubicBezTo>
                  <a:pt x="515938" y="80962"/>
                  <a:pt x="517525" y="157162"/>
                  <a:pt x="519113" y="233362"/>
                </a:cubicBezTo>
                <a:lnTo>
                  <a:pt x="1095375" y="228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978A69FE-E454-502B-D782-EE915E92FE6A}"/>
              </a:ext>
            </a:extLst>
          </p:cNvPr>
          <p:cNvSpPr/>
          <p:nvPr/>
        </p:nvSpPr>
        <p:spPr>
          <a:xfrm>
            <a:off x="5959523" y="6284119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33685E73-7500-5EC1-3826-9F6169A83BFD}"/>
              </a:ext>
            </a:extLst>
          </p:cNvPr>
          <p:cNvSpPr/>
          <p:nvPr/>
        </p:nvSpPr>
        <p:spPr>
          <a:xfrm>
            <a:off x="5959475" y="5641893"/>
            <a:ext cx="749300" cy="5255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Rectangle 114">
            <a:extLst>
              <a:ext uri="{FF2B5EF4-FFF2-40B4-BE49-F238E27FC236}">
                <a16:creationId xmlns:a16="http://schemas.microsoft.com/office/drawing/2014/main" id="{01731CD0-29DC-9CF3-3B2F-C4C8CFFB2A8C}"/>
              </a:ext>
            </a:extLst>
          </p:cNvPr>
          <p:cNvSpPr/>
          <p:nvPr/>
        </p:nvSpPr>
        <p:spPr>
          <a:xfrm>
            <a:off x="4032250" y="5958780"/>
            <a:ext cx="749300" cy="37623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6A57C213-1CF1-359C-DDD1-9855365E02B0}"/>
              </a:ext>
            </a:extLst>
          </p:cNvPr>
          <p:cNvSpPr/>
          <p:nvPr/>
        </p:nvSpPr>
        <p:spPr>
          <a:xfrm>
            <a:off x="2286839" y="515302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96B995EA-04C8-69EA-97E6-BD78216BF919}"/>
              </a:ext>
            </a:extLst>
          </p:cNvPr>
          <p:cNvSpPr/>
          <p:nvPr/>
        </p:nvSpPr>
        <p:spPr>
          <a:xfrm>
            <a:off x="2286000" y="571182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Freeform: Shape 115">
            <a:extLst>
              <a:ext uri="{FF2B5EF4-FFF2-40B4-BE49-F238E27FC236}">
                <a16:creationId xmlns:a16="http://schemas.microsoft.com/office/drawing/2014/main" id="{9B713ED1-70B6-1492-D5D4-263AC259CDD9}"/>
              </a:ext>
            </a:extLst>
          </p:cNvPr>
          <p:cNvSpPr/>
          <p:nvPr/>
        </p:nvSpPr>
        <p:spPr>
          <a:xfrm>
            <a:off x="2660650" y="5524500"/>
            <a:ext cx="6350" cy="177800"/>
          </a:xfrm>
          <a:custGeom>
            <a:avLst/>
            <a:gdLst>
              <a:gd name="csX0" fmla="*/ 0 w 6350"/>
              <a:gd name="csY0" fmla="*/ 0 h 177800"/>
              <a:gd name="csX1" fmla="*/ 6350 w 6350"/>
              <a:gd name="csY1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177800">
                <a:moveTo>
                  <a:pt x="0" y="0"/>
                </a:moveTo>
                <a:lnTo>
                  <a:pt x="635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52955918-8527-5A01-CCB2-EB72D6E01BB9}"/>
              </a:ext>
            </a:extLst>
          </p:cNvPr>
          <p:cNvSpPr/>
          <p:nvPr/>
        </p:nvSpPr>
        <p:spPr>
          <a:xfrm>
            <a:off x="4030663" y="54554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Freeform: Shape 109">
            <a:extLst>
              <a:ext uri="{FF2B5EF4-FFF2-40B4-BE49-F238E27FC236}">
                <a16:creationId xmlns:a16="http://schemas.microsoft.com/office/drawing/2014/main" id="{3B66C428-D119-C452-09EF-FF3607C1FC9A}"/>
              </a:ext>
            </a:extLst>
          </p:cNvPr>
          <p:cNvSpPr/>
          <p:nvPr/>
        </p:nvSpPr>
        <p:spPr>
          <a:xfrm>
            <a:off x="4791075" y="5634038"/>
            <a:ext cx="1171575" cy="747712"/>
          </a:xfrm>
          <a:custGeom>
            <a:avLst/>
            <a:gdLst>
              <a:gd name="csX0" fmla="*/ 0 w 1171575"/>
              <a:gd name="csY0" fmla="*/ 0 h 747712"/>
              <a:gd name="csX1" fmla="*/ 790575 w 1171575"/>
              <a:gd name="csY1" fmla="*/ 4762 h 747712"/>
              <a:gd name="csX2" fmla="*/ 790575 w 1171575"/>
              <a:gd name="csY2" fmla="*/ 138112 h 747712"/>
              <a:gd name="csX3" fmla="*/ 842963 w 1171575"/>
              <a:gd name="csY3" fmla="*/ 166687 h 747712"/>
              <a:gd name="csX4" fmla="*/ 842963 w 1171575"/>
              <a:gd name="csY4" fmla="*/ 261937 h 747712"/>
              <a:gd name="csX5" fmla="*/ 795338 w 1171575"/>
              <a:gd name="csY5" fmla="*/ 290512 h 747712"/>
              <a:gd name="csX6" fmla="*/ 795338 w 1171575"/>
              <a:gd name="csY6" fmla="*/ 747712 h 747712"/>
              <a:gd name="csX7" fmla="*/ 1171575 w 1171575"/>
              <a:gd name="csY7" fmla="*/ 742950 h 7477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71575" h="747712">
                <a:moveTo>
                  <a:pt x="0" y="0"/>
                </a:moveTo>
                <a:lnTo>
                  <a:pt x="790575" y="4762"/>
                </a:lnTo>
                <a:lnTo>
                  <a:pt x="790575" y="138112"/>
                </a:lnTo>
                <a:lnTo>
                  <a:pt x="842963" y="166687"/>
                </a:lnTo>
                <a:lnTo>
                  <a:pt x="842963" y="261937"/>
                </a:lnTo>
                <a:lnTo>
                  <a:pt x="795338" y="290512"/>
                </a:lnTo>
                <a:lnTo>
                  <a:pt x="795338" y="747712"/>
                </a:lnTo>
                <a:lnTo>
                  <a:pt x="1171575" y="742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Rectangle 116">
            <a:extLst>
              <a:ext uri="{FF2B5EF4-FFF2-40B4-BE49-F238E27FC236}">
                <a16:creationId xmlns:a16="http://schemas.microsoft.com/office/drawing/2014/main" id="{C8228E08-5EF4-1E53-C347-74E236A76B5B}"/>
              </a:ext>
            </a:extLst>
          </p:cNvPr>
          <p:cNvSpPr/>
          <p:nvPr/>
        </p:nvSpPr>
        <p:spPr>
          <a:xfrm>
            <a:off x="5155272" y="470773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B5505926-7C29-0C2A-534E-B1E83EE3FD89}"/>
              </a:ext>
            </a:extLst>
          </p:cNvPr>
          <p:cNvSpPr/>
          <p:nvPr/>
        </p:nvSpPr>
        <p:spPr>
          <a:xfrm>
            <a:off x="4032250" y="470544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Freeform: Shape 118">
            <a:extLst>
              <a:ext uri="{FF2B5EF4-FFF2-40B4-BE49-F238E27FC236}">
                <a16:creationId xmlns:a16="http://schemas.microsoft.com/office/drawing/2014/main" id="{A46871C3-6B92-8755-2544-59AEC70C2EE4}"/>
              </a:ext>
            </a:extLst>
          </p:cNvPr>
          <p:cNvSpPr/>
          <p:nvPr/>
        </p:nvSpPr>
        <p:spPr>
          <a:xfrm>
            <a:off x="4781550" y="4886325"/>
            <a:ext cx="376238" cy="4763"/>
          </a:xfrm>
          <a:custGeom>
            <a:avLst/>
            <a:gdLst>
              <a:gd name="csX0" fmla="*/ 0 w 376238"/>
              <a:gd name="csY0" fmla="*/ 0 h 4763"/>
              <a:gd name="csX1" fmla="*/ 376238 w 376238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 h="4763">
                <a:moveTo>
                  <a:pt x="0" y="0"/>
                </a:moveTo>
                <a:lnTo>
                  <a:pt x="376238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Freeform: Shape 119">
            <a:extLst>
              <a:ext uri="{FF2B5EF4-FFF2-40B4-BE49-F238E27FC236}">
                <a16:creationId xmlns:a16="http://schemas.microsoft.com/office/drawing/2014/main" id="{E6D46949-FEAE-AB00-949F-6123400A2481}"/>
              </a:ext>
            </a:extLst>
          </p:cNvPr>
          <p:cNvSpPr/>
          <p:nvPr/>
        </p:nvSpPr>
        <p:spPr>
          <a:xfrm>
            <a:off x="4395788" y="5086350"/>
            <a:ext cx="4762" cy="366713"/>
          </a:xfrm>
          <a:custGeom>
            <a:avLst/>
            <a:gdLst>
              <a:gd name="csX0" fmla="*/ 0 w 4762"/>
              <a:gd name="csY0" fmla="*/ 0 h 366713"/>
              <a:gd name="csX1" fmla="*/ 4762 w 4762"/>
              <a:gd name="csY1" fmla="*/ 366713 h 3667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2" h="366713">
                <a:moveTo>
                  <a:pt x="0" y="0"/>
                </a:moveTo>
                <a:cubicBezTo>
                  <a:pt x="1587" y="122238"/>
                  <a:pt x="3175" y="244475"/>
                  <a:pt x="4762" y="3667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Freeform: Shape 120">
            <a:extLst>
              <a:ext uri="{FF2B5EF4-FFF2-40B4-BE49-F238E27FC236}">
                <a16:creationId xmlns:a16="http://schemas.microsoft.com/office/drawing/2014/main" id="{51905BB0-9958-1A29-4E56-122B52272E30}"/>
              </a:ext>
            </a:extLst>
          </p:cNvPr>
          <p:cNvSpPr/>
          <p:nvPr/>
        </p:nvSpPr>
        <p:spPr>
          <a:xfrm>
            <a:off x="3027680" y="4460240"/>
            <a:ext cx="4064000" cy="1359532"/>
          </a:xfrm>
          <a:custGeom>
            <a:avLst/>
            <a:gdLst>
              <a:gd name="csX0" fmla="*/ 4064000 w 4064000"/>
              <a:gd name="csY0" fmla="*/ 0 h 1402080"/>
              <a:gd name="csX1" fmla="*/ 4064000 w 4064000"/>
              <a:gd name="csY1" fmla="*/ 264160 h 1402080"/>
              <a:gd name="csX2" fmla="*/ 3251200 w 4064000"/>
              <a:gd name="csY2" fmla="*/ 274320 h 1402080"/>
              <a:gd name="csX3" fmla="*/ 3210560 w 4064000"/>
              <a:gd name="csY3" fmla="*/ 182880 h 1402080"/>
              <a:gd name="csX4" fmla="*/ 3048000 w 4064000"/>
              <a:gd name="csY4" fmla="*/ 182880 h 1402080"/>
              <a:gd name="csX5" fmla="*/ 3007360 w 4064000"/>
              <a:gd name="csY5" fmla="*/ 294640 h 1402080"/>
              <a:gd name="csX6" fmla="*/ 3017520 w 4064000"/>
              <a:gd name="csY6" fmla="*/ 812800 h 1402080"/>
              <a:gd name="csX7" fmla="*/ 1625600 w 4064000"/>
              <a:gd name="csY7" fmla="*/ 812800 h 1402080"/>
              <a:gd name="csX8" fmla="*/ 1544320 w 4064000"/>
              <a:gd name="csY8" fmla="*/ 751840 h 1402080"/>
              <a:gd name="csX9" fmla="*/ 1270000 w 4064000"/>
              <a:gd name="csY9" fmla="*/ 741680 h 1402080"/>
              <a:gd name="csX10" fmla="*/ 1168400 w 4064000"/>
              <a:gd name="csY10" fmla="*/ 812800 h 1402080"/>
              <a:gd name="csX11" fmla="*/ 447040 w 4064000"/>
              <a:gd name="csY11" fmla="*/ 822960 h 1402080"/>
              <a:gd name="csX12" fmla="*/ 447040 w 4064000"/>
              <a:gd name="csY12" fmla="*/ 1402080 h 1402080"/>
              <a:gd name="csX13" fmla="*/ 0 w 4064000"/>
              <a:gd name="csY13" fmla="*/ 1402080 h 14020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4064000" h="1402080">
                <a:moveTo>
                  <a:pt x="4064000" y="0"/>
                </a:moveTo>
                <a:lnTo>
                  <a:pt x="4064000" y="264160"/>
                </a:lnTo>
                <a:lnTo>
                  <a:pt x="3251200" y="274320"/>
                </a:lnTo>
                <a:lnTo>
                  <a:pt x="3210560" y="182880"/>
                </a:lnTo>
                <a:lnTo>
                  <a:pt x="3048000" y="182880"/>
                </a:lnTo>
                <a:lnTo>
                  <a:pt x="3007360" y="294640"/>
                </a:lnTo>
                <a:lnTo>
                  <a:pt x="3017520" y="812800"/>
                </a:lnTo>
                <a:lnTo>
                  <a:pt x="1625600" y="812800"/>
                </a:lnTo>
                <a:lnTo>
                  <a:pt x="1544320" y="751840"/>
                </a:lnTo>
                <a:lnTo>
                  <a:pt x="1270000" y="741680"/>
                </a:lnTo>
                <a:lnTo>
                  <a:pt x="1168400" y="812800"/>
                </a:lnTo>
                <a:lnTo>
                  <a:pt x="447040" y="822960"/>
                </a:lnTo>
                <a:lnTo>
                  <a:pt x="447040" y="1402080"/>
                </a:lnTo>
                <a:lnTo>
                  <a:pt x="0" y="140208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" name="Freeform: Shape 123">
            <a:extLst>
              <a:ext uri="{FF2B5EF4-FFF2-40B4-BE49-F238E27FC236}">
                <a16:creationId xmlns:a16="http://schemas.microsoft.com/office/drawing/2014/main" id="{3A6192A3-6102-2CA8-D276-55EBA856A501}"/>
              </a:ext>
            </a:extLst>
          </p:cNvPr>
          <p:cNvSpPr/>
          <p:nvPr/>
        </p:nvSpPr>
        <p:spPr>
          <a:xfrm>
            <a:off x="7567613" y="6034088"/>
            <a:ext cx="0" cy="242887"/>
          </a:xfrm>
          <a:custGeom>
            <a:avLst/>
            <a:gdLst>
              <a:gd name="csX0" fmla="*/ 0 w 0"/>
              <a:gd name="csY0" fmla="*/ 0 h 242887"/>
              <a:gd name="csX1" fmla="*/ 0 w 0"/>
              <a:gd name="csY1" fmla="*/ 242887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42887">
                <a:moveTo>
                  <a:pt x="0" y="0"/>
                </a:moveTo>
                <a:lnTo>
                  <a:pt x="0" y="2428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9DAC99E2-E486-2915-454B-9D715994E690}"/>
              </a:ext>
            </a:extLst>
          </p:cNvPr>
          <p:cNvSpPr/>
          <p:nvPr/>
        </p:nvSpPr>
        <p:spPr>
          <a:xfrm>
            <a:off x="7194232" y="62793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Rectangle 124">
            <a:extLst>
              <a:ext uri="{FF2B5EF4-FFF2-40B4-BE49-F238E27FC236}">
                <a16:creationId xmlns:a16="http://schemas.microsoft.com/office/drawing/2014/main" id="{B32EC170-6B36-27AD-9569-2343C3DC964E}"/>
              </a:ext>
            </a:extLst>
          </p:cNvPr>
          <p:cNvSpPr/>
          <p:nvPr/>
        </p:nvSpPr>
        <p:spPr>
          <a:xfrm>
            <a:off x="7200106" y="5641892"/>
            <a:ext cx="749300" cy="377660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Freeform: Shape 78">
            <a:extLst>
              <a:ext uri="{FF2B5EF4-FFF2-40B4-BE49-F238E27FC236}">
                <a16:creationId xmlns:a16="http://schemas.microsoft.com/office/drawing/2014/main" id="{EF7E00D1-08BA-CF39-3998-1BBDA00B9F40}"/>
              </a:ext>
            </a:extLst>
          </p:cNvPr>
          <p:cNvSpPr/>
          <p:nvPr/>
        </p:nvSpPr>
        <p:spPr>
          <a:xfrm>
            <a:off x="2967038" y="5938838"/>
            <a:ext cx="4214812" cy="766762"/>
          </a:xfrm>
          <a:custGeom>
            <a:avLst/>
            <a:gdLst>
              <a:gd name="csX0" fmla="*/ 0 w 4214812"/>
              <a:gd name="csY0" fmla="*/ 142875 h 766762"/>
              <a:gd name="csX1" fmla="*/ 57150 w 4214812"/>
              <a:gd name="csY1" fmla="*/ 171450 h 766762"/>
              <a:gd name="csX2" fmla="*/ 52387 w 4214812"/>
              <a:gd name="csY2" fmla="*/ 247650 h 766762"/>
              <a:gd name="csX3" fmla="*/ 14287 w 4214812"/>
              <a:gd name="csY3" fmla="*/ 285750 h 766762"/>
              <a:gd name="csX4" fmla="*/ 4762 w 4214812"/>
              <a:gd name="csY4" fmla="*/ 766762 h 766762"/>
              <a:gd name="csX5" fmla="*/ 3933825 w 4214812"/>
              <a:gd name="csY5" fmla="*/ 766762 h 766762"/>
              <a:gd name="csX6" fmla="*/ 3929062 w 4214812"/>
              <a:gd name="csY6" fmla="*/ 0 h 766762"/>
              <a:gd name="csX7" fmla="*/ 4214812 w 4214812"/>
              <a:gd name="csY7" fmla="*/ 0 h 766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214812" h="766762">
                <a:moveTo>
                  <a:pt x="0" y="142875"/>
                </a:moveTo>
                <a:lnTo>
                  <a:pt x="57150" y="171450"/>
                </a:lnTo>
                <a:lnTo>
                  <a:pt x="52387" y="247650"/>
                </a:lnTo>
                <a:lnTo>
                  <a:pt x="14287" y="285750"/>
                </a:lnTo>
                <a:lnTo>
                  <a:pt x="4762" y="766762"/>
                </a:lnTo>
                <a:lnTo>
                  <a:pt x="3933825" y="766762"/>
                </a:lnTo>
                <a:cubicBezTo>
                  <a:pt x="3932237" y="511175"/>
                  <a:pt x="3930650" y="255587"/>
                  <a:pt x="3929062" y="0"/>
                </a:cubicBezTo>
                <a:lnTo>
                  <a:pt x="4214812" y="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Freeform: Shape 121">
            <a:extLst>
              <a:ext uri="{FF2B5EF4-FFF2-40B4-BE49-F238E27FC236}">
                <a16:creationId xmlns:a16="http://schemas.microsoft.com/office/drawing/2014/main" id="{330A87E9-95C7-D138-A289-FD0EA379C91E}"/>
              </a:ext>
            </a:extLst>
          </p:cNvPr>
          <p:cNvSpPr/>
          <p:nvPr/>
        </p:nvSpPr>
        <p:spPr>
          <a:xfrm>
            <a:off x="3035300" y="5365750"/>
            <a:ext cx="3575050" cy="527050"/>
          </a:xfrm>
          <a:custGeom>
            <a:avLst/>
            <a:gdLst>
              <a:gd name="csX0" fmla="*/ 3575050 w 3575050"/>
              <a:gd name="csY0" fmla="*/ 69850 h 527050"/>
              <a:gd name="csX1" fmla="*/ 3263900 w 3575050"/>
              <a:gd name="csY1" fmla="*/ 76200 h 527050"/>
              <a:gd name="csX2" fmla="*/ 3219450 w 3575050"/>
              <a:gd name="csY2" fmla="*/ 0 h 527050"/>
              <a:gd name="csX3" fmla="*/ 3048000 w 3575050"/>
              <a:gd name="csY3" fmla="*/ 6350 h 527050"/>
              <a:gd name="csX4" fmla="*/ 3003550 w 3575050"/>
              <a:gd name="csY4" fmla="*/ 88900 h 527050"/>
              <a:gd name="csX5" fmla="*/ 2101850 w 3575050"/>
              <a:gd name="csY5" fmla="*/ 88900 h 527050"/>
              <a:gd name="csX6" fmla="*/ 2051050 w 3575050"/>
              <a:gd name="csY6" fmla="*/ 177800 h 527050"/>
              <a:gd name="csX7" fmla="*/ 2051050 w 3575050"/>
              <a:gd name="csY7" fmla="*/ 368300 h 527050"/>
              <a:gd name="csX8" fmla="*/ 2120900 w 3575050"/>
              <a:gd name="csY8" fmla="*/ 438150 h 527050"/>
              <a:gd name="csX9" fmla="*/ 2120900 w 3575050"/>
              <a:gd name="csY9" fmla="*/ 527050 h 527050"/>
              <a:gd name="csX10" fmla="*/ 0 w 3575050"/>
              <a:gd name="csY10" fmla="*/ 527050 h 5270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3575050" h="527050">
                <a:moveTo>
                  <a:pt x="3575050" y="69850"/>
                </a:moveTo>
                <a:lnTo>
                  <a:pt x="3263900" y="76200"/>
                </a:lnTo>
                <a:lnTo>
                  <a:pt x="3219450" y="0"/>
                </a:lnTo>
                <a:lnTo>
                  <a:pt x="3048000" y="6350"/>
                </a:lnTo>
                <a:lnTo>
                  <a:pt x="3003550" y="88900"/>
                </a:lnTo>
                <a:lnTo>
                  <a:pt x="2101850" y="88900"/>
                </a:lnTo>
                <a:lnTo>
                  <a:pt x="2051050" y="177800"/>
                </a:lnTo>
                <a:lnTo>
                  <a:pt x="2051050" y="368300"/>
                </a:lnTo>
                <a:lnTo>
                  <a:pt x="2120900" y="438150"/>
                </a:lnTo>
                <a:lnTo>
                  <a:pt x="2120900" y="527050"/>
                </a:lnTo>
                <a:lnTo>
                  <a:pt x="0" y="52705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6120348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F3FBD8-37FA-5FD3-1145-03FD18762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8F4D90-55A5-838D-E260-771AFC473D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- 38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E9CC2C0-AE30-DA05-F757-8D86FFADE29A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071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31F0369-2980-01A4-5053-0A22799960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207D23D-0318-3920-038C-9FC9E4EA12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2CFC0C3-4A91-2366-5782-DD05285EF9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F9FDB6D-A5AA-BEF7-4D02-1B9AD10DC6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47190FB-1A99-404B-2851-DE3EFDE642C5}"/>
              </a:ext>
            </a:extLst>
          </p:cNvPr>
          <p:cNvSpPr/>
          <p:nvPr/>
        </p:nvSpPr>
        <p:spPr>
          <a:xfrm>
            <a:off x="2570480" y="4702428"/>
            <a:ext cx="3525520" cy="1749172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D07AE7C-1254-3A80-0AE3-25937C42FAA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61819" y="1293946"/>
            <a:ext cx="6118940" cy="427010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611498833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FC9BC2-2763-349F-5CC1-9867B54791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4C5321C9-5FE1-003E-A321-37A7808759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87A1AAF9-E16D-A786-2E7F-13B0FF7514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D1227E40-1099-3821-CF8A-D5F0EF31BA8F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2A056B37-CAA2-C44D-F741-9D1178290BEA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243FE44-1B11-47CE-CBFF-B2E56CB7460F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5EFBAB1-3685-498A-92A6-F0C79B6ED4B7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AD3DB0B4-0899-7F2F-8D9A-FA40E8EBB2DD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C77485F-90E3-DACC-644C-2935BF4A0AD3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2E4338B5-C63E-4DF4-4102-C32A5AD41D6C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BB7B9F8D-FC84-830B-2735-EB8D207A9546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6EC148F2-91C9-C75F-54EF-E5126310985A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B87A9368-16BD-70B5-D78F-A6704363C23B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16B3883E-6038-924F-52F0-F8E4930D8EF1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4A0125B5-9B8C-BC6C-0F7F-A374C69606D3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FB1EB8E4-94D1-1B8E-63B6-DF2D6F3B6D0B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E8624FFE-B06B-FE28-3F24-018BD6A74FF4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4FCD43E6-4FD1-C15A-3452-379597CAB17C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8D542642-9C03-4125-F7AE-749B58055213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E3DA42D4-A9D5-CD9A-7435-032238DD725C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AF7A3FB0-9C24-EC23-2920-1AB78E266934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205163B0-8AE0-E53F-2330-143A7923135A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03A7896A-4129-F897-7570-5C39876C2EC6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BF0D6717-3CE6-AF80-D906-F4633E0C6591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E6261941-D8D3-FBA0-47C0-E59DFC386618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E1C2A884-3235-DEA0-9C80-DE9517E009BA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C327E644-F85D-E207-16D7-9FEECEDACB32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3532339B-849E-807F-53D4-A342E504CAB2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A8462677-1D22-A56E-FBA7-B520778CCD19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25FEB10-C93F-040E-7AD2-939B4FC673F5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526111E-6384-24A8-5E9C-D18BD5683CA6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57A54E6-6D0D-7325-64B9-FA8681A5A7EA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F7443F5-64EE-882B-ADE0-BFBADE16B43E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A245E38-4CC1-3D5E-E339-ED242317B448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FB9607A1-2932-9B5B-4235-C0E714E5B3FD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4017C92-D5A8-CCA2-58CF-48450C80DA01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5FDED0D8-9E9D-92DD-076D-1771CE66241A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F99AC918-B535-A088-1281-CF7626A661B8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D8B7A178-75C0-D210-BB10-09779421DDE7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E1912AA-AA6C-E51B-4FEA-F2C9C81907AE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C5A7247-2E44-507E-8886-90400302B696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F10650B5-7B08-F29A-8535-1C1B2655D9E1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3C49324-8E43-A8C9-9C37-B2BA9FC3C574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B12EA752-2C59-D30F-5505-70F8385C33EF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5DB50C7F-4CCD-5FEC-20DA-88DFCBF7BD2D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08BEDD01-3E8E-514E-ED7C-06C0E5F42800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249DD13C-BA66-F6B2-59D1-0495BA5AF008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49698DE4-8129-ABA7-4C72-58D43B4AD309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F0CB5EFF-176F-6E46-B40C-0BEB3E15EB3D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74EEA293-D9DC-818A-7B44-56EFED3EDFD1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370D1F3F-0E49-FAC5-A989-86BB661DD114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293DDD7C-4840-9AAF-BF63-837FC33FA1EA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F917C236-340C-A63D-E89E-1FBB5CA7809F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1CB3ABDA-33F8-1529-E10A-5BD1D16CF036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740ACAF9-559A-1625-765A-79AF99006238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5B37A03F-C2DB-A83C-1EA7-7DBF4320E387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2D8D18DF-D3C5-7E6F-AD18-04CF063BF6E4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4BF21F99-7DA9-7CD0-E875-4F0807803424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3982198D-4F84-80DC-CFEE-86DD7E3D2A71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5A7B0AA8-3AFE-8B0E-13D4-AD69C084E947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8F1BEBC7-03D9-8B7E-8906-8995737D7833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5FB039DC-6BE1-A764-41F0-2C8373BD5EF0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03D63493-591D-66A2-946E-E38CA4EF1536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F23F9DE6-BE7E-C7EC-6EF9-A945BA4D5BCF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6D748975-B182-4241-68CE-18D8297B0C71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66F62915-5F1A-5377-09B1-EFEB15D488DF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6AF49AE1-B065-BE7C-4BC0-5B4CBCD369B8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FC5E4407-961B-776E-7639-A223EF9EDB82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6FA3AEDC-0C2B-F385-2D66-1BC81CE4F0C5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B0B5C597-784D-2C65-E426-9E9A290CD463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D446F420-B6EC-43E6-4950-6E6739AEA326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3124E629-C5DB-989E-545D-89AF31AEE54B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C1819AD1-5D73-7735-6BD3-72924165CCC7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C9A10887-6474-F3F8-B1BA-DF8E163F9FA0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895D7656-0035-6E38-2E69-6E2A85B903D4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DB7F8740-C377-09FC-54D7-B273137EC058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FAF57F6D-6394-7F60-A390-BC438CDF9236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33D731E0-0194-81BF-C5F3-87888269C844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81A23275-8929-023A-852C-098C59CB4461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6A249DA1-C0CD-1314-C05D-9E19670374FA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200B895A-D95A-1304-8F50-FA8A434E041A}"/>
              </a:ext>
            </a:extLst>
          </p:cNvPr>
          <p:cNvSpPr/>
          <p:nvPr/>
        </p:nvSpPr>
        <p:spPr>
          <a:xfrm>
            <a:off x="8078788" y="4775739"/>
            <a:ext cx="749300" cy="472910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FDACD47F-F123-0761-2DFC-A8BDFC34E43C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9A3D8586-4DFD-CC6A-DB12-25B0745895F5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08CF275C-DCF1-60C0-989E-D7256923DC9D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0C29B209-24B9-D1C0-24FA-EC5083148734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D725A7DF-0442-0F61-2684-92EDF4A6FBA2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B386B00C-79D5-25EE-4E67-8000B04048BB}"/>
              </a:ext>
            </a:extLst>
          </p:cNvPr>
          <p:cNvSpPr/>
          <p:nvPr/>
        </p:nvSpPr>
        <p:spPr>
          <a:xfrm>
            <a:off x="2278062" y="459224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EE2B9D63-4D90-F24B-9725-683F691D5E8B}"/>
              </a:ext>
            </a:extLst>
          </p:cNvPr>
          <p:cNvSpPr/>
          <p:nvPr/>
        </p:nvSpPr>
        <p:spPr>
          <a:xfrm>
            <a:off x="3043238" y="3248025"/>
            <a:ext cx="733425" cy="1524000"/>
          </a:xfrm>
          <a:custGeom>
            <a:avLst/>
            <a:gdLst>
              <a:gd name="csX0" fmla="*/ 733425 w 733425"/>
              <a:gd name="csY0" fmla="*/ 0 h 1524000"/>
              <a:gd name="csX1" fmla="*/ 61912 w 733425"/>
              <a:gd name="csY1" fmla="*/ 0 h 1524000"/>
              <a:gd name="csX2" fmla="*/ 52387 w 733425"/>
              <a:gd name="csY2" fmla="*/ 1524000 h 1524000"/>
              <a:gd name="csX3" fmla="*/ 0 w 733425"/>
              <a:gd name="csY3" fmla="*/ 1524000 h 152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33425" h="1524000">
                <a:moveTo>
                  <a:pt x="733425" y="0"/>
                </a:moveTo>
                <a:lnTo>
                  <a:pt x="61912" y="0"/>
                </a:lnTo>
                <a:lnTo>
                  <a:pt x="52387" y="1524000"/>
                </a:lnTo>
                <a:lnTo>
                  <a:pt x="0" y="15240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Freeform: Shape 93">
            <a:extLst>
              <a:ext uri="{FF2B5EF4-FFF2-40B4-BE49-F238E27FC236}">
                <a16:creationId xmlns:a16="http://schemas.microsoft.com/office/drawing/2014/main" id="{F590BADA-B262-237A-775B-0BAAAADC08D8}"/>
              </a:ext>
            </a:extLst>
          </p:cNvPr>
          <p:cNvSpPr/>
          <p:nvPr/>
        </p:nvSpPr>
        <p:spPr>
          <a:xfrm>
            <a:off x="2657475" y="4957763"/>
            <a:ext cx="0" cy="133350"/>
          </a:xfrm>
          <a:custGeom>
            <a:avLst/>
            <a:gdLst>
              <a:gd name="csX0" fmla="*/ 0 w 0"/>
              <a:gd name="csY0" fmla="*/ 0 h 133350"/>
              <a:gd name="csX1" fmla="*/ 0 w 0"/>
              <a:gd name="csY1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967E1719-5A4F-A47C-B0A7-1957F00C2FC0}"/>
              </a:ext>
            </a:extLst>
          </p:cNvPr>
          <p:cNvSpPr/>
          <p:nvPr/>
        </p:nvSpPr>
        <p:spPr>
          <a:xfrm>
            <a:off x="4540250" y="3060700"/>
            <a:ext cx="3041650" cy="2590800"/>
          </a:xfrm>
          <a:custGeom>
            <a:avLst/>
            <a:gdLst>
              <a:gd name="csX0" fmla="*/ 0 w 3041650"/>
              <a:gd name="csY0" fmla="*/ 25400 h 2590800"/>
              <a:gd name="csX1" fmla="*/ 1555750 w 3041650"/>
              <a:gd name="csY1" fmla="*/ 25400 h 2590800"/>
              <a:gd name="csX2" fmla="*/ 1581150 w 3041650"/>
              <a:gd name="csY2" fmla="*/ 0 h 2590800"/>
              <a:gd name="csX3" fmla="*/ 1752600 w 3041650"/>
              <a:gd name="csY3" fmla="*/ 0 h 2590800"/>
              <a:gd name="csX4" fmla="*/ 1797050 w 3041650"/>
              <a:gd name="csY4" fmla="*/ 31750 h 2590800"/>
              <a:gd name="csX5" fmla="*/ 3035300 w 3041650"/>
              <a:gd name="csY5" fmla="*/ 38100 h 2590800"/>
              <a:gd name="csX6" fmla="*/ 3041650 w 3041650"/>
              <a:gd name="csY6" fmla="*/ 2590800 h 2590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041650" h="2590800">
                <a:moveTo>
                  <a:pt x="0" y="25400"/>
                </a:moveTo>
                <a:lnTo>
                  <a:pt x="1555750" y="25400"/>
                </a:lnTo>
                <a:lnTo>
                  <a:pt x="1581150" y="0"/>
                </a:lnTo>
                <a:lnTo>
                  <a:pt x="1752600" y="0"/>
                </a:lnTo>
                <a:lnTo>
                  <a:pt x="1797050" y="31750"/>
                </a:lnTo>
                <a:lnTo>
                  <a:pt x="3035300" y="38100"/>
                </a:lnTo>
                <a:cubicBezTo>
                  <a:pt x="3037417" y="889000"/>
                  <a:pt x="3039533" y="1739900"/>
                  <a:pt x="3041650" y="25908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Freeform: Shape 92">
            <a:extLst>
              <a:ext uri="{FF2B5EF4-FFF2-40B4-BE49-F238E27FC236}">
                <a16:creationId xmlns:a16="http://schemas.microsoft.com/office/drawing/2014/main" id="{27FD6A13-F3C4-CE25-D9BF-BF303492B475}"/>
              </a:ext>
            </a:extLst>
          </p:cNvPr>
          <p:cNvSpPr/>
          <p:nvPr/>
        </p:nvSpPr>
        <p:spPr>
          <a:xfrm>
            <a:off x="4540250" y="3003550"/>
            <a:ext cx="3530600" cy="1962150"/>
          </a:xfrm>
          <a:custGeom>
            <a:avLst/>
            <a:gdLst>
              <a:gd name="csX0" fmla="*/ 0 w 3530600"/>
              <a:gd name="csY0" fmla="*/ 31750 h 1962150"/>
              <a:gd name="csX1" fmla="*/ 1524000 w 3530600"/>
              <a:gd name="csY1" fmla="*/ 31750 h 1962150"/>
              <a:gd name="csX2" fmla="*/ 1562100 w 3530600"/>
              <a:gd name="csY2" fmla="*/ 0 h 1962150"/>
              <a:gd name="csX3" fmla="*/ 1778000 w 3530600"/>
              <a:gd name="csY3" fmla="*/ 6350 h 1962150"/>
              <a:gd name="csX4" fmla="*/ 1809750 w 3530600"/>
              <a:gd name="csY4" fmla="*/ 38100 h 1962150"/>
              <a:gd name="csX5" fmla="*/ 3155950 w 3530600"/>
              <a:gd name="csY5" fmla="*/ 38100 h 1962150"/>
              <a:gd name="csX6" fmla="*/ 3162300 w 3530600"/>
              <a:gd name="csY6" fmla="*/ 1962150 h 1962150"/>
              <a:gd name="csX7" fmla="*/ 3530600 w 3530600"/>
              <a:gd name="csY7" fmla="*/ 1955800 h 1962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530600" h="1962150">
                <a:moveTo>
                  <a:pt x="0" y="31750"/>
                </a:moveTo>
                <a:lnTo>
                  <a:pt x="1524000" y="31750"/>
                </a:lnTo>
                <a:lnTo>
                  <a:pt x="1562100" y="0"/>
                </a:lnTo>
                <a:lnTo>
                  <a:pt x="1778000" y="6350"/>
                </a:lnTo>
                <a:lnTo>
                  <a:pt x="1809750" y="38100"/>
                </a:lnTo>
                <a:lnTo>
                  <a:pt x="3155950" y="38100"/>
                </a:lnTo>
                <a:cubicBezTo>
                  <a:pt x="3158067" y="679450"/>
                  <a:pt x="3160183" y="1320800"/>
                  <a:pt x="3162300" y="1962150"/>
                </a:cubicBezTo>
                <a:lnTo>
                  <a:pt x="3530600" y="1955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F693A6CC-DA2A-9586-ECB2-9147FEAC2A24}"/>
              </a:ext>
            </a:extLst>
          </p:cNvPr>
          <p:cNvSpPr/>
          <p:nvPr/>
        </p:nvSpPr>
        <p:spPr>
          <a:xfrm>
            <a:off x="7956550" y="5251450"/>
            <a:ext cx="501650" cy="596900"/>
          </a:xfrm>
          <a:custGeom>
            <a:avLst/>
            <a:gdLst>
              <a:gd name="csX0" fmla="*/ 0 w 501650"/>
              <a:gd name="csY0" fmla="*/ 596900 h 596900"/>
              <a:gd name="csX1" fmla="*/ 501650 w 501650"/>
              <a:gd name="csY1" fmla="*/ 596900 h 596900"/>
              <a:gd name="csX2" fmla="*/ 501650 w 501650"/>
              <a:gd name="csY2" fmla="*/ 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1650" h="596900">
                <a:moveTo>
                  <a:pt x="0" y="596900"/>
                </a:moveTo>
                <a:lnTo>
                  <a:pt x="501650" y="596900"/>
                </a:lnTo>
                <a:lnTo>
                  <a:pt x="501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597E229D-52E8-5543-40F8-BCA8BB552C43}"/>
              </a:ext>
            </a:extLst>
          </p:cNvPr>
          <p:cNvSpPr/>
          <p:nvPr/>
        </p:nvSpPr>
        <p:spPr>
          <a:xfrm>
            <a:off x="3783806" y="29622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2790BDA7-FEED-F5FE-FA96-36CEF7446D6A}"/>
              </a:ext>
            </a:extLst>
          </p:cNvPr>
          <p:cNvSpPr/>
          <p:nvPr/>
        </p:nvSpPr>
        <p:spPr>
          <a:xfrm>
            <a:off x="7875587" y="3346796"/>
            <a:ext cx="763588" cy="583854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9AD03037-BE0A-443D-FE63-C4AA89236D0C}"/>
              </a:ext>
            </a:extLst>
          </p:cNvPr>
          <p:cNvSpPr/>
          <p:nvPr/>
        </p:nvSpPr>
        <p:spPr>
          <a:xfrm>
            <a:off x="2284413" y="333851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958A2DB9-EB0B-8287-04D7-55F203FBF871}"/>
              </a:ext>
            </a:extLst>
          </p:cNvPr>
          <p:cNvSpPr/>
          <p:nvPr/>
        </p:nvSpPr>
        <p:spPr>
          <a:xfrm>
            <a:off x="2165350" y="3530600"/>
            <a:ext cx="1860550" cy="2603500"/>
          </a:xfrm>
          <a:custGeom>
            <a:avLst/>
            <a:gdLst>
              <a:gd name="csX0" fmla="*/ 120650 w 1860550"/>
              <a:gd name="csY0" fmla="*/ 0 h 2603500"/>
              <a:gd name="csX1" fmla="*/ 0 w 1860550"/>
              <a:gd name="csY1" fmla="*/ 6350 h 2603500"/>
              <a:gd name="csX2" fmla="*/ 0 w 1860550"/>
              <a:gd name="csY2" fmla="*/ 2603500 h 2603500"/>
              <a:gd name="csX3" fmla="*/ 1860550 w 1860550"/>
              <a:gd name="csY3" fmla="*/ 2603500 h 260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860550" h="2603500">
                <a:moveTo>
                  <a:pt x="120650" y="0"/>
                </a:moveTo>
                <a:lnTo>
                  <a:pt x="0" y="6350"/>
                </a:lnTo>
                <a:lnTo>
                  <a:pt x="0" y="2603500"/>
                </a:lnTo>
                <a:lnTo>
                  <a:pt x="1860550" y="26035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F997ACD9-F83A-8EA7-12BD-EF4A8C521DBC}"/>
              </a:ext>
            </a:extLst>
          </p:cNvPr>
          <p:cNvSpPr/>
          <p:nvPr/>
        </p:nvSpPr>
        <p:spPr>
          <a:xfrm>
            <a:off x="5583237" y="3338512"/>
            <a:ext cx="751681" cy="4955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7B96B712-3C4B-1B81-9A84-94ADF1276A35}"/>
              </a:ext>
            </a:extLst>
          </p:cNvPr>
          <p:cNvSpPr/>
          <p:nvPr/>
        </p:nvSpPr>
        <p:spPr>
          <a:xfrm flipH="1">
            <a:off x="5910581" y="3835400"/>
            <a:ext cx="45719" cy="234156"/>
          </a:xfrm>
          <a:custGeom>
            <a:avLst/>
            <a:gdLst>
              <a:gd name="csX0" fmla="*/ 0 w 0"/>
              <a:gd name="csY0" fmla="*/ 0 h 247650"/>
              <a:gd name="csX1" fmla="*/ 0 w 0"/>
              <a:gd name="csY1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47650">
                <a:moveTo>
                  <a:pt x="0" y="0"/>
                </a:move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DE46AAB7-9E28-FC1A-F532-316CF694617B}"/>
              </a:ext>
            </a:extLst>
          </p:cNvPr>
          <p:cNvSpPr/>
          <p:nvPr/>
        </p:nvSpPr>
        <p:spPr>
          <a:xfrm>
            <a:off x="6710363" y="408503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7D1E0368-063B-5ECF-29F7-55E24B09D8E3}"/>
              </a:ext>
            </a:extLst>
          </p:cNvPr>
          <p:cNvSpPr/>
          <p:nvPr/>
        </p:nvSpPr>
        <p:spPr>
          <a:xfrm>
            <a:off x="6338887" y="4271963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Freeform: Shape 105">
            <a:extLst>
              <a:ext uri="{FF2B5EF4-FFF2-40B4-BE49-F238E27FC236}">
                <a16:creationId xmlns:a16="http://schemas.microsoft.com/office/drawing/2014/main" id="{71DDAAB8-6482-ED70-5F7D-5DCA63CBCB32}"/>
              </a:ext>
            </a:extLst>
          </p:cNvPr>
          <p:cNvSpPr/>
          <p:nvPr/>
        </p:nvSpPr>
        <p:spPr>
          <a:xfrm>
            <a:off x="6148388" y="4457700"/>
            <a:ext cx="0" cy="1200150"/>
          </a:xfrm>
          <a:custGeom>
            <a:avLst/>
            <a:gdLst>
              <a:gd name="csX0" fmla="*/ 0 w 0"/>
              <a:gd name="csY0" fmla="*/ 0 h 1200150"/>
              <a:gd name="csX1" fmla="*/ 0 w 0"/>
              <a:gd name="csY1" fmla="*/ 1200150 h 1200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200150">
                <a:moveTo>
                  <a:pt x="0" y="0"/>
                </a:moveTo>
                <a:lnTo>
                  <a:pt x="0" y="1200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C3A04B01-2D8F-CFD4-90CE-1CA57FA39427}"/>
              </a:ext>
            </a:extLst>
          </p:cNvPr>
          <p:cNvSpPr/>
          <p:nvPr/>
        </p:nvSpPr>
        <p:spPr>
          <a:xfrm>
            <a:off x="5580856" y="40838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897DC740-F56F-9FA8-097C-2276EE36B35A}"/>
              </a:ext>
            </a:extLst>
          </p:cNvPr>
          <p:cNvSpPr/>
          <p:nvPr/>
        </p:nvSpPr>
        <p:spPr>
          <a:xfrm>
            <a:off x="6608763" y="507991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Freeform: Shape 107">
            <a:extLst>
              <a:ext uri="{FF2B5EF4-FFF2-40B4-BE49-F238E27FC236}">
                <a16:creationId xmlns:a16="http://schemas.microsoft.com/office/drawing/2014/main" id="{3E721032-EEF9-DD9F-00C5-C95CFCC50EC5}"/>
              </a:ext>
            </a:extLst>
          </p:cNvPr>
          <p:cNvSpPr/>
          <p:nvPr/>
        </p:nvSpPr>
        <p:spPr>
          <a:xfrm>
            <a:off x="6986588" y="5486400"/>
            <a:ext cx="209550" cy="266700"/>
          </a:xfrm>
          <a:custGeom>
            <a:avLst/>
            <a:gdLst>
              <a:gd name="csX0" fmla="*/ 0 w 209550"/>
              <a:gd name="csY0" fmla="*/ 0 h 266700"/>
              <a:gd name="csX1" fmla="*/ 0 w 209550"/>
              <a:gd name="csY1" fmla="*/ 266700 h 266700"/>
              <a:gd name="csX2" fmla="*/ 209550 w 209550"/>
              <a:gd name="csY2" fmla="*/ 266700 h 266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9550" h="266700">
                <a:moveTo>
                  <a:pt x="0" y="0"/>
                </a:moveTo>
                <a:lnTo>
                  <a:pt x="0" y="266700"/>
                </a:lnTo>
                <a:lnTo>
                  <a:pt x="209550" y="266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Freeform: Shape 108">
            <a:extLst>
              <a:ext uri="{FF2B5EF4-FFF2-40B4-BE49-F238E27FC236}">
                <a16:creationId xmlns:a16="http://schemas.microsoft.com/office/drawing/2014/main" id="{0065F6A0-B94C-11F8-5676-DA5BABCBAA39}"/>
              </a:ext>
            </a:extLst>
          </p:cNvPr>
          <p:cNvSpPr/>
          <p:nvPr/>
        </p:nvSpPr>
        <p:spPr>
          <a:xfrm>
            <a:off x="6731000" y="5842000"/>
            <a:ext cx="476250" cy="0"/>
          </a:xfrm>
          <a:custGeom>
            <a:avLst/>
            <a:gdLst>
              <a:gd name="csX0" fmla="*/ 0 w 476250"/>
              <a:gd name="csY0" fmla="*/ 0 h 0"/>
              <a:gd name="csX1" fmla="*/ 476250 w 4762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250">
                <a:moveTo>
                  <a:pt x="0" y="0"/>
                </a:moveTo>
                <a:lnTo>
                  <a:pt x="4762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Freeform: Shape 110">
            <a:extLst>
              <a:ext uri="{FF2B5EF4-FFF2-40B4-BE49-F238E27FC236}">
                <a16:creationId xmlns:a16="http://schemas.microsoft.com/office/drawing/2014/main" id="{A8CEEB3B-4BD1-2978-E478-85D795AB521B}"/>
              </a:ext>
            </a:extLst>
          </p:cNvPr>
          <p:cNvSpPr/>
          <p:nvPr/>
        </p:nvSpPr>
        <p:spPr>
          <a:xfrm>
            <a:off x="4843463" y="5838825"/>
            <a:ext cx="1109662" cy="219075"/>
          </a:xfrm>
          <a:custGeom>
            <a:avLst/>
            <a:gdLst>
              <a:gd name="csX0" fmla="*/ 1109662 w 1109662"/>
              <a:gd name="csY0" fmla="*/ 0 h 219075"/>
              <a:gd name="csX1" fmla="*/ 523875 w 1109662"/>
              <a:gd name="csY1" fmla="*/ 9525 h 219075"/>
              <a:gd name="csX2" fmla="*/ 523875 w 1109662"/>
              <a:gd name="csY2" fmla="*/ 219075 h 219075"/>
              <a:gd name="csX3" fmla="*/ 0 w 1109662"/>
              <a:gd name="csY3" fmla="*/ 209550 h 2190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09662" h="219075">
                <a:moveTo>
                  <a:pt x="1109662" y="0"/>
                </a:moveTo>
                <a:lnTo>
                  <a:pt x="523875" y="9525"/>
                </a:lnTo>
                <a:lnTo>
                  <a:pt x="523875" y="219075"/>
                </a:lnTo>
                <a:lnTo>
                  <a:pt x="0" y="209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Freeform: Shape 111">
            <a:extLst>
              <a:ext uri="{FF2B5EF4-FFF2-40B4-BE49-F238E27FC236}">
                <a16:creationId xmlns:a16="http://schemas.microsoft.com/office/drawing/2014/main" id="{0A16D586-7C59-309B-84FB-7BB1B4ED2C81}"/>
              </a:ext>
            </a:extLst>
          </p:cNvPr>
          <p:cNvSpPr/>
          <p:nvPr/>
        </p:nvSpPr>
        <p:spPr>
          <a:xfrm>
            <a:off x="4848225" y="6234113"/>
            <a:ext cx="1095375" cy="233362"/>
          </a:xfrm>
          <a:custGeom>
            <a:avLst/>
            <a:gdLst>
              <a:gd name="csX0" fmla="*/ 0 w 1095375"/>
              <a:gd name="csY0" fmla="*/ 0 h 233362"/>
              <a:gd name="csX1" fmla="*/ 514350 w 1095375"/>
              <a:gd name="csY1" fmla="*/ 4762 h 233362"/>
              <a:gd name="csX2" fmla="*/ 519113 w 1095375"/>
              <a:gd name="csY2" fmla="*/ 233362 h 233362"/>
              <a:gd name="csX3" fmla="*/ 1095375 w 1095375"/>
              <a:gd name="csY3" fmla="*/ 228600 h 2333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95375" h="233362">
                <a:moveTo>
                  <a:pt x="0" y="0"/>
                </a:moveTo>
                <a:lnTo>
                  <a:pt x="514350" y="4762"/>
                </a:lnTo>
                <a:cubicBezTo>
                  <a:pt x="515938" y="80962"/>
                  <a:pt x="517525" y="157162"/>
                  <a:pt x="519113" y="233362"/>
                </a:cubicBezTo>
                <a:lnTo>
                  <a:pt x="1095375" y="228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92307D8C-78B8-CCF5-234F-122FAE9F578A}"/>
              </a:ext>
            </a:extLst>
          </p:cNvPr>
          <p:cNvSpPr/>
          <p:nvPr/>
        </p:nvSpPr>
        <p:spPr>
          <a:xfrm>
            <a:off x="5959523" y="6284119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2652156B-8D1F-CC40-F8FB-818147F029F1}"/>
              </a:ext>
            </a:extLst>
          </p:cNvPr>
          <p:cNvSpPr/>
          <p:nvPr/>
        </p:nvSpPr>
        <p:spPr>
          <a:xfrm>
            <a:off x="5959475" y="5641893"/>
            <a:ext cx="749300" cy="5255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Rectangle 114">
            <a:extLst>
              <a:ext uri="{FF2B5EF4-FFF2-40B4-BE49-F238E27FC236}">
                <a16:creationId xmlns:a16="http://schemas.microsoft.com/office/drawing/2014/main" id="{222559DB-D6BD-E193-9BD8-E996F00065CB}"/>
              </a:ext>
            </a:extLst>
          </p:cNvPr>
          <p:cNvSpPr/>
          <p:nvPr/>
        </p:nvSpPr>
        <p:spPr>
          <a:xfrm>
            <a:off x="4032250" y="5958780"/>
            <a:ext cx="749300" cy="37623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A90CE450-C021-0395-1AB1-7753431A0AE2}"/>
              </a:ext>
            </a:extLst>
          </p:cNvPr>
          <p:cNvSpPr/>
          <p:nvPr/>
        </p:nvSpPr>
        <p:spPr>
          <a:xfrm>
            <a:off x="2286839" y="515302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52120F75-E7EC-AD6E-BCDE-AA7A2E58C087}"/>
              </a:ext>
            </a:extLst>
          </p:cNvPr>
          <p:cNvSpPr/>
          <p:nvPr/>
        </p:nvSpPr>
        <p:spPr>
          <a:xfrm>
            <a:off x="2286000" y="571182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Freeform: Shape 115">
            <a:extLst>
              <a:ext uri="{FF2B5EF4-FFF2-40B4-BE49-F238E27FC236}">
                <a16:creationId xmlns:a16="http://schemas.microsoft.com/office/drawing/2014/main" id="{CD3C28B8-FB59-C8F7-904D-4C7C9D39225D}"/>
              </a:ext>
            </a:extLst>
          </p:cNvPr>
          <p:cNvSpPr/>
          <p:nvPr/>
        </p:nvSpPr>
        <p:spPr>
          <a:xfrm>
            <a:off x="2660650" y="5524500"/>
            <a:ext cx="6350" cy="177800"/>
          </a:xfrm>
          <a:custGeom>
            <a:avLst/>
            <a:gdLst>
              <a:gd name="csX0" fmla="*/ 0 w 6350"/>
              <a:gd name="csY0" fmla="*/ 0 h 177800"/>
              <a:gd name="csX1" fmla="*/ 6350 w 6350"/>
              <a:gd name="csY1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177800">
                <a:moveTo>
                  <a:pt x="0" y="0"/>
                </a:moveTo>
                <a:lnTo>
                  <a:pt x="635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EDA6B10D-5B7B-057D-C6A4-A656889548A9}"/>
              </a:ext>
            </a:extLst>
          </p:cNvPr>
          <p:cNvSpPr/>
          <p:nvPr/>
        </p:nvSpPr>
        <p:spPr>
          <a:xfrm>
            <a:off x="4030663" y="54554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Freeform: Shape 109">
            <a:extLst>
              <a:ext uri="{FF2B5EF4-FFF2-40B4-BE49-F238E27FC236}">
                <a16:creationId xmlns:a16="http://schemas.microsoft.com/office/drawing/2014/main" id="{F2DE9E10-F56F-3099-B14C-DC0DB59BA9CA}"/>
              </a:ext>
            </a:extLst>
          </p:cNvPr>
          <p:cNvSpPr/>
          <p:nvPr/>
        </p:nvSpPr>
        <p:spPr>
          <a:xfrm>
            <a:off x="4791075" y="5634038"/>
            <a:ext cx="1171575" cy="747712"/>
          </a:xfrm>
          <a:custGeom>
            <a:avLst/>
            <a:gdLst>
              <a:gd name="csX0" fmla="*/ 0 w 1171575"/>
              <a:gd name="csY0" fmla="*/ 0 h 747712"/>
              <a:gd name="csX1" fmla="*/ 790575 w 1171575"/>
              <a:gd name="csY1" fmla="*/ 4762 h 747712"/>
              <a:gd name="csX2" fmla="*/ 790575 w 1171575"/>
              <a:gd name="csY2" fmla="*/ 138112 h 747712"/>
              <a:gd name="csX3" fmla="*/ 842963 w 1171575"/>
              <a:gd name="csY3" fmla="*/ 166687 h 747712"/>
              <a:gd name="csX4" fmla="*/ 842963 w 1171575"/>
              <a:gd name="csY4" fmla="*/ 261937 h 747712"/>
              <a:gd name="csX5" fmla="*/ 795338 w 1171575"/>
              <a:gd name="csY5" fmla="*/ 290512 h 747712"/>
              <a:gd name="csX6" fmla="*/ 795338 w 1171575"/>
              <a:gd name="csY6" fmla="*/ 747712 h 747712"/>
              <a:gd name="csX7" fmla="*/ 1171575 w 1171575"/>
              <a:gd name="csY7" fmla="*/ 742950 h 7477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71575" h="747712">
                <a:moveTo>
                  <a:pt x="0" y="0"/>
                </a:moveTo>
                <a:lnTo>
                  <a:pt x="790575" y="4762"/>
                </a:lnTo>
                <a:lnTo>
                  <a:pt x="790575" y="138112"/>
                </a:lnTo>
                <a:lnTo>
                  <a:pt x="842963" y="166687"/>
                </a:lnTo>
                <a:lnTo>
                  <a:pt x="842963" y="261937"/>
                </a:lnTo>
                <a:lnTo>
                  <a:pt x="795338" y="290512"/>
                </a:lnTo>
                <a:lnTo>
                  <a:pt x="795338" y="747712"/>
                </a:lnTo>
                <a:lnTo>
                  <a:pt x="1171575" y="742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Rectangle 116">
            <a:extLst>
              <a:ext uri="{FF2B5EF4-FFF2-40B4-BE49-F238E27FC236}">
                <a16:creationId xmlns:a16="http://schemas.microsoft.com/office/drawing/2014/main" id="{69E9A44B-B1B4-521E-9421-3007ED5EF43F}"/>
              </a:ext>
            </a:extLst>
          </p:cNvPr>
          <p:cNvSpPr/>
          <p:nvPr/>
        </p:nvSpPr>
        <p:spPr>
          <a:xfrm>
            <a:off x="5155272" y="470773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FA972B01-9EE1-2148-E01B-CE382A67F2B5}"/>
              </a:ext>
            </a:extLst>
          </p:cNvPr>
          <p:cNvSpPr/>
          <p:nvPr/>
        </p:nvSpPr>
        <p:spPr>
          <a:xfrm>
            <a:off x="4032250" y="470544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Freeform: Shape 118">
            <a:extLst>
              <a:ext uri="{FF2B5EF4-FFF2-40B4-BE49-F238E27FC236}">
                <a16:creationId xmlns:a16="http://schemas.microsoft.com/office/drawing/2014/main" id="{891052B1-13FC-0A77-401D-730C6D9AB986}"/>
              </a:ext>
            </a:extLst>
          </p:cNvPr>
          <p:cNvSpPr/>
          <p:nvPr/>
        </p:nvSpPr>
        <p:spPr>
          <a:xfrm>
            <a:off x="4781550" y="4886325"/>
            <a:ext cx="376238" cy="4763"/>
          </a:xfrm>
          <a:custGeom>
            <a:avLst/>
            <a:gdLst>
              <a:gd name="csX0" fmla="*/ 0 w 376238"/>
              <a:gd name="csY0" fmla="*/ 0 h 4763"/>
              <a:gd name="csX1" fmla="*/ 376238 w 376238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 h="4763">
                <a:moveTo>
                  <a:pt x="0" y="0"/>
                </a:moveTo>
                <a:lnTo>
                  <a:pt x="376238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Freeform: Shape 119">
            <a:extLst>
              <a:ext uri="{FF2B5EF4-FFF2-40B4-BE49-F238E27FC236}">
                <a16:creationId xmlns:a16="http://schemas.microsoft.com/office/drawing/2014/main" id="{A5B37ECF-BCA5-0038-0894-CA738CC1ACB7}"/>
              </a:ext>
            </a:extLst>
          </p:cNvPr>
          <p:cNvSpPr/>
          <p:nvPr/>
        </p:nvSpPr>
        <p:spPr>
          <a:xfrm>
            <a:off x="4395788" y="5086350"/>
            <a:ext cx="4762" cy="366713"/>
          </a:xfrm>
          <a:custGeom>
            <a:avLst/>
            <a:gdLst>
              <a:gd name="csX0" fmla="*/ 0 w 4762"/>
              <a:gd name="csY0" fmla="*/ 0 h 366713"/>
              <a:gd name="csX1" fmla="*/ 4762 w 4762"/>
              <a:gd name="csY1" fmla="*/ 366713 h 3667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2" h="366713">
                <a:moveTo>
                  <a:pt x="0" y="0"/>
                </a:moveTo>
                <a:cubicBezTo>
                  <a:pt x="1587" y="122238"/>
                  <a:pt x="3175" y="244475"/>
                  <a:pt x="4762" y="3667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Freeform: Shape 120">
            <a:extLst>
              <a:ext uri="{FF2B5EF4-FFF2-40B4-BE49-F238E27FC236}">
                <a16:creationId xmlns:a16="http://schemas.microsoft.com/office/drawing/2014/main" id="{3ADDCEA3-7BBE-2CC6-0E53-3424A79D567A}"/>
              </a:ext>
            </a:extLst>
          </p:cNvPr>
          <p:cNvSpPr/>
          <p:nvPr/>
        </p:nvSpPr>
        <p:spPr>
          <a:xfrm>
            <a:off x="3027680" y="4460240"/>
            <a:ext cx="4064000" cy="1359532"/>
          </a:xfrm>
          <a:custGeom>
            <a:avLst/>
            <a:gdLst>
              <a:gd name="csX0" fmla="*/ 4064000 w 4064000"/>
              <a:gd name="csY0" fmla="*/ 0 h 1402080"/>
              <a:gd name="csX1" fmla="*/ 4064000 w 4064000"/>
              <a:gd name="csY1" fmla="*/ 264160 h 1402080"/>
              <a:gd name="csX2" fmla="*/ 3251200 w 4064000"/>
              <a:gd name="csY2" fmla="*/ 274320 h 1402080"/>
              <a:gd name="csX3" fmla="*/ 3210560 w 4064000"/>
              <a:gd name="csY3" fmla="*/ 182880 h 1402080"/>
              <a:gd name="csX4" fmla="*/ 3048000 w 4064000"/>
              <a:gd name="csY4" fmla="*/ 182880 h 1402080"/>
              <a:gd name="csX5" fmla="*/ 3007360 w 4064000"/>
              <a:gd name="csY5" fmla="*/ 294640 h 1402080"/>
              <a:gd name="csX6" fmla="*/ 3017520 w 4064000"/>
              <a:gd name="csY6" fmla="*/ 812800 h 1402080"/>
              <a:gd name="csX7" fmla="*/ 1625600 w 4064000"/>
              <a:gd name="csY7" fmla="*/ 812800 h 1402080"/>
              <a:gd name="csX8" fmla="*/ 1544320 w 4064000"/>
              <a:gd name="csY8" fmla="*/ 751840 h 1402080"/>
              <a:gd name="csX9" fmla="*/ 1270000 w 4064000"/>
              <a:gd name="csY9" fmla="*/ 741680 h 1402080"/>
              <a:gd name="csX10" fmla="*/ 1168400 w 4064000"/>
              <a:gd name="csY10" fmla="*/ 812800 h 1402080"/>
              <a:gd name="csX11" fmla="*/ 447040 w 4064000"/>
              <a:gd name="csY11" fmla="*/ 822960 h 1402080"/>
              <a:gd name="csX12" fmla="*/ 447040 w 4064000"/>
              <a:gd name="csY12" fmla="*/ 1402080 h 1402080"/>
              <a:gd name="csX13" fmla="*/ 0 w 4064000"/>
              <a:gd name="csY13" fmla="*/ 1402080 h 14020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4064000" h="1402080">
                <a:moveTo>
                  <a:pt x="4064000" y="0"/>
                </a:moveTo>
                <a:lnTo>
                  <a:pt x="4064000" y="264160"/>
                </a:lnTo>
                <a:lnTo>
                  <a:pt x="3251200" y="274320"/>
                </a:lnTo>
                <a:lnTo>
                  <a:pt x="3210560" y="182880"/>
                </a:lnTo>
                <a:lnTo>
                  <a:pt x="3048000" y="182880"/>
                </a:lnTo>
                <a:lnTo>
                  <a:pt x="3007360" y="294640"/>
                </a:lnTo>
                <a:lnTo>
                  <a:pt x="3017520" y="812800"/>
                </a:lnTo>
                <a:lnTo>
                  <a:pt x="1625600" y="812800"/>
                </a:lnTo>
                <a:lnTo>
                  <a:pt x="1544320" y="751840"/>
                </a:lnTo>
                <a:lnTo>
                  <a:pt x="1270000" y="741680"/>
                </a:lnTo>
                <a:lnTo>
                  <a:pt x="1168400" y="812800"/>
                </a:lnTo>
                <a:lnTo>
                  <a:pt x="447040" y="822960"/>
                </a:lnTo>
                <a:lnTo>
                  <a:pt x="447040" y="1402080"/>
                </a:lnTo>
                <a:lnTo>
                  <a:pt x="0" y="140208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" name="Freeform: Shape 123">
            <a:extLst>
              <a:ext uri="{FF2B5EF4-FFF2-40B4-BE49-F238E27FC236}">
                <a16:creationId xmlns:a16="http://schemas.microsoft.com/office/drawing/2014/main" id="{3959F6ED-1F43-3987-8925-F4C32C504DF4}"/>
              </a:ext>
            </a:extLst>
          </p:cNvPr>
          <p:cNvSpPr/>
          <p:nvPr/>
        </p:nvSpPr>
        <p:spPr>
          <a:xfrm>
            <a:off x="7567613" y="6034088"/>
            <a:ext cx="0" cy="242887"/>
          </a:xfrm>
          <a:custGeom>
            <a:avLst/>
            <a:gdLst>
              <a:gd name="csX0" fmla="*/ 0 w 0"/>
              <a:gd name="csY0" fmla="*/ 0 h 242887"/>
              <a:gd name="csX1" fmla="*/ 0 w 0"/>
              <a:gd name="csY1" fmla="*/ 242887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42887">
                <a:moveTo>
                  <a:pt x="0" y="0"/>
                </a:moveTo>
                <a:lnTo>
                  <a:pt x="0" y="2428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94219647-9689-5B55-A97A-E988BE7A2C4E}"/>
              </a:ext>
            </a:extLst>
          </p:cNvPr>
          <p:cNvSpPr/>
          <p:nvPr/>
        </p:nvSpPr>
        <p:spPr>
          <a:xfrm>
            <a:off x="7194232" y="62793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Freeform: Shape 78">
            <a:extLst>
              <a:ext uri="{FF2B5EF4-FFF2-40B4-BE49-F238E27FC236}">
                <a16:creationId xmlns:a16="http://schemas.microsoft.com/office/drawing/2014/main" id="{622BA8FC-5AD3-9731-DC45-C24F8F20121F}"/>
              </a:ext>
            </a:extLst>
          </p:cNvPr>
          <p:cNvSpPr/>
          <p:nvPr/>
        </p:nvSpPr>
        <p:spPr>
          <a:xfrm>
            <a:off x="2967038" y="5938838"/>
            <a:ext cx="4214812" cy="766762"/>
          </a:xfrm>
          <a:custGeom>
            <a:avLst/>
            <a:gdLst>
              <a:gd name="csX0" fmla="*/ 0 w 4214812"/>
              <a:gd name="csY0" fmla="*/ 142875 h 766762"/>
              <a:gd name="csX1" fmla="*/ 57150 w 4214812"/>
              <a:gd name="csY1" fmla="*/ 171450 h 766762"/>
              <a:gd name="csX2" fmla="*/ 52387 w 4214812"/>
              <a:gd name="csY2" fmla="*/ 247650 h 766762"/>
              <a:gd name="csX3" fmla="*/ 14287 w 4214812"/>
              <a:gd name="csY3" fmla="*/ 285750 h 766762"/>
              <a:gd name="csX4" fmla="*/ 4762 w 4214812"/>
              <a:gd name="csY4" fmla="*/ 766762 h 766762"/>
              <a:gd name="csX5" fmla="*/ 3933825 w 4214812"/>
              <a:gd name="csY5" fmla="*/ 766762 h 766762"/>
              <a:gd name="csX6" fmla="*/ 3929062 w 4214812"/>
              <a:gd name="csY6" fmla="*/ 0 h 766762"/>
              <a:gd name="csX7" fmla="*/ 4214812 w 4214812"/>
              <a:gd name="csY7" fmla="*/ 0 h 766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214812" h="766762">
                <a:moveTo>
                  <a:pt x="0" y="142875"/>
                </a:moveTo>
                <a:lnTo>
                  <a:pt x="57150" y="171450"/>
                </a:lnTo>
                <a:lnTo>
                  <a:pt x="52387" y="247650"/>
                </a:lnTo>
                <a:lnTo>
                  <a:pt x="14287" y="285750"/>
                </a:lnTo>
                <a:lnTo>
                  <a:pt x="4762" y="766762"/>
                </a:lnTo>
                <a:lnTo>
                  <a:pt x="3933825" y="766762"/>
                </a:lnTo>
                <a:cubicBezTo>
                  <a:pt x="3932237" y="511175"/>
                  <a:pt x="3930650" y="255587"/>
                  <a:pt x="3929062" y="0"/>
                </a:cubicBezTo>
                <a:lnTo>
                  <a:pt x="4214812" y="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4CC4117D-90BB-E808-E407-E72B29311C85}"/>
              </a:ext>
            </a:extLst>
          </p:cNvPr>
          <p:cNvSpPr/>
          <p:nvPr/>
        </p:nvSpPr>
        <p:spPr>
          <a:xfrm>
            <a:off x="7200106" y="566023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79345FA1-F605-3716-2574-07F7C1331CAC}"/>
              </a:ext>
            </a:extLst>
          </p:cNvPr>
          <p:cNvSpPr/>
          <p:nvPr/>
        </p:nvSpPr>
        <p:spPr>
          <a:xfrm>
            <a:off x="8073231" y="5992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Freeform: Shape 126">
            <a:extLst>
              <a:ext uri="{FF2B5EF4-FFF2-40B4-BE49-F238E27FC236}">
                <a16:creationId xmlns:a16="http://schemas.microsoft.com/office/drawing/2014/main" id="{73926D93-68ED-14F3-5F70-A164D86583C5}"/>
              </a:ext>
            </a:extLst>
          </p:cNvPr>
          <p:cNvSpPr/>
          <p:nvPr/>
        </p:nvSpPr>
        <p:spPr>
          <a:xfrm>
            <a:off x="7753350" y="6032500"/>
            <a:ext cx="314325" cy="149225"/>
          </a:xfrm>
          <a:custGeom>
            <a:avLst/>
            <a:gdLst>
              <a:gd name="csX0" fmla="*/ 0 w 314325"/>
              <a:gd name="csY0" fmla="*/ 0 h 149225"/>
              <a:gd name="csX1" fmla="*/ 0 w 314325"/>
              <a:gd name="csY1" fmla="*/ 149225 h 149225"/>
              <a:gd name="csX2" fmla="*/ 314325 w 314325"/>
              <a:gd name="csY2" fmla="*/ 146050 h 1492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4325" h="149225">
                <a:moveTo>
                  <a:pt x="0" y="0"/>
                </a:moveTo>
                <a:lnTo>
                  <a:pt x="0" y="149225"/>
                </a:lnTo>
                <a:lnTo>
                  <a:pt x="314325" y="1460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Freeform: Shape 124">
            <a:extLst>
              <a:ext uri="{FF2B5EF4-FFF2-40B4-BE49-F238E27FC236}">
                <a16:creationId xmlns:a16="http://schemas.microsoft.com/office/drawing/2014/main" id="{AA120347-1D1D-48FA-D414-7E3F4C95FD7F}"/>
              </a:ext>
            </a:extLst>
          </p:cNvPr>
          <p:cNvSpPr/>
          <p:nvPr/>
        </p:nvSpPr>
        <p:spPr>
          <a:xfrm>
            <a:off x="3035300" y="5365750"/>
            <a:ext cx="3575050" cy="527050"/>
          </a:xfrm>
          <a:custGeom>
            <a:avLst/>
            <a:gdLst>
              <a:gd name="csX0" fmla="*/ 3575050 w 3575050"/>
              <a:gd name="csY0" fmla="*/ 69850 h 527050"/>
              <a:gd name="csX1" fmla="*/ 3263900 w 3575050"/>
              <a:gd name="csY1" fmla="*/ 76200 h 527050"/>
              <a:gd name="csX2" fmla="*/ 3219450 w 3575050"/>
              <a:gd name="csY2" fmla="*/ 0 h 527050"/>
              <a:gd name="csX3" fmla="*/ 3048000 w 3575050"/>
              <a:gd name="csY3" fmla="*/ 6350 h 527050"/>
              <a:gd name="csX4" fmla="*/ 3003550 w 3575050"/>
              <a:gd name="csY4" fmla="*/ 88900 h 527050"/>
              <a:gd name="csX5" fmla="*/ 2101850 w 3575050"/>
              <a:gd name="csY5" fmla="*/ 88900 h 527050"/>
              <a:gd name="csX6" fmla="*/ 2051050 w 3575050"/>
              <a:gd name="csY6" fmla="*/ 177800 h 527050"/>
              <a:gd name="csX7" fmla="*/ 2051050 w 3575050"/>
              <a:gd name="csY7" fmla="*/ 368300 h 527050"/>
              <a:gd name="csX8" fmla="*/ 2120900 w 3575050"/>
              <a:gd name="csY8" fmla="*/ 438150 h 527050"/>
              <a:gd name="csX9" fmla="*/ 2120900 w 3575050"/>
              <a:gd name="csY9" fmla="*/ 527050 h 527050"/>
              <a:gd name="csX10" fmla="*/ 0 w 3575050"/>
              <a:gd name="csY10" fmla="*/ 527050 h 5270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3575050" h="527050">
                <a:moveTo>
                  <a:pt x="3575050" y="69850"/>
                </a:moveTo>
                <a:lnTo>
                  <a:pt x="3263900" y="76200"/>
                </a:lnTo>
                <a:lnTo>
                  <a:pt x="3219450" y="0"/>
                </a:lnTo>
                <a:lnTo>
                  <a:pt x="3048000" y="6350"/>
                </a:lnTo>
                <a:lnTo>
                  <a:pt x="3003550" y="88900"/>
                </a:lnTo>
                <a:lnTo>
                  <a:pt x="2101850" y="88900"/>
                </a:lnTo>
                <a:lnTo>
                  <a:pt x="2051050" y="177800"/>
                </a:lnTo>
                <a:lnTo>
                  <a:pt x="2051050" y="368300"/>
                </a:lnTo>
                <a:lnTo>
                  <a:pt x="2120900" y="438150"/>
                </a:lnTo>
                <a:lnTo>
                  <a:pt x="2120900" y="527050"/>
                </a:lnTo>
                <a:lnTo>
                  <a:pt x="0" y="52705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92779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F44E15-DD7A-DA40-D977-FA21C7A41C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18FDE2-0C33-0FAD-FA2A-DF108EA4C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000" b="1" dirty="0"/>
              <a:t>- Application Layer - </a:t>
            </a:r>
            <a:r>
              <a:rPr lang="en-US" altLang="zh-CN" sz="4000" b="1" dirty="0"/>
              <a:t>Summary</a:t>
            </a:r>
            <a:endParaRPr lang="en-US" sz="4800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3061B8B-62FB-A6F8-DB42-ACFA7B6C84E5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072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4720049-6897-44F2-C32D-DF61FF4FF0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B8FEA8D-5FEE-7754-5C47-824940358B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83FFB24-A11E-8F00-2F54-D54E7F9442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26184DB-5111-B54A-DFE4-0D61032754D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A33185A-BA57-342E-D66B-639CA929F52E}"/>
              </a:ext>
            </a:extLst>
          </p:cNvPr>
          <p:cNvSpPr/>
          <p:nvPr/>
        </p:nvSpPr>
        <p:spPr>
          <a:xfrm>
            <a:off x="2570480" y="2235200"/>
            <a:ext cx="1960880" cy="4216400"/>
          </a:xfrm>
          <a:prstGeom prst="roundRect">
            <a:avLst>
              <a:gd name="adj" fmla="val 6916"/>
            </a:avLst>
          </a:prstGeom>
          <a:solidFill>
            <a:srgbClr val="00B050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CB56CA4-6934-DA85-5CAA-FA4A930EFC5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15840" y="1209548"/>
            <a:ext cx="6167120" cy="524205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4173ECC-3ACE-8DE2-C090-A216A11EB36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17452" y="4802738"/>
            <a:ext cx="1899347" cy="184912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940291635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A499C1-6D72-552D-9687-9429008740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F01AE-0C91-C97E-2D1E-8CA6082C93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000" b="1" dirty="0"/>
              <a:t>- </a:t>
            </a:r>
            <a:r>
              <a:rPr lang="en-US" altLang="zh-CN" sz="4000" b="1" dirty="0"/>
              <a:t>Information</a:t>
            </a:r>
            <a:r>
              <a:rPr lang="en-US" sz="4000" b="1" dirty="0"/>
              <a:t> Layer - </a:t>
            </a:r>
            <a:r>
              <a:rPr lang="en-US" altLang="zh-CN" sz="4000" b="1" dirty="0"/>
              <a:t>Opening</a:t>
            </a:r>
            <a:endParaRPr lang="en-US" sz="4800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6C2F27F-8C15-9EAE-9B6C-6D3880186097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073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9F78F98-3BB6-F99C-9A32-74F68B46B1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E853ECD-188A-95DA-9506-8CB6925F41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2A798BB-7876-4BDC-8216-123EAA5454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411255E-25FF-0D45-ADCF-E5B87CE973D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7CBC2E0-3743-84DE-3BFA-00F255BA2B2E}"/>
              </a:ext>
            </a:extLst>
          </p:cNvPr>
          <p:cNvSpPr/>
          <p:nvPr/>
        </p:nvSpPr>
        <p:spPr>
          <a:xfrm>
            <a:off x="4033520" y="2002718"/>
            <a:ext cx="1960880" cy="4216400"/>
          </a:xfrm>
          <a:prstGeom prst="roundRect">
            <a:avLst>
              <a:gd name="adj" fmla="val 6916"/>
            </a:avLst>
          </a:prstGeom>
          <a:solidFill>
            <a:srgbClr val="00B050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A327AC9-4CA9-A476-55B2-096C7A6104C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32645" y="1809671"/>
            <a:ext cx="5322514" cy="417847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513577567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A07F6C-3C3B-EC52-929D-6BD4888DC8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itle 1">
            <a:extLst>
              <a:ext uri="{FF2B5EF4-FFF2-40B4-BE49-F238E27FC236}">
                <a16:creationId xmlns:a16="http://schemas.microsoft.com/office/drawing/2014/main" id="{AE7CCD89-9C6E-D516-1F22-E925FAFCFDC7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Information/Data Layer</a:t>
            </a:r>
          </a:p>
        </p:txBody>
      </p:sp>
      <p:pic>
        <p:nvPicPr>
          <p:cNvPr id="128" name="Picture 127">
            <a:extLst>
              <a:ext uri="{FF2B5EF4-FFF2-40B4-BE49-F238E27FC236}">
                <a16:creationId xmlns:a16="http://schemas.microsoft.com/office/drawing/2014/main" id="{E6E8E69A-54C8-5A45-34A5-915A9DBA68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5140" y="0"/>
            <a:ext cx="8759159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AF5DB30F-3539-CD81-39D7-6F5EE9A4BC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5939" y="6223056"/>
            <a:ext cx="1715785" cy="441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1276393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A3A4D1-9C36-ABAA-A8C0-6E6EB2BAC3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5DEC07-B62F-8AA8-3135-5774E1D967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000" b="1" dirty="0"/>
              <a:t>- </a:t>
            </a:r>
            <a:r>
              <a:rPr lang="en-US" altLang="zh-CN" sz="4000" b="1" dirty="0"/>
              <a:t>Information</a:t>
            </a:r>
            <a:r>
              <a:rPr lang="en-US" sz="4000" b="1" dirty="0"/>
              <a:t> Layer - </a:t>
            </a:r>
            <a:r>
              <a:rPr lang="en-US" altLang="zh-CN" sz="4000" b="1" dirty="0"/>
              <a:t>01</a:t>
            </a:r>
            <a:endParaRPr lang="en-US" sz="4800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03BEF0FC-3267-1CAA-2B47-8A9F72EED1DC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074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E137AC1-B793-18A2-43C4-03370179FF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7DC3649-C886-8947-FE41-5656A2E3AA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BCB979B-3CCC-A3EB-AA69-004B868877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648782E-11BB-5626-5D87-478383A9DCE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CF5F60E-888A-FA76-ACAC-2CD510B01026}"/>
              </a:ext>
            </a:extLst>
          </p:cNvPr>
          <p:cNvSpPr/>
          <p:nvPr/>
        </p:nvSpPr>
        <p:spPr>
          <a:xfrm>
            <a:off x="4119824" y="2002718"/>
            <a:ext cx="1874576" cy="1426282"/>
          </a:xfrm>
          <a:prstGeom prst="roundRect">
            <a:avLst>
              <a:gd name="adj" fmla="val 6916"/>
            </a:avLst>
          </a:prstGeom>
          <a:solidFill>
            <a:srgbClr val="00B050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5176EE8-A3B1-75BC-7544-AFBE017C52D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97602" y="2412355"/>
            <a:ext cx="5088915" cy="350076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34E7EB4-380B-A2C2-98B3-609845CE6F16}"/>
              </a:ext>
            </a:extLst>
          </p:cNvPr>
          <p:cNvSpPr/>
          <p:nvPr/>
        </p:nvSpPr>
        <p:spPr>
          <a:xfrm>
            <a:off x="672151" y="2153444"/>
            <a:ext cx="1874576" cy="1426282"/>
          </a:xfrm>
          <a:prstGeom prst="roundRect">
            <a:avLst>
              <a:gd name="adj" fmla="val 6916"/>
            </a:avLst>
          </a:prstGeom>
          <a:solidFill>
            <a:srgbClr val="00B050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2953696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B25085-DBFC-2A4A-D9FB-3D1381A40E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itle 1">
            <a:extLst>
              <a:ext uri="{FF2B5EF4-FFF2-40B4-BE49-F238E27FC236}">
                <a16:creationId xmlns:a16="http://schemas.microsoft.com/office/drawing/2014/main" id="{813C7909-21CB-4728-44A6-8947B5C97B51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Information/Data Layer</a:t>
            </a:r>
          </a:p>
        </p:txBody>
      </p:sp>
      <p:pic>
        <p:nvPicPr>
          <p:cNvPr id="128" name="Picture 127">
            <a:extLst>
              <a:ext uri="{FF2B5EF4-FFF2-40B4-BE49-F238E27FC236}">
                <a16:creationId xmlns:a16="http://schemas.microsoft.com/office/drawing/2014/main" id="{48F52FAA-5AA8-02EE-A468-2738900237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5140" y="0"/>
            <a:ext cx="8759159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289A30DA-F8FD-C79C-19AC-BCF5B8FBD5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5939" y="6223056"/>
            <a:ext cx="1715785" cy="441789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4B4F111-6AD4-B53B-BCB0-4A352E043CBC}"/>
              </a:ext>
            </a:extLst>
          </p:cNvPr>
          <p:cNvSpPr/>
          <p:nvPr/>
        </p:nvSpPr>
        <p:spPr>
          <a:xfrm>
            <a:off x="5511800" y="971550"/>
            <a:ext cx="619125" cy="403225"/>
          </a:xfrm>
          <a:custGeom>
            <a:avLst/>
            <a:gdLst>
              <a:gd name="csX0" fmla="*/ 0 w 619125"/>
              <a:gd name="csY0" fmla="*/ 0 h 403225"/>
              <a:gd name="csX1" fmla="*/ 0 w 619125"/>
              <a:gd name="csY1" fmla="*/ 276225 h 403225"/>
              <a:gd name="csX2" fmla="*/ 619125 w 619125"/>
              <a:gd name="csY2" fmla="*/ 276225 h 403225"/>
              <a:gd name="csX3" fmla="*/ 619125 w 619125"/>
              <a:gd name="csY3" fmla="*/ 403225 h 4032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619125" h="403225">
                <a:moveTo>
                  <a:pt x="0" y="0"/>
                </a:moveTo>
                <a:lnTo>
                  <a:pt x="0" y="276225"/>
                </a:lnTo>
                <a:lnTo>
                  <a:pt x="619125" y="276225"/>
                </a:lnTo>
                <a:lnTo>
                  <a:pt x="619125" y="4032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6F4E9A43-0767-2EEB-729D-BAC45341AE9C}"/>
              </a:ext>
            </a:extLst>
          </p:cNvPr>
          <p:cNvSpPr/>
          <p:nvPr/>
        </p:nvSpPr>
        <p:spPr>
          <a:xfrm>
            <a:off x="6550025" y="1660525"/>
            <a:ext cx="276225" cy="206375"/>
          </a:xfrm>
          <a:custGeom>
            <a:avLst/>
            <a:gdLst>
              <a:gd name="csX0" fmla="*/ 212725 w 276225"/>
              <a:gd name="csY0" fmla="*/ 0 h 206375"/>
              <a:gd name="csX1" fmla="*/ 276225 w 276225"/>
              <a:gd name="csY1" fmla="*/ 0 h 206375"/>
              <a:gd name="csX2" fmla="*/ 273050 w 276225"/>
              <a:gd name="csY2" fmla="*/ 206375 h 206375"/>
              <a:gd name="csX3" fmla="*/ 0 w 276225"/>
              <a:gd name="csY3" fmla="*/ 206375 h 206375"/>
              <a:gd name="csX4" fmla="*/ 0 w 276225"/>
              <a:gd name="csY4" fmla="*/ 152400 h 206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76225" h="206375">
                <a:moveTo>
                  <a:pt x="212725" y="0"/>
                </a:moveTo>
                <a:lnTo>
                  <a:pt x="276225" y="0"/>
                </a:lnTo>
                <a:cubicBezTo>
                  <a:pt x="275167" y="68792"/>
                  <a:pt x="274108" y="137583"/>
                  <a:pt x="273050" y="206375"/>
                </a:cubicBezTo>
                <a:lnTo>
                  <a:pt x="0" y="206375"/>
                </a:lnTo>
                <a:lnTo>
                  <a:pt x="0" y="1524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47BB8C0-65E0-3E27-381D-A835B9CA79BB}"/>
              </a:ext>
            </a:extLst>
          </p:cNvPr>
          <p:cNvSpPr/>
          <p:nvPr/>
        </p:nvSpPr>
        <p:spPr>
          <a:xfrm>
            <a:off x="5928518" y="1384217"/>
            <a:ext cx="822325" cy="41124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F3960EE-5A01-2E48-C3FA-1F1904F229B9}"/>
              </a:ext>
            </a:extLst>
          </p:cNvPr>
          <p:cNvSpPr/>
          <p:nvPr/>
        </p:nvSpPr>
        <p:spPr>
          <a:xfrm>
            <a:off x="4896645" y="557923"/>
            <a:ext cx="815974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4800770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1DF105-E934-8464-CB86-72BC04E265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057401-28DF-C71B-1FB1-62311CB9CB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000" b="1" dirty="0"/>
              <a:t>- </a:t>
            </a:r>
            <a:r>
              <a:rPr lang="en-US" altLang="zh-CN" sz="4000" b="1" dirty="0"/>
              <a:t>Information</a:t>
            </a:r>
            <a:r>
              <a:rPr lang="en-US" sz="4000" b="1" dirty="0"/>
              <a:t> Layer - </a:t>
            </a:r>
            <a:r>
              <a:rPr lang="en-US" altLang="zh-CN" sz="4000" b="1" dirty="0"/>
              <a:t>02</a:t>
            </a:r>
            <a:endParaRPr lang="en-US" sz="4800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08DD91F7-1AA1-0A7E-2EC6-967578C17DEC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075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5C4DFE9-A4F0-65AF-6B9F-BBCBCED6B5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3AEDE46-BEE3-8384-3A04-503E438571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DB87C1A-E4BF-B969-A4A6-C9C050DE4F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B0EA5FE-C639-A952-A3EC-D5150310C5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13EE4BE-BB6E-8A9D-98A2-E8481B4B1A7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74786" y="2172883"/>
            <a:ext cx="4982300" cy="364122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CB27F74-5ECB-CEDA-5654-4126C11F742B}"/>
              </a:ext>
            </a:extLst>
          </p:cNvPr>
          <p:cNvSpPr/>
          <p:nvPr/>
        </p:nvSpPr>
        <p:spPr>
          <a:xfrm>
            <a:off x="2572378" y="2002718"/>
            <a:ext cx="3422022" cy="1815656"/>
          </a:xfrm>
          <a:prstGeom prst="roundRect">
            <a:avLst>
              <a:gd name="adj" fmla="val 6916"/>
            </a:avLst>
          </a:prstGeom>
          <a:solidFill>
            <a:srgbClr val="00B050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8242968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9385A9-3995-35AE-31EC-3C2363C021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itle 1">
            <a:extLst>
              <a:ext uri="{FF2B5EF4-FFF2-40B4-BE49-F238E27FC236}">
                <a16:creationId xmlns:a16="http://schemas.microsoft.com/office/drawing/2014/main" id="{6436AC80-3A2A-F9A2-BA8B-A350D4A30C53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Information/Data Layer</a:t>
            </a:r>
          </a:p>
        </p:txBody>
      </p:sp>
      <p:pic>
        <p:nvPicPr>
          <p:cNvPr id="128" name="Picture 127">
            <a:extLst>
              <a:ext uri="{FF2B5EF4-FFF2-40B4-BE49-F238E27FC236}">
                <a16:creationId xmlns:a16="http://schemas.microsoft.com/office/drawing/2014/main" id="{D96D3C9F-3A9B-EA87-6A98-C8B4BC360D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5140" y="0"/>
            <a:ext cx="8759159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2799732F-FF8C-6AF2-13E2-1205C530AA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5939" y="6223056"/>
            <a:ext cx="1715785" cy="441789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FE450E01-4B80-A9CC-E354-50C5694127C5}"/>
              </a:ext>
            </a:extLst>
          </p:cNvPr>
          <p:cNvSpPr/>
          <p:nvPr/>
        </p:nvSpPr>
        <p:spPr>
          <a:xfrm>
            <a:off x="4896645" y="557923"/>
            <a:ext cx="815974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A97166D5-47AB-92D9-1DF3-AAFA0FEE7F20}"/>
              </a:ext>
            </a:extLst>
          </p:cNvPr>
          <p:cNvSpPr/>
          <p:nvPr/>
        </p:nvSpPr>
        <p:spPr>
          <a:xfrm>
            <a:off x="5511800" y="971550"/>
            <a:ext cx="619125" cy="403225"/>
          </a:xfrm>
          <a:custGeom>
            <a:avLst/>
            <a:gdLst>
              <a:gd name="csX0" fmla="*/ 0 w 619125"/>
              <a:gd name="csY0" fmla="*/ 0 h 403225"/>
              <a:gd name="csX1" fmla="*/ 0 w 619125"/>
              <a:gd name="csY1" fmla="*/ 276225 h 403225"/>
              <a:gd name="csX2" fmla="*/ 619125 w 619125"/>
              <a:gd name="csY2" fmla="*/ 276225 h 403225"/>
              <a:gd name="csX3" fmla="*/ 619125 w 619125"/>
              <a:gd name="csY3" fmla="*/ 403225 h 4032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619125" h="403225">
                <a:moveTo>
                  <a:pt x="0" y="0"/>
                </a:moveTo>
                <a:lnTo>
                  <a:pt x="0" y="276225"/>
                </a:lnTo>
                <a:lnTo>
                  <a:pt x="619125" y="276225"/>
                </a:lnTo>
                <a:lnTo>
                  <a:pt x="619125" y="4032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68B3231A-65F0-3E4F-CF13-3CE0283085B1}"/>
              </a:ext>
            </a:extLst>
          </p:cNvPr>
          <p:cNvSpPr/>
          <p:nvPr/>
        </p:nvSpPr>
        <p:spPr>
          <a:xfrm>
            <a:off x="6550025" y="1660525"/>
            <a:ext cx="276225" cy="206375"/>
          </a:xfrm>
          <a:custGeom>
            <a:avLst/>
            <a:gdLst>
              <a:gd name="csX0" fmla="*/ 212725 w 276225"/>
              <a:gd name="csY0" fmla="*/ 0 h 206375"/>
              <a:gd name="csX1" fmla="*/ 276225 w 276225"/>
              <a:gd name="csY1" fmla="*/ 0 h 206375"/>
              <a:gd name="csX2" fmla="*/ 273050 w 276225"/>
              <a:gd name="csY2" fmla="*/ 206375 h 206375"/>
              <a:gd name="csX3" fmla="*/ 0 w 276225"/>
              <a:gd name="csY3" fmla="*/ 206375 h 206375"/>
              <a:gd name="csX4" fmla="*/ 0 w 276225"/>
              <a:gd name="csY4" fmla="*/ 152400 h 206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76225" h="206375">
                <a:moveTo>
                  <a:pt x="212725" y="0"/>
                </a:moveTo>
                <a:lnTo>
                  <a:pt x="276225" y="0"/>
                </a:lnTo>
                <a:cubicBezTo>
                  <a:pt x="275167" y="68792"/>
                  <a:pt x="274108" y="137583"/>
                  <a:pt x="273050" y="206375"/>
                </a:cubicBezTo>
                <a:lnTo>
                  <a:pt x="0" y="206375"/>
                </a:lnTo>
                <a:lnTo>
                  <a:pt x="0" y="1524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420F66B-D19C-2B0C-E0E7-F917211AF480}"/>
              </a:ext>
            </a:extLst>
          </p:cNvPr>
          <p:cNvSpPr/>
          <p:nvPr/>
        </p:nvSpPr>
        <p:spPr>
          <a:xfrm>
            <a:off x="5926136" y="557923"/>
            <a:ext cx="822325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2262066-9058-9C26-F52F-FE9B904C55FA}"/>
              </a:ext>
            </a:extLst>
          </p:cNvPr>
          <p:cNvSpPr/>
          <p:nvPr/>
        </p:nvSpPr>
        <p:spPr>
          <a:xfrm>
            <a:off x="5928518" y="1384217"/>
            <a:ext cx="822325" cy="41124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D026E23B-0ABE-9C19-6184-5B62401F30B3}"/>
              </a:ext>
            </a:extLst>
          </p:cNvPr>
          <p:cNvSpPr/>
          <p:nvPr/>
        </p:nvSpPr>
        <p:spPr>
          <a:xfrm>
            <a:off x="6337300" y="974725"/>
            <a:ext cx="3175" cy="393700"/>
          </a:xfrm>
          <a:custGeom>
            <a:avLst/>
            <a:gdLst>
              <a:gd name="csX0" fmla="*/ 0 w 3175"/>
              <a:gd name="csY0" fmla="*/ 0 h 393700"/>
              <a:gd name="csX1" fmla="*/ 3175 w 3175"/>
              <a:gd name="csY1" fmla="*/ 393700 h 393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175" h="393700">
                <a:moveTo>
                  <a:pt x="0" y="0"/>
                </a:moveTo>
                <a:cubicBezTo>
                  <a:pt x="1058" y="131233"/>
                  <a:pt x="2117" y="262467"/>
                  <a:pt x="3175" y="3937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5968348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591448-A68A-199B-F87E-92DBA8BE0D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E67B1A-A188-B875-6BA1-AA38E3A5E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000" b="1" dirty="0"/>
              <a:t>- </a:t>
            </a:r>
            <a:r>
              <a:rPr lang="en-US" altLang="zh-CN" sz="4000" b="1" dirty="0"/>
              <a:t>Information</a:t>
            </a:r>
            <a:r>
              <a:rPr lang="en-US" sz="4000" b="1" dirty="0"/>
              <a:t> Layer - </a:t>
            </a:r>
            <a:r>
              <a:rPr lang="en-US" altLang="zh-CN" sz="4000" b="1" dirty="0"/>
              <a:t>03</a:t>
            </a:r>
            <a:endParaRPr lang="en-US" sz="4800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F5FD88B-B2D3-0D97-7353-88558786313F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076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C116BFE-6CB0-C0DC-6C1D-B09EC36B7D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1830" y="1702522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A9FA4E1-E7F7-491E-E181-D7B0B8462A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BD4A3F0-0ECA-73AB-C872-1683D868D2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E2F7FB6-F9A7-F35A-29E1-2A6AB37A515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701B2FF-E14B-A601-15FA-939A4BA6BEA6}"/>
              </a:ext>
            </a:extLst>
          </p:cNvPr>
          <p:cNvSpPr/>
          <p:nvPr/>
        </p:nvSpPr>
        <p:spPr>
          <a:xfrm>
            <a:off x="7148509" y="1851992"/>
            <a:ext cx="3964968" cy="1664931"/>
          </a:xfrm>
          <a:prstGeom prst="roundRect">
            <a:avLst>
              <a:gd name="adj" fmla="val 6916"/>
            </a:avLst>
          </a:prstGeom>
          <a:solidFill>
            <a:srgbClr val="00B050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1D2D142-8FBD-9BC7-77FB-B2220B3EBA4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9976" y="1937216"/>
            <a:ext cx="6219575" cy="443510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627111159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262219-BA31-A79E-1A46-E6B82BD434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itle 1">
            <a:extLst>
              <a:ext uri="{FF2B5EF4-FFF2-40B4-BE49-F238E27FC236}">
                <a16:creationId xmlns:a16="http://schemas.microsoft.com/office/drawing/2014/main" id="{332EEB80-F4C3-81A0-BB25-E87848C26F54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Information/Data Layer</a:t>
            </a:r>
          </a:p>
        </p:txBody>
      </p:sp>
      <p:pic>
        <p:nvPicPr>
          <p:cNvPr id="128" name="Picture 127">
            <a:extLst>
              <a:ext uri="{FF2B5EF4-FFF2-40B4-BE49-F238E27FC236}">
                <a16:creationId xmlns:a16="http://schemas.microsoft.com/office/drawing/2014/main" id="{7C8B6DB4-DAC1-145A-5D35-AA4356AF55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5140" y="0"/>
            <a:ext cx="8759159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D12B1D20-F1D1-4982-48C0-2AF9EC20CC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5939" y="6223056"/>
            <a:ext cx="1715785" cy="441789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428CCA19-9FD9-E2ED-82F8-C98D98E0347C}"/>
              </a:ext>
            </a:extLst>
          </p:cNvPr>
          <p:cNvSpPr/>
          <p:nvPr/>
        </p:nvSpPr>
        <p:spPr>
          <a:xfrm>
            <a:off x="4896645" y="557923"/>
            <a:ext cx="815974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7670010-3D86-5C31-7326-FF7A88543D99}"/>
              </a:ext>
            </a:extLst>
          </p:cNvPr>
          <p:cNvSpPr/>
          <p:nvPr/>
        </p:nvSpPr>
        <p:spPr>
          <a:xfrm>
            <a:off x="5511800" y="971550"/>
            <a:ext cx="619125" cy="403225"/>
          </a:xfrm>
          <a:custGeom>
            <a:avLst/>
            <a:gdLst>
              <a:gd name="csX0" fmla="*/ 0 w 619125"/>
              <a:gd name="csY0" fmla="*/ 0 h 403225"/>
              <a:gd name="csX1" fmla="*/ 0 w 619125"/>
              <a:gd name="csY1" fmla="*/ 276225 h 403225"/>
              <a:gd name="csX2" fmla="*/ 619125 w 619125"/>
              <a:gd name="csY2" fmla="*/ 276225 h 403225"/>
              <a:gd name="csX3" fmla="*/ 619125 w 619125"/>
              <a:gd name="csY3" fmla="*/ 403225 h 4032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619125" h="403225">
                <a:moveTo>
                  <a:pt x="0" y="0"/>
                </a:moveTo>
                <a:lnTo>
                  <a:pt x="0" y="276225"/>
                </a:lnTo>
                <a:lnTo>
                  <a:pt x="619125" y="276225"/>
                </a:lnTo>
                <a:lnTo>
                  <a:pt x="619125" y="4032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BAF0DD9F-98E6-9E94-5D72-8472477FE355}"/>
              </a:ext>
            </a:extLst>
          </p:cNvPr>
          <p:cNvSpPr/>
          <p:nvPr/>
        </p:nvSpPr>
        <p:spPr>
          <a:xfrm>
            <a:off x="6550025" y="1660525"/>
            <a:ext cx="276225" cy="206375"/>
          </a:xfrm>
          <a:custGeom>
            <a:avLst/>
            <a:gdLst>
              <a:gd name="csX0" fmla="*/ 212725 w 276225"/>
              <a:gd name="csY0" fmla="*/ 0 h 206375"/>
              <a:gd name="csX1" fmla="*/ 276225 w 276225"/>
              <a:gd name="csY1" fmla="*/ 0 h 206375"/>
              <a:gd name="csX2" fmla="*/ 273050 w 276225"/>
              <a:gd name="csY2" fmla="*/ 206375 h 206375"/>
              <a:gd name="csX3" fmla="*/ 0 w 276225"/>
              <a:gd name="csY3" fmla="*/ 206375 h 206375"/>
              <a:gd name="csX4" fmla="*/ 0 w 276225"/>
              <a:gd name="csY4" fmla="*/ 152400 h 206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76225" h="206375">
                <a:moveTo>
                  <a:pt x="212725" y="0"/>
                </a:moveTo>
                <a:lnTo>
                  <a:pt x="276225" y="0"/>
                </a:lnTo>
                <a:cubicBezTo>
                  <a:pt x="275167" y="68792"/>
                  <a:pt x="274108" y="137583"/>
                  <a:pt x="273050" y="206375"/>
                </a:cubicBezTo>
                <a:lnTo>
                  <a:pt x="0" y="206375"/>
                </a:lnTo>
                <a:lnTo>
                  <a:pt x="0" y="1524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D133AC-54D3-D1C7-B732-4E59496605EF}"/>
              </a:ext>
            </a:extLst>
          </p:cNvPr>
          <p:cNvSpPr/>
          <p:nvPr/>
        </p:nvSpPr>
        <p:spPr>
          <a:xfrm>
            <a:off x="5926136" y="557923"/>
            <a:ext cx="822325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F509947-E776-E815-AC3E-43D5082ED9BA}"/>
              </a:ext>
            </a:extLst>
          </p:cNvPr>
          <p:cNvSpPr/>
          <p:nvPr/>
        </p:nvSpPr>
        <p:spPr>
          <a:xfrm>
            <a:off x="5928518" y="1384217"/>
            <a:ext cx="822325" cy="41124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0EFC7F38-B7CD-1437-731E-EF0103013F34}"/>
              </a:ext>
            </a:extLst>
          </p:cNvPr>
          <p:cNvSpPr/>
          <p:nvPr/>
        </p:nvSpPr>
        <p:spPr>
          <a:xfrm>
            <a:off x="6337300" y="974725"/>
            <a:ext cx="3175" cy="393700"/>
          </a:xfrm>
          <a:custGeom>
            <a:avLst/>
            <a:gdLst>
              <a:gd name="csX0" fmla="*/ 0 w 3175"/>
              <a:gd name="csY0" fmla="*/ 0 h 393700"/>
              <a:gd name="csX1" fmla="*/ 3175 w 3175"/>
              <a:gd name="csY1" fmla="*/ 393700 h 393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175" h="393700">
                <a:moveTo>
                  <a:pt x="0" y="0"/>
                </a:moveTo>
                <a:cubicBezTo>
                  <a:pt x="1058" y="131233"/>
                  <a:pt x="2117" y="262467"/>
                  <a:pt x="3175" y="3937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12C65CF-F164-04C9-ABE3-555E3964B10E}"/>
              </a:ext>
            </a:extLst>
          </p:cNvPr>
          <p:cNvSpPr/>
          <p:nvPr/>
        </p:nvSpPr>
        <p:spPr>
          <a:xfrm>
            <a:off x="6550025" y="75240"/>
            <a:ext cx="822325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D86A6F82-708B-2BFF-46CA-6C80F1CD51D6}"/>
              </a:ext>
            </a:extLst>
          </p:cNvPr>
          <p:cNvSpPr/>
          <p:nvPr/>
        </p:nvSpPr>
        <p:spPr>
          <a:xfrm>
            <a:off x="6548438" y="495300"/>
            <a:ext cx="414337" cy="876300"/>
          </a:xfrm>
          <a:custGeom>
            <a:avLst/>
            <a:gdLst>
              <a:gd name="csX0" fmla="*/ 414337 w 414337"/>
              <a:gd name="csY0" fmla="*/ 0 h 876300"/>
              <a:gd name="csX1" fmla="*/ 414337 w 414337"/>
              <a:gd name="csY1" fmla="*/ 614363 h 876300"/>
              <a:gd name="csX2" fmla="*/ 0 w 414337"/>
              <a:gd name="csY2" fmla="*/ 619125 h 876300"/>
              <a:gd name="csX3" fmla="*/ 0 w 414337"/>
              <a:gd name="csY3" fmla="*/ 876300 h 876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414337" h="876300">
                <a:moveTo>
                  <a:pt x="414337" y="0"/>
                </a:moveTo>
                <a:lnTo>
                  <a:pt x="414337" y="614363"/>
                </a:lnTo>
                <a:lnTo>
                  <a:pt x="0" y="619125"/>
                </a:lnTo>
                <a:lnTo>
                  <a:pt x="0" y="8763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8964362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D9BBC4-AC7D-3043-24EA-D00C84E510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D9DE18-FA37-BBBB-2FA4-C35BD79713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000" b="1" dirty="0"/>
              <a:t>- </a:t>
            </a:r>
            <a:r>
              <a:rPr lang="en-US" altLang="zh-CN" sz="4000" b="1" dirty="0"/>
              <a:t>Information</a:t>
            </a:r>
            <a:r>
              <a:rPr lang="en-US" sz="4000" b="1" dirty="0"/>
              <a:t> Layer - </a:t>
            </a:r>
            <a:r>
              <a:rPr lang="en-US" altLang="zh-CN" sz="4000" b="1" dirty="0"/>
              <a:t>04</a:t>
            </a:r>
            <a:endParaRPr lang="en-US" sz="4800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0F780143-DAC5-85BB-5D68-4CB768EBED31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077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7AE4DD3-68E5-3157-B203-4EDA789863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324" y="1809671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21F6476-CA96-AA4C-FAB9-86D560A9C4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302AC94-302B-E158-C48A-9C7E236A1F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ABBCF64-614C-0F0F-8F4B-755DA86ED9B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2A05C4D-9053-3453-61FF-B3E8593C5666}"/>
              </a:ext>
            </a:extLst>
          </p:cNvPr>
          <p:cNvSpPr/>
          <p:nvPr/>
        </p:nvSpPr>
        <p:spPr>
          <a:xfrm>
            <a:off x="4134003" y="1979237"/>
            <a:ext cx="2055782" cy="1469859"/>
          </a:xfrm>
          <a:prstGeom prst="roundRect">
            <a:avLst>
              <a:gd name="adj" fmla="val 6916"/>
            </a:avLst>
          </a:prstGeom>
          <a:solidFill>
            <a:srgbClr val="00B050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862D408-05B1-F494-EAE1-A4E19DD28BA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14183" y="2355187"/>
            <a:ext cx="5161517" cy="340875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431669740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005351-F3E6-6CC4-CE51-05368A2F0A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itle 1">
            <a:extLst>
              <a:ext uri="{FF2B5EF4-FFF2-40B4-BE49-F238E27FC236}">
                <a16:creationId xmlns:a16="http://schemas.microsoft.com/office/drawing/2014/main" id="{88CE179D-2CCC-9E1C-B57F-9E545EF93AAD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Information/Data Layer</a:t>
            </a:r>
          </a:p>
        </p:txBody>
      </p:sp>
      <p:pic>
        <p:nvPicPr>
          <p:cNvPr id="128" name="Picture 127">
            <a:extLst>
              <a:ext uri="{FF2B5EF4-FFF2-40B4-BE49-F238E27FC236}">
                <a16:creationId xmlns:a16="http://schemas.microsoft.com/office/drawing/2014/main" id="{FDCCEAF0-2507-3400-44F4-1298BD30D3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5140" y="0"/>
            <a:ext cx="8759159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98E3A94D-FDFE-C002-C7B4-A6A0A4CACE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5939" y="6223056"/>
            <a:ext cx="1715785" cy="441789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AA6D138B-7D3B-5011-3DB0-A3DD81261A18}"/>
              </a:ext>
            </a:extLst>
          </p:cNvPr>
          <p:cNvSpPr/>
          <p:nvPr/>
        </p:nvSpPr>
        <p:spPr>
          <a:xfrm>
            <a:off x="4896645" y="557923"/>
            <a:ext cx="815974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E26977D-C5B2-603F-061C-1695911D3505}"/>
              </a:ext>
            </a:extLst>
          </p:cNvPr>
          <p:cNvSpPr/>
          <p:nvPr/>
        </p:nvSpPr>
        <p:spPr>
          <a:xfrm>
            <a:off x="5511800" y="971550"/>
            <a:ext cx="619125" cy="403225"/>
          </a:xfrm>
          <a:custGeom>
            <a:avLst/>
            <a:gdLst>
              <a:gd name="csX0" fmla="*/ 0 w 619125"/>
              <a:gd name="csY0" fmla="*/ 0 h 403225"/>
              <a:gd name="csX1" fmla="*/ 0 w 619125"/>
              <a:gd name="csY1" fmla="*/ 276225 h 403225"/>
              <a:gd name="csX2" fmla="*/ 619125 w 619125"/>
              <a:gd name="csY2" fmla="*/ 276225 h 403225"/>
              <a:gd name="csX3" fmla="*/ 619125 w 619125"/>
              <a:gd name="csY3" fmla="*/ 403225 h 4032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619125" h="403225">
                <a:moveTo>
                  <a:pt x="0" y="0"/>
                </a:moveTo>
                <a:lnTo>
                  <a:pt x="0" y="276225"/>
                </a:lnTo>
                <a:lnTo>
                  <a:pt x="619125" y="276225"/>
                </a:lnTo>
                <a:lnTo>
                  <a:pt x="619125" y="4032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ADEBC973-2DD5-2FA3-F43D-39E008DE87DF}"/>
              </a:ext>
            </a:extLst>
          </p:cNvPr>
          <p:cNvSpPr/>
          <p:nvPr/>
        </p:nvSpPr>
        <p:spPr>
          <a:xfrm>
            <a:off x="6550025" y="1660525"/>
            <a:ext cx="276225" cy="206375"/>
          </a:xfrm>
          <a:custGeom>
            <a:avLst/>
            <a:gdLst>
              <a:gd name="csX0" fmla="*/ 212725 w 276225"/>
              <a:gd name="csY0" fmla="*/ 0 h 206375"/>
              <a:gd name="csX1" fmla="*/ 276225 w 276225"/>
              <a:gd name="csY1" fmla="*/ 0 h 206375"/>
              <a:gd name="csX2" fmla="*/ 273050 w 276225"/>
              <a:gd name="csY2" fmla="*/ 206375 h 206375"/>
              <a:gd name="csX3" fmla="*/ 0 w 276225"/>
              <a:gd name="csY3" fmla="*/ 206375 h 206375"/>
              <a:gd name="csX4" fmla="*/ 0 w 276225"/>
              <a:gd name="csY4" fmla="*/ 152400 h 206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76225" h="206375">
                <a:moveTo>
                  <a:pt x="212725" y="0"/>
                </a:moveTo>
                <a:lnTo>
                  <a:pt x="276225" y="0"/>
                </a:lnTo>
                <a:cubicBezTo>
                  <a:pt x="275167" y="68792"/>
                  <a:pt x="274108" y="137583"/>
                  <a:pt x="273050" y="206375"/>
                </a:cubicBezTo>
                <a:lnTo>
                  <a:pt x="0" y="206375"/>
                </a:lnTo>
                <a:lnTo>
                  <a:pt x="0" y="1524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88A2AD6-C278-1E58-6A09-1A3EC2835E29}"/>
              </a:ext>
            </a:extLst>
          </p:cNvPr>
          <p:cNvSpPr/>
          <p:nvPr/>
        </p:nvSpPr>
        <p:spPr>
          <a:xfrm>
            <a:off x="5926136" y="557923"/>
            <a:ext cx="822325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2C0DB81-1AF6-0183-FA0D-079188154D7F}"/>
              </a:ext>
            </a:extLst>
          </p:cNvPr>
          <p:cNvSpPr/>
          <p:nvPr/>
        </p:nvSpPr>
        <p:spPr>
          <a:xfrm>
            <a:off x="5928518" y="1384217"/>
            <a:ext cx="822325" cy="41124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F97DCBA3-AB87-1B3E-01AE-49AE70BDCCF3}"/>
              </a:ext>
            </a:extLst>
          </p:cNvPr>
          <p:cNvSpPr/>
          <p:nvPr/>
        </p:nvSpPr>
        <p:spPr>
          <a:xfrm>
            <a:off x="6337300" y="974725"/>
            <a:ext cx="3175" cy="393700"/>
          </a:xfrm>
          <a:custGeom>
            <a:avLst/>
            <a:gdLst>
              <a:gd name="csX0" fmla="*/ 0 w 3175"/>
              <a:gd name="csY0" fmla="*/ 0 h 393700"/>
              <a:gd name="csX1" fmla="*/ 3175 w 3175"/>
              <a:gd name="csY1" fmla="*/ 393700 h 393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175" h="393700">
                <a:moveTo>
                  <a:pt x="0" y="0"/>
                </a:moveTo>
                <a:cubicBezTo>
                  <a:pt x="1058" y="131233"/>
                  <a:pt x="2117" y="262467"/>
                  <a:pt x="3175" y="3937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C0F4556-F78C-4BEE-759F-EECA7E424901}"/>
              </a:ext>
            </a:extLst>
          </p:cNvPr>
          <p:cNvSpPr/>
          <p:nvPr/>
        </p:nvSpPr>
        <p:spPr>
          <a:xfrm>
            <a:off x="6550025" y="75240"/>
            <a:ext cx="822325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FDD7D43C-537A-FA2E-E4BB-0632FBE13CEC}"/>
              </a:ext>
            </a:extLst>
          </p:cNvPr>
          <p:cNvSpPr/>
          <p:nvPr/>
        </p:nvSpPr>
        <p:spPr>
          <a:xfrm>
            <a:off x="6548438" y="495300"/>
            <a:ext cx="414337" cy="876300"/>
          </a:xfrm>
          <a:custGeom>
            <a:avLst/>
            <a:gdLst>
              <a:gd name="csX0" fmla="*/ 414337 w 414337"/>
              <a:gd name="csY0" fmla="*/ 0 h 876300"/>
              <a:gd name="csX1" fmla="*/ 414337 w 414337"/>
              <a:gd name="csY1" fmla="*/ 614363 h 876300"/>
              <a:gd name="csX2" fmla="*/ 0 w 414337"/>
              <a:gd name="csY2" fmla="*/ 619125 h 876300"/>
              <a:gd name="csX3" fmla="*/ 0 w 414337"/>
              <a:gd name="csY3" fmla="*/ 876300 h 876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414337" h="876300">
                <a:moveTo>
                  <a:pt x="414337" y="0"/>
                </a:moveTo>
                <a:lnTo>
                  <a:pt x="414337" y="614363"/>
                </a:lnTo>
                <a:lnTo>
                  <a:pt x="0" y="619125"/>
                </a:lnTo>
                <a:lnTo>
                  <a:pt x="0" y="8763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0A3C8E1-1363-A7E6-3332-9919BAFEE922}"/>
              </a:ext>
            </a:extLst>
          </p:cNvPr>
          <p:cNvSpPr/>
          <p:nvPr/>
        </p:nvSpPr>
        <p:spPr>
          <a:xfrm>
            <a:off x="4537868" y="1384217"/>
            <a:ext cx="822325" cy="41124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2E75FFEB-68E7-DD71-D97C-F2E0C1A5F127}"/>
              </a:ext>
            </a:extLst>
          </p:cNvPr>
          <p:cNvSpPr/>
          <p:nvPr/>
        </p:nvSpPr>
        <p:spPr>
          <a:xfrm>
            <a:off x="5372100" y="1593850"/>
            <a:ext cx="558800" cy="0"/>
          </a:xfrm>
          <a:custGeom>
            <a:avLst/>
            <a:gdLst>
              <a:gd name="csX0" fmla="*/ 0 w 558800"/>
              <a:gd name="csY0" fmla="*/ 0 h 0"/>
              <a:gd name="csX1" fmla="*/ 558800 w 55880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8800">
                <a:moveTo>
                  <a:pt x="0" y="0"/>
                </a:moveTo>
                <a:lnTo>
                  <a:pt x="55880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8063251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DAA3BE-E161-B283-FDC7-4CB5D7EF71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AF3862-42B6-5757-F640-13B9CCE358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000" b="1" dirty="0"/>
              <a:t>- </a:t>
            </a:r>
            <a:r>
              <a:rPr lang="en-US" altLang="zh-CN" sz="4000" b="1" dirty="0"/>
              <a:t>Information</a:t>
            </a:r>
            <a:r>
              <a:rPr lang="en-US" sz="4000" b="1" dirty="0"/>
              <a:t> Layer - </a:t>
            </a:r>
            <a:r>
              <a:rPr lang="en-US" altLang="zh-CN" sz="4000" b="1" dirty="0"/>
              <a:t>05</a:t>
            </a:r>
            <a:endParaRPr lang="en-US" sz="4800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F9EB089-35D6-75E3-ACC3-FC3A08EEB894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078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2714575-5AE3-E364-8D36-1804C11CA0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324" y="1809671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ABFC070-C0AB-C276-852F-4B3788A1BE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4A0AD78-374E-42FF-2DFD-A4B862177F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99D43DB-2DF3-C79E-8D3B-27F14FA7208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5C00B361-9718-4F38-A509-1A1F6EF08B16}"/>
              </a:ext>
            </a:extLst>
          </p:cNvPr>
          <p:cNvSpPr/>
          <p:nvPr/>
        </p:nvSpPr>
        <p:spPr>
          <a:xfrm>
            <a:off x="4134003" y="1979237"/>
            <a:ext cx="2055782" cy="1469859"/>
          </a:xfrm>
          <a:prstGeom prst="roundRect">
            <a:avLst>
              <a:gd name="adj" fmla="val 6916"/>
            </a:avLst>
          </a:prstGeom>
          <a:solidFill>
            <a:srgbClr val="00B050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7ED101B-3DB4-BA8B-1942-29DE842C302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0557" y="2164267"/>
            <a:ext cx="5139859" cy="369392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144005511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397E83-BED0-15DA-1223-77FEF71730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itle 1">
            <a:extLst>
              <a:ext uri="{FF2B5EF4-FFF2-40B4-BE49-F238E27FC236}">
                <a16:creationId xmlns:a16="http://schemas.microsoft.com/office/drawing/2014/main" id="{E0607341-2E7A-1B7C-37CC-5CF5F9F92B41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Information/Data Layer</a:t>
            </a:r>
          </a:p>
        </p:txBody>
      </p:sp>
      <p:pic>
        <p:nvPicPr>
          <p:cNvPr id="128" name="Picture 127">
            <a:extLst>
              <a:ext uri="{FF2B5EF4-FFF2-40B4-BE49-F238E27FC236}">
                <a16:creationId xmlns:a16="http://schemas.microsoft.com/office/drawing/2014/main" id="{C774670D-1606-64AE-3DB3-77E7128AA8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5140" y="0"/>
            <a:ext cx="8759159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7A8D3ECB-4201-AC12-77AC-172EEBE06C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5939" y="6223056"/>
            <a:ext cx="1715785" cy="441789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90488C46-EEC5-BE71-C0D2-6C4AB21F94D4}"/>
              </a:ext>
            </a:extLst>
          </p:cNvPr>
          <p:cNvSpPr/>
          <p:nvPr/>
        </p:nvSpPr>
        <p:spPr>
          <a:xfrm>
            <a:off x="4896645" y="557923"/>
            <a:ext cx="815974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C2D90EA-5190-271C-50C0-33D55F924AD6}"/>
              </a:ext>
            </a:extLst>
          </p:cNvPr>
          <p:cNvSpPr/>
          <p:nvPr/>
        </p:nvSpPr>
        <p:spPr>
          <a:xfrm>
            <a:off x="5511800" y="971550"/>
            <a:ext cx="619125" cy="403225"/>
          </a:xfrm>
          <a:custGeom>
            <a:avLst/>
            <a:gdLst>
              <a:gd name="csX0" fmla="*/ 0 w 619125"/>
              <a:gd name="csY0" fmla="*/ 0 h 403225"/>
              <a:gd name="csX1" fmla="*/ 0 w 619125"/>
              <a:gd name="csY1" fmla="*/ 276225 h 403225"/>
              <a:gd name="csX2" fmla="*/ 619125 w 619125"/>
              <a:gd name="csY2" fmla="*/ 276225 h 403225"/>
              <a:gd name="csX3" fmla="*/ 619125 w 619125"/>
              <a:gd name="csY3" fmla="*/ 403225 h 4032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619125" h="403225">
                <a:moveTo>
                  <a:pt x="0" y="0"/>
                </a:moveTo>
                <a:lnTo>
                  <a:pt x="0" y="276225"/>
                </a:lnTo>
                <a:lnTo>
                  <a:pt x="619125" y="276225"/>
                </a:lnTo>
                <a:lnTo>
                  <a:pt x="619125" y="4032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3AD03100-885B-1E0B-EA37-45FF825EDFEB}"/>
              </a:ext>
            </a:extLst>
          </p:cNvPr>
          <p:cNvSpPr/>
          <p:nvPr/>
        </p:nvSpPr>
        <p:spPr>
          <a:xfrm>
            <a:off x="6550025" y="1660525"/>
            <a:ext cx="276225" cy="206375"/>
          </a:xfrm>
          <a:custGeom>
            <a:avLst/>
            <a:gdLst>
              <a:gd name="csX0" fmla="*/ 212725 w 276225"/>
              <a:gd name="csY0" fmla="*/ 0 h 206375"/>
              <a:gd name="csX1" fmla="*/ 276225 w 276225"/>
              <a:gd name="csY1" fmla="*/ 0 h 206375"/>
              <a:gd name="csX2" fmla="*/ 273050 w 276225"/>
              <a:gd name="csY2" fmla="*/ 206375 h 206375"/>
              <a:gd name="csX3" fmla="*/ 0 w 276225"/>
              <a:gd name="csY3" fmla="*/ 206375 h 206375"/>
              <a:gd name="csX4" fmla="*/ 0 w 276225"/>
              <a:gd name="csY4" fmla="*/ 152400 h 206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76225" h="206375">
                <a:moveTo>
                  <a:pt x="212725" y="0"/>
                </a:moveTo>
                <a:lnTo>
                  <a:pt x="276225" y="0"/>
                </a:lnTo>
                <a:cubicBezTo>
                  <a:pt x="275167" y="68792"/>
                  <a:pt x="274108" y="137583"/>
                  <a:pt x="273050" y="206375"/>
                </a:cubicBezTo>
                <a:lnTo>
                  <a:pt x="0" y="206375"/>
                </a:lnTo>
                <a:lnTo>
                  <a:pt x="0" y="1524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A624D87-EF97-B489-4229-365C6F30F822}"/>
              </a:ext>
            </a:extLst>
          </p:cNvPr>
          <p:cNvSpPr/>
          <p:nvPr/>
        </p:nvSpPr>
        <p:spPr>
          <a:xfrm>
            <a:off x="5926136" y="557923"/>
            <a:ext cx="822325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45F4B0-7E4E-E396-F82D-77655EAA2382}"/>
              </a:ext>
            </a:extLst>
          </p:cNvPr>
          <p:cNvSpPr/>
          <p:nvPr/>
        </p:nvSpPr>
        <p:spPr>
          <a:xfrm>
            <a:off x="5928518" y="1384217"/>
            <a:ext cx="822325" cy="41124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8BCC6C07-0E23-3DD0-A4EB-AD14B0BE052B}"/>
              </a:ext>
            </a:extLst>
          </p:cNvPr>
          <p:cNvSpPr/>
          <p:nvPr/>
        </p:nvSpPr>
        <p:spPr>
          <a:xfrm>
            <a:off x="6337300" y="974725"/>
            <a:ext cx="3175" cy="393700"/>
          </a:xfrm>
          <a:custGeom>
            <a:avLst/>
            <a:gdLst>
              <a:gd name="csX0" fmla="*/ 0 w 3175"/>
              <a:gd name="csY0" fmla="*/ 0 h 393700"/>
              <a:gd name="csX1" fmla="*/ 3175 w 3175"/>
              <a:gd name="csY1" fmla="*/ 393700 h 393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175" h="393700">
                <a:moveTo>
                  <a:pt x="0" y="0"/>
                </a:moveTo>
                <a:cubicBezTo>
                  <a:pt x="1058" y="131233"/>
                  <a:pt x="2117" y="262467"/>
                  <a:pt x="3175" y="3937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DF6CC9A-1D7F-86FC-1184-C23254E8E25C}"/>
              </a:ext>
            </a:extLst>
          </p:cNvPr>
          <p:cNvSpPr/>
          <p:nvPr/>
        </p:nvSpPr>
        <p:spPr>
          <a:xfrm>
            <a:off x="6550025" y="75240"/>
            <a:ext cx="822325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77570943-EBA3-D100-2527-FEC5784DACB3}"/>
              </a:ext>
            </a:extLst>
          </p:cNvPr>
          <p:cNvSpPr/>
          <p:nvPr/>
        </p:nvSpPr>
        <p:spPr>
          <a:xfrm>
            <a:off x="6548438" y="495300"/>
            <a:ext cx="414337" cy="876300"/>
          </a:xfrm>
          <a:custGeom>
            <a:avLst/>
            <a:gdLst>
              <a:gd name="csX0" fmla="*/ 414337 w 414337"/>
              <a:gd name="csY0" fmla="*/ 0 h 876300"/>
              <a:gd name="csX1" fmla="*/ 414337 w 414337"/>
              <a:gd name="csY1" fmla="*/ 614363 h 876300"/>
              <a:gd name="csX2" fmla="*/ 0 w 414337"/>
              <a:gd name="csY2" fmla="*/ 619125 h 876300"/>
              <a:gd name="csX3" fmla="*/ 0 w 414337"/>
              <a:gd name="csY3" fmla="*/ 876300 h 876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414337" h="876300">
                <a:moveTo>
                  <a:pt x="414337" y="0"/>
                </a:moveTo>
                <a:lnTo>
                  <a:pt x="414337" y="614363"/>
                </a:lnTo>
                <a:lnTo>
                  <a:pt x="0" y="619125"/>
                </a:lnTo>
                <a:lnTo>
                  <a:pt x="0" y="8763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A7187DC-A613-D2AD-AEAB-76A74231B32C}"/>
              </a:ext>
            </a:extLst>
          </p:cNvPr>
          <p:cNvSpPr/>
          <p:nvPr/>
        </p:nvSpPr>
        <p:spPr>
          <a:xfrm>
            <a:off x="4537868" y="1384217"/>
            <a:ext cx="822325" cy="41124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54AD642A-7CE9-54C0-2476-9F80688418C8}"/>
              </a:ext>
            </a:extLst>
          </p:cNvPr>
          <p:cNvSpPr/>
          <p:nvPr/>
        </p:nvSpPr>
        <p:spPr>
          <a:xfrm>
            <a:off x="5372100" y="1593850"/>
            <a:ext cx="558800" cy="0"/>
          </a:xfrm>
          <a:custGeom>
            <a:avLst/>
            <a:gdLst>
              <a:gd name="csX0" fmla="*/ 0 w 558800"/>
              <a:gd name="csY0" fmla="*/ 0 h 0"/>
              <a:gd name="csX1" fmla="*/ 558800 w 55880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8800">
                <a:moveTo>
                  <a:pt x="0" y="0"/>
                </a:moveTo>
                <a:lnTo>
                  <a:pt x="55880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F8E6391-BCF8-41EF-F7AF-6690C1B850B8}"/>
              </a:ext>
            </a:extLst>
          </p:cNvPr>
          <p:cNvSpPr/>
          <p:nvPr/>
        </p:nvSpPr>
        <p:spPr>
          <a:xfrm>
            <a:off x="7169149" y="1384217"/>
            <a:ext cx="822325" cy="41124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8F4F81E8-C179-FFB3-AAD5-CB63C8ED1204}"/>
              </a:ext>
            </a:extLst>
          </p:cNvPr>
          <p:cNvSpPr/>
          <p:nvPr/>
        </p:nvSpPr>
        <p:spPr>
          <a:xfrm>
            <a:off x="6765131" y="1590675"/>
            <a:ext cx="388144" cy="0"/>
          </a:xfrm>
          <a:custGeom>
            <a:avLst/>
            <a:gdLst>
              <a:gd name="csX0" fmla="*/ 0 w 388144"/>
              <a:gd name="csY0" fmla="*/ 0 h 0"/>
              <a:gd name="csX1" fmla="*/ 388144 w 38814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88144">
                <a:moveTo>
                  <a:pt x="0" y="0"/>
                </a:moveTo>
                <a:lnTo>
                  <a:pt x="38814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5372601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C7C3F6-C36B-B22B-A46E-86704785C4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CC4201-CDDA-DC3E-60B5-CE551ECABD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000" b="1" dirty="0"/>
              <a:t>- </a:t>
            </a:r>
            <a:r>
              <a:rPr lang="en-US" altLang="zh-CN" sz="4000" b="1" dirty="0"/>
              <a:t>Information</a:t>
            </a:r>
            <a:r>
              <a:rPr lang="en-US" sz="4000" b="1" dirty="0"/>
              <a:t> Layer - </a:t>
            </a:r>
            <a:r>
              <a:rPr lang="en-US" altLang="zh-CN" sz="4000" b="1" dirty="0"/>
              <a:t>06</a:t>
            </a:r>
            <a:endParaRPr lang="en-US" sz="4800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5E77E76-94C1-A731-9310-B6C74F5412BB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079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3CB3D24-BD14-4F7C-1C9F-E67629266D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324" y="1809671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694D3BE-2DA6-4431-49D4-08EF69B813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7663982-2A5D-1E8A-82BC-7F7C2F73DF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B556C1D-0BE9-0BBC-8D45-77C3A6FAC2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B90F3D7-7B22-869E-762B-DEEAD10807E4}"/>
              </a:ext>
            </a:extLst>
          </p:cNvPr>
          <p:cNvSpPr/>
          <p:nvPr/>
        </p:nvSpPr>
        <p:spPr>
          <a:xfrm>
            <a:off x="4134003" y="1979237"/>
            <a:ext cx="2055782" cy="1469859"/>
          </a:xfrm>
          <a:prstGeom prst="roundRect">
            <a:avLst>
              <a:gd name="adj" fmla="val 6916"/>
            </a:avLst>
          </a:prstGeom>
          <a:solidFill>
            <a:srgbClr val="00B050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E686750-81FF-5DC8-BA2B-EFFF7BAC004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93573" y="2467202"/>
            <a:ext cx="5670029" cy="360200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40F3A8E-7FC9-998A-1CA5-51E6B638F2A3}"/>
              </a:ext>
            </a:extLst>
          </p:cNvPr>
          <p:cNvSpPr/>
          <p:nvPr/>
        </p:nvSpPr>
        <p:spPr>
          <a:xfrm>
            <a:off x="726297" y="2129962"/>
            <a:ext cx="2055782" cy="1469859"/>
          </a:xfrm>
          <a:prstGeom prst="roundRect">
            <a:avLst>
              <a:gd name="adj" fmla="val 6916"/>
            </a:avLst>
          </a:prstGeom>
          <a:solidFill>
            <a:srgbClr val="00B050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0062685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DEE762-5C0B-F10E-9E0E-0E7BF805FE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itle 1">
            <a:extLst>
              <a:ext uri="{FF2B5EF4-FFF2-40B4-BE49-F238E27FC236}">
                <a16:creationId xmlns:a16="http://schemas.microsoft.com/office/drawing/2014/main" id="{EB04824A-B066-FF78-E503-3B5D9C68CD79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Information/Data Layer</a:t>
            </a:r>
          </a:p>
        </p:txBody>
      </p:sp>
      <p:pic>
        <p:nvPicPr>
          <p:cNvPr id="128" name="Picture 127">
            <a:extLst>
              <a:ext uri="{FF2B5EF4-FFF2-40B4-BE49-F238E27FC236}">
                <a16:creationId xmlns:a16="http://schemas.microsoft.com/office/drawing/2014/main" id="{03582893-3536-93C8-4330-DD56F5E45C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5140" y="0"/>
            <a:ext cx="8759159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83A1BADA-C0B7-8EBB-9B0E-01E2144F3E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5939" y="6223056"/>
            <a:ext cx="1715785" cy="441789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58B6A773-9ECC-6786-7CFC-709B2FFB0611}"/>
              </a:ext>
            </a:extLst>
          </p:cNvPr>
          <p:cNvSpPr/>
          <p:nvPr/>
        </p:nvSpPr>
        <p:spPr>
          <a:xfrm>
            <a:off x="4896645" y="557923"/>
            <a:ext cx="815974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F6FD51C-917B-BEBF-E6FC-D491EA87DF7D}"/>
              </a:ext>
            </a:extLst>
          </p:cNvPr>
          <p:cNvSpPr/>
          <p:nvPr/>
        </p:nvSpPr>
        <p:spPr>
          <a:xfrm>
            <a:off x="5511800" y="971550"/>
            <a:ext cx="619125" cy="403225"/>
          </a:xfrm>
          <a:custGeom>
            <a:avLst/>
            <a:gdLst>
              <a:gd name="csX0" fmla="*/ 0 w 619125"/>
              <a:gd name="csY0" fmla="*/ 0 h 403225"/>
              <a:gd name="csX1" fmla="*/ 0 w 619125"/>
              <a:gd name="csY1" fmla="*/ 276225 h 403225"/>
              <a:gd name="csX2" fmla="*/ 619125 w 619125"/>
              <a:gd name="csY2" fmla="*/ 276225 h 403225"/>
              <a:gd name="csX3" fmla="*/ 619125 w 619125"/>
              <a:gd name="csY3" fmla="*/ 403225 h 4032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619125" h="403225">
                <a:moveTo>
                  <a:pt x="0" y="0"/>
                </a:moveTo>
                <a:lnTo>
                  <a:pt x="0" y="276225"/>
                </a:lnTo>
                <a:lnTo>
                  <a:pt x="619125" y="276225"/>
                </a:lnTo>
                <a:lnTo>
                  <a:pt x="619125" y="4032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4B3C7446-FFA6-A855-1036-DE4FF9FCCA4B}"/>
              </a:ext>
            </a:extLst>
          </p:cNvPr>
          <p:cNvSpPr/>
          <p:nvPr/>
        </p:nvSpPr>
        <p:spPr>
          <a:xfrm>
            <a:off x="6550025" y="1660525"/>
            <a:ext cx="276225" cy="206375"/>
          </a:xfrm>
          <a:custGeom>
            <a:avLst/>
            <a:gdLst>
              <a:gd name="csX0" fmla="*/ 212725 w 276225"/>
              <a:gd name="csY0" fmla="*/ 0 h 206375"/>
              <a:gd name="csX1" fmla="*/ 276225 w 276225"/>
              <a:gd name="csY1" fmla="*/ 0 h 206375"/>
              <a:gd name="csX2" fmla="*/ 273050 w 276225"/>
              <a:gd name="csY2" fmla="*/ 206375 h 206375"/>
              <a:gd name="csX3" fmla="*/ 0 w 276225"/>
              <a:gd name="csY3" fmla="*/ 206375 h 206375"/>
              <a:gd name="csX4" fmla="*/ 0 w 276225"/>
              <a:gd name="csY4" fmla="*/ 152400 h 206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76225" h="206375">
                <a:moveTo>
                  <a:pt x="212725" y="0"/>
                </a:moveTo>
                <a:lnTo>
                  <a:pt x="276225" y="0"/>
                </a:lnTo>
                <a:cubicBezTo>
                  <a:pt x="275167" y="68792"/>
                  <a:pt x="274108" y="137583"/>
                  <a:pt x="273050" y="206375"/>
                </a:cubicBezTo>
                <a:lnTo>
                  <a:pt x="0" y="206375"/>
                </a:lnTo>
                <a:lnTo>
                  <a:pt x="0" y="1524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9DE144B-C7B4-7264-51F7-9414C50085C3}"/>
              </a:ext>
            </a:extLst>
          </p:cNvPr>
          <p:cNvSpPr/>
          <p:nvPr/>
        </p:nvSpPr>
        <p:spPr>
          <a:xfrm>
            <a:off x="5926136" y="557923"/>
            <a:ext cx="822325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34DBC3B-029E-0622-894C-9EB31535E46E}"/>
              </a:ext>
            </a:extLst>
          </p:cNvPr>
          <p:cNvSpPr/>
          <p:nvPr/>
        </p:nvSpPr>
        <p:spPr>
          <a:xfrm>
            <a:off x="5928518" y="1384217"/>
            <a:ext cx="822325" cy="41124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55445FB7-C2AF-8697-F9ED-EB3EC535567F}"/>
              </a:ext>
            </a:extLst>
          </p:cNvPr>
          <p:cNvSpPr/>
          <p:nvPr/>
        </p:nvSpPr>
        <p:spPr>
          <a:xfrm>
            <a:off x="6337300" y="974725"/>
            <a:ext cx="3175" cy="393700"/>
          </a:xfrm>
          <a:custGeom>
            <a:avLst/>
            <a:gdLst>
              <a:gd name="csX0" fmla="*/ 0 w 3175"/>
              <a:gd name="csY0" fmla="*/ 0 h 393700"/>
              <a:gd name="csX1" fmla="*/ 3175 w 3175"/>
              <a:gd name="csY1" fmla="*/ 393700 h 393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175" h="393700">
                <a:moveTo>
                  <a:pt x="0" y="0"/>
                </a:moveTo>
                <a:cubicBezTo>
                  <a:pt x="1058" y="131233"/>
                  <a:pt x="2117" y="262467"/>
                  <a:pt x="3175" y="3937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33C895D-6B0D-6A79-8155-EA860F83B0DF}"/>
              </a:ext>
            </a:extLst>
          </p:cNvPr>
          <p:cNvSpPr/>
          <p:nvPr/>
        </p:nvSpPr>
        <p:spPr>
          <a:xfrm>
            <a:off x="6550025" y="75240"/>
            <a:ext cx="822325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46268BAF-6C5E-FFF0-85AC-E6CBC5186E70}"/>
              </a:ext>
            </a:extLst>
          </p:cNvPr>
          <p:cNvSpPr/>
          <p:nvPr/>
        </p:nvSpPr>
        <p:spPr>
          <a:xfrm>
            <a:off x="6548438" y="495300"/>
            <a:ext cx="414337" cy="876300"/>
          </a:xfrm>
          <a:custGeom>
            <a:avLst/>
            <a:gdLst>
              <a:gd name="csX0" fmla="*/ 414337 w 414337"/>
              <a:gd name="csY0" fmla="*/ 0 h 876300"/>
              <a:gd name="csX1" fmla="*/ 414337 w 414337"/>
              <a:gd name="csY1" fmla="*/ 614363 h 876300"/>
              <a:gd name="csX2" fmla="*/ 0 w 414337"/>
              <a:gd name="csY2" fmla="*/ 619125 h 876300"/>
              <a:gd name="csX3" fmla="*/ 0 w 414337"/>
              <a:gd name="csY3" fmla="*/ 876300 h 876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414337" h="876300">
                <a:moveTo>
                  <a:pt x="414337" y="0"/>
                </a:moveTo>
                <a:lnTo>
                  <a:pt x="414337" y="614363"/>
                </a:lnTo>
                <a:lnTo>
                  <a:pt x="0" y="619125"/>
                </a:lnTo>
                <a:lnTo>
                  <a:pt x="0" y="8763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08358B-E58C-8FD8-0B06-F9246311DB66}"/>
              </a:ext>
            </a:extLst>
          </p:cNvPr>
          <p:cNvSpPr/>
          <p:nvPr/>
        </p:nvSpPr>
        <p:spPr>
          <a:xfrm>
            <a:off x="4537868" y="1384217"/>
            <a:ext cx="822325" cy="41124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21708B1-4702-9C9C-77C5-E33AC398C60F}"/>
              </a:ext>
            </a:extLst>
          </p:cNvPr>
          <p:cNvSpPr/>
          <p:nvPr/>
        </p:nvSpPr>
        <p:spPr>
          <a:xfrm>
            <a:off x="5372100" y="1593850"/>
            <a:ext cx="558800" cy="0"/>
          </a:xfrm>
          <a:custGeom>
            <a:avLst/>
            <a:gdLst>
              <a:gd name="csX0" fmla="*/ 0 w 558800"/>
              <a:gd name="csY0" fmla="*/ 0 h 0"/>
              <a:gd name="csX1" fmla="*/ 558800 w 55880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8800">
                <a:moveTo>
                  <a:pt x="0" y="0"/>
                </a:moveTo>
                <a:lnTo>
                  <a:pt x="55880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0045C70-1BE5-4957-B7A3-BC61E73584C3}"/>
              </a:ext>
            </a:extLst>
          </p:cNvPr>
          <p:cNvSpPr/>
          <p:nvPr/>
        </p:nvSpPr>
        <p:spPr>
          <a:xfrm>
            <a:off x="7169149" y="1384217"/>
            <a:ext cx="822325" cy="41124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B46CDC2-E01C-EE5E-B843-6EEC59E36FCD}"/>
              </a:ext>
            </a:extLst>
          </p:cNvPr>
          <p:cNvSpPr/>
          <p:nvPr/>
        </p:nvSpPr>
        <p:spPr>
          <a:xfrm>
            <a:off x="6765131" y="1590675"/>
            <a:ext cx="388144" cy="0"/>
          </a:xfrm>
          <a:custGeom>
            <a:avLst/>
            <a:gdLst>
              <a:gd name="csX0" fmla="*/ 0 w 388144"/>
              <a:gd name="csY0" fmla="*/ 0 h 0"/>
              <a:gd name="csX1" fmla="*/ 388144 w 38814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88144">
                <a:moveTo>
                  <a:pt x="0" y="0"/>
                </a:moveTo>
                <a:lnTo>
                  <a:pt x="38814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3AD8359-8CC2-8FA8-5872-188DB5137299}"/>
              </a:ext>
            </a:extLst>
          </p:cNvPr>
          <p:cNvSpPr/>
          <p:nvPr/>
        </p:nvSpPr>
        <p:spPr>
          <a:xfrm>
            <a:off x="8560595" y="1384217"/>
            <a:ext cx="815974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00B8AC76-A68C-3759-3CBD-2CC409372158}"/>
              </a:ext>
            </a:extLst>
          </p:cNvPr>
          <p:cNvSpPr/>
          <p:nvPr/>
        </p:nvSpPr>
        <p:spPr>
          <a:xfrm>
            <a:off x="8001000" y="1590675"/>
            <a:ext cx="547688" cy="4763"/>
          </a:xfrm>
          <a:custGeom>
            <a:avLst/>
            <a:gdLst>
              <a:gd name="csX0" fmla="*/ 0 w 547688"/>
              <a:gd name="csY0" fmla="*/ 0 h 4763"/>
              <a:gd name="csX1" fmla="*/ 547688 w 547688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47688" h="4763">
                <a:moveTo>
                  <a:pt x="0" y="0"/>
                </a:moveTo>
                <a:lnTo>
                  <a:pt x="547688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7702158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08F881-1A22-4F68-D4A2-27B9D1E50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CEB4ED-9D47-CCF0-64CB-486F22B30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000" b="1" dirty="0"/>
              <a:t>- </a:t>
            </a:r>
            <a:r>
              <a:rPr lang="en-US" altLang="zh-CN" sz="4000" b="1" dirty="0"/>
              <a:t>Information</a:t>
            </a:r>
            <a:r>
              <a:rPr lang="en-US" sz="4000" b="1" dirty="0"/>
              <a:t> Layer - </a:t>
            </a:r>
            <a:r>
              <a:rPr lang="en-US" altLang="zh-CN" sz="4000" b="1" dirty="0"/>
              <a:t>07</a:t>
            </a:r>
            <a:endParaRPr lang="en-US" sz="4800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6DAFD97B-F462-5745-180F-2B264DC1F3DD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080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25FD38F-B2DA-3B82-8766-BEA09CD9F0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324" y="1809671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E959006-BB27-A0B6-DC6E-2018FE6429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F3F37FF-AA57-3306-A2C9-3EAAEBC034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05363F6-19C0-A3DD-E889-9741DF60CE7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BB4C7C0-872B-8ACD-7F0B-DB8B00913F68}"/>
              </a:ext>
            </a:extLst>
          </p:cNvPr>
          <p:cNvSpPr/>
          <p:nvPr/>
        </p:nvSpPr>
        <p:spPr>
          <a:xfrm>
            <a:off x="2662813" y="1979237"/>
            <a:ext cx="3526972" cy="1819040"/>
          </a:xfrm>
          <a:prstGeom prst="roundRect">
            <a:avLst>
              <a:gd name="adj" fmla="val 6916"/>
            </a:avLst>
          </a:prstGeom>
          <a:solidFill>
            <a:srgbClr val="00B050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8481B8F-7B94-6178-E1CE-51CD16C82D6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02511" y="2816575"/>
            <a:ext cx="5956397" cy="322248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417156991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9DF76F-7AF6-AE23-2654-E91459D14C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itle 1">
            <a:extLst>
              <a:ext uri="{FF2B5EF4-FFF2-40B4-BE49-F238E27FC236}">
                <a16:creationId xmlns:a16="http://schemas.microsoft.com/office/drawing/2014/main" id="{8C898935-5375-E0A4-0960-A3E948C53262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Information/Data Layer</a:t>
            </a:r>
          </a:p>
        </p:txBody>
      </p:sp>
      <p:pic>
        <p:nvPicPr>
          <p:cNvPr id="128" name="Picture 127">
            <a:extLst>
              <a:ext uri="{FF2B5EF4-FFF2-40B4-BE49-F238E27FC236}">
                <a16:creationId xmlns:a16="http://schemas.microsoft.com/office/drawing/2014/main" id="{16DF9DD7-825E-139E-472D-FDC139BE67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5140" y="0"/>
            <a:ext cx="8759159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BFA51C40-7745-02B4-0CF7-001AB2B10F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5939" y="6223056"/>
            <a:ext cx="1715785" cy="441789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54569C9A-541D-00BF-EAC4-83EDC64E9F3D}"/>
              </a:ext>
            </a:extLst>
          </p:cNvPr>
          <p:cNvSpPr/>
          <p:nvPr/>
        </p:nvSpPr>
        <p:spPr>
          <a:xfrm>
            <a:off x="4896645" y="557923"/>
            <a:ext cx="815974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BF69B00-7CF4-1873-50E4-AE9FE2064BBF}"/>
              </a:ext>
            </a:extLst>
          </p:cNvPr>
          <p:cNvSpPr/>
          <p:nvPr/>
        </p:nvSpPr>
        <p:spPr>
          <a:xfrm>
            <a:off x="5511800" y="971550"/>
            <a:ext cx="619125" cy="403225"/>
          </a:xfrm>
          <a:custGeom>
            <a:avLst/>
            <a:gdLst>
              <a:gd name="csX0" fmla="*/ 0 w 619125"/>
              <a:gd name="csY0" fmla="*/ 0 h 403225"/>
              <a:gd name="csX1" fmla="*/ 0 w 619125"/>
              <a:gd name="csY1" fmla="*/ 276225 h 403225"/>
              <a:gd name="csX2" fmla="*/ 619125 w 619125"/>
              <a:gd name="csY2" fmla="*/ 276225 h 403225"/>
              <a:gd name="csX3" fmla="*/ 619125 w 619125"/>
              <a:gd name="csY3" fmla="*/ 403225 h 4032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619125" h="403225">
                <a:moveTo>
                  <a:pt x="0" y="0"/>
                </a:moveTo>
                <a:lnTo>
                  <a:pt x="0" y="276225"/>
                </a:lnTo>
                <a:lnTo>
                  <a:pt x="619125" y="276225"/>
                </a:lnTo>
                <a:lnTo>
                  <a:pt x="619125" y="4032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75D7EF14-A3E8-B5EE-570D-BEB4219D28AF}"/>
              </a:ext>
            </a:extLst>
          </p:cNvPr>
          <p:cNvSpPr/>
          <p:nvPr/>
        </p:nvSpPr>
        <p:spPr>
          <a:xfrm>
            <a:off x="6550025" y="1660525"/>
            <a:ext cx="276225" cy="206375"/>
          </a:xfrm>
          <a:custGeom>
            <a:avLst/>
            <a:gdLst>
              <a:gd name="csX0" fmla="*/ 212725 w 276225"/>
              <a:gd name="csY0" fmla="*/ 0 h 206375"/>
              <a:gd name="csX1" fmla="*/ 276225 w 276225"/>
              <a:gd name="csY1" fmla="*/ 0 h 206375"/>
              <a:gd name="csX2" fmla="*/ 273050 w 276225"/>
              <a:gd name="csY2" fmla="*/ 206375 h 206375"/>
              <a:gd name="csX3" fmla="*/ 0 w 276225"/>
              <a:gd name="csY3" fmla="*/ 206375 h 206375"/>
              <a:gd name="csX4" fmla="*/ 0 w 276225"/>
              <a:gd name="csY4" fmla="*/ 152400 h 206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76225" h="206375">
                <a:moveTo>
                  <a:pt x="212725" y="0"/>
                </a:moveTo>
                <a:lnTo>
                  <a:pt x="276225" y="0"/>
                </a:lnTo>
                <a:cubicBezTo>
                  <a:pt x="275167" y="68792"/>
                  <a:pt x="274108" y="137583"/>
                  <a:pt x="273050" y="206375"/>
                </a:cubicBezTo>
                <a:lnTo>
                  <a:pt x="0" y="206375"/>
                </a:lnTo>
                <a:lnTo>
                  <a:pt x="0" y="1524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76D239F-8987-F452-4712-C0F11CBF6D0E}"/>
              </a:ext>
            </a:extLst>
          </p:cNvPr>
          <p:cNvSpPr/>
          <p:nvPr/>
        </p:nvSpPr>
        <p:spPr>
          <a:xfrm>
            <a:off x="5926136" y="557923"/>
            <a:ext cx="822325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365729F-3D05-7728-9669-02847BFB28AA}"/>
              </a:ext>
            </a:extLst>
          </p:cNvPr>
          <p:cNvSpPr/>
          <p:nvPr/>
        </p:nvSpPr>
        <p:spPr>
          <a:xfrm>
            <a:off x="5928518" y="1384217"/>
            <a:ext cx="822325" cy="41124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F939727-541E-579C-C164-73554F83EF00}"/>
              </a:ext>
            </a:extLst>
          </p:cNvPr>
          <p:cNvSpPr/>
          <p:nvPr/>
        </p:nvSpPr>
        <p:spPr>
          <a:xfrm>
            <a:off x="6337300" y="974725"/>
            <a:ext cx="3175" cy="393700"/>
          </a:xfrm>
          <a:custGeom>
            <a:avLst/>
            <a:gdLst>
              <a:gd name="csX0" fmla="*/ 0 w 3175"/>
              <a:gd name="csY0" fmla="*/ 0 h 393700"/>
              <a:gd name="csX1" fmla="*/ 3175 w 3175"/>
              <a:gd name="csY1" fmla="*/ 393700 h 393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175" h="393700">
                <a:moveTo>
                  <a:pt x="0" y="0"/>
                </a:moveTo>
                <a:cubicBezTo>
                  <a:pt x="1058" y="131233"/>
                  <a:pt x="2117" y="262467"/>
                  <a:pt x="3175" y="3937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F41CD8C-0976-86B6-BE6B-3E0D64A8D32A}"/>
              </a:ext>
            </a:extLst>
          </p:cNvPr>
          <p:cNvSpPr/>
          <p:nvPr/>
        </p:nvSpPr>
        <p:spPr>
          <a:xfrm>
            <a:off x="6550025" y="75240"/>
            <a:ext cx="822325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5D1ED1DB-49C5-7EBD-84BA-68B765743872}"/>
              </a:ext>
            </a:extLst>
          </p:cNvPr>
          <p:cNvSpPr/>
          <p:nvPr/>
        </p:nvSpPr>
        <p:spPr>
          <a:xfrm>
            <a:off x="6548438" y="495300"/>
            <a:ext cx="414337" cy="876300"/>
          </a:xfrm>
          <a:custGeom>
            <a:avLst/>
            <a:gdLst>
              <a:gd name="csX0" fmla="*/ 414337 w 414337"/>
              <a:gd name="csY0" fmla="*/ 0 h 876300"/>
              <a:gd name="csX1" fmla="*/ 414337 w 414337"/>
              <a:gd name="csY1" fmla="*/ 614363 h 876300"/>
              <a:gd name="csX2" fmla="*/ 0 w 414337"/>
              <a:gd name="csY2" fmla="*/ 619125 h 876300"/>
              <a:gd name="csX3" fmla="*/ 0 w 414337"/>
              <a:gd name="csY3" fmla="*/ 876300 h 876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414337" h="876300">
                <a:moveTo>
                  <a:pt x="414337" y="0"/>
                </a:moveTo>
                <a:lnTo>
                  <a:pt x="414337" y="614363"/>
                </a:lnTo>
                <a:lnTo>
                  <a:pt x="0" y="619125"/>
                </a:lnTo>
                <a:lnTo>
                  <a:pt x="0" y="8763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498573E-8A4D-2E26-C8D7-270417133626}"/>
              </a:ext>
            </a:extLst>
          </p:cNvPr>
          <p:cNvSpPr/>
          <p:nvPr/>
        </p:nvSpPr>
        <p:spPr>
          <a:xfrm>
            <a:off x="4537868" y="1384217"/>
            <a:ext cx="822325" cy="41124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B5252C8A-8D14-8D43-8CD8-A6096BDCBF79}"/>
              </a:ext>
            </a:extLst>
          </p:cNvPr>
          <p:cNvSpPr/>
          <p:nvPr/>
        </p:nvSpPr>
        <p:spPr>
          <a:xfrm>
            <a:off x="5372100" y="1593850"/>
            <a:ext cx="558800" cy="0"/>
          </a:xfrm>
          <a:custGeom>
            <a:avLst/>
            <a:gdLst>
              <a:gd name="csX0" fmla="*/ 0 w 558800"/>
              <a:gd name="csY0" fmla="*/ 0 h 0"/>
              <a:gd name="csX1" fmla="*/ 558800 w 55880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8800">
                <a:moveTo>
                  <a:pt x="0" y="0"/>
                </a:moveTo>
                <a:lnTo>
                  <a:pt x="55880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4C468FDE-50D1-9902-29AE-B12C1459D794}"/>
              </a:ext>
            </a:extLst>
          </p:cNvPr>
          <p:cNvSpPr/>
          <p:nvPr/>
        </p:nvSpPr>
        <p:spPr>
          <a:xfrm>
            <a:off x="6765131" y="1590675"/>
            <a:ext cx="388144" cy="0"/>
          </a:xfrm>
          <a:custGeom>
            <a:avLst/>
            <a:gdLst>
              <a:gd name="csX0" fmla="*/ 0 w 388144"/>
              <a:gd name="csY0" fmla="*/ 0 h 0"/>
              <a:gd name="csX1" fmla="*/ 388144 w 38814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88144">
                <a:moveTo>
                  <a:pt x="0" y="0"/>
                </a:moveTo>
                <a:lnTo>
                  <a:pt x="38814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4A542D8-7278-6DCF-56FD-2354E489ECC1}"/>
              </a:ext>
            </a:extLst>
          </p:cNvPr>
          <p:cNvSpPr/>
          <p:nvPr/>
        </p:nvSpPr>
        <p:spPr>
          <a:xfrm>
            <a:off x="8560595" y="1384217"/>
            <a:ext cx="815974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95DE3D3A-F71C-F0AF-4E5B-0B69757B2E43}"/>
              </a:ext>
            </a:extLst>
          </p:cNvPr>
          <p:cNvSpPr/>
          <p:nvPr/>
        </p:nvSpPr>
        <p:spPr>
          <a:xfrm>
            <a:off x="8001000" y="1590675"/>
            <a:ext cx="547688" cy="4763"/>
          </a:xfrm>
          <a:custGeom>
            <a:avLst/>
            <a:gdLst>
              <a:gd name="csX0" fmla="*/ 0 w 547688"/>
              <a:gd name="csY0" fmla="*/ 0 h 4763"/>
              <a:gd name="csX1" fmla="*/ 547688 w 547688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47688" h="4763">
                <a:moveTo>
                  <a:pt x="0" y="0"/>
                </a:moveTo>
                <a:lnTo>
                  <a:pt x="547688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016879D-8E77-6343-18A5-652A6A117442}"/>
              </a:ext>
            </a:extLst>
          </p:cNvPr>
          <p:cNvSpPr/>
          <p:nvPr/>
        </p:nvSpPr>
        <p:spPr>
          <a:xfrm>
            <a:off x="7165974" y="557923"/>
            <a:ext cx="831850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20090064-AE62-EEA0-34F7-6E79357B809B}"/>
              </a:ext>
            </a:extLst>
          </p:cNvPr>
          <p:cNvSpPr/>
          <p:nvPr/>
        </p:nvSpPr>
        <p:spPr>
          <a:xfrm>
            <a:off x="7586663" y="976313"/>
            <a:ext cx="0" cy="400050"/>
          </a:xfrm>
          <a:custGeom>
            <a:avLst/>
            <a:gdLst>
              <a:gd name="csX0" fmla="*/ 0 w 0"/>
              <a:gd name="csY0" fmla="*/ 400050 h 400050"/>
              <a:gd name="csX1" fmla="*/ 0 w 0"/>
              <a:gd name="csY1" fmla="*/ 0 h 4000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050">
                <a:moveTo>
                  <a:pt x="0" y="400050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8385BDE-5406-9573-E3D9-69DF9C0A93E8}"/>
              </a:ext>
            </a:extLst>
          </p:cNvPr>
          <p:cNvSpPr/>
          <p:nvPr/>
        </p:nvSpPr>
        <p:spPr>
          <a:xfrm>
            <a:off x="7169149" y="1384217"/>
            <a:ext cx="822325" cy="41124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257511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E60B6F-589A-93A2-91A0-49B6FDBB61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0EED6-43F0-8E7E-9DDC-32969FBD68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000" b="1" dirty="0"/>
              <a:t>- </a:t>
            </a:r>
            <a:r>
              <a:rPr lang="en-US" altLang="zh-CN" sz="4000" b="1" dirty="0"/>
              <a:t>Information</a:t>
            </a:r>
            <a:r>
              <a:rPr lang="en-US" sz="4000" b="1" dirty="0"/>
              <a:t> Layer - </a:t>
            </a:r>
            <a:r>
              <a:rPr lang="en-US" altLang="zh-CN" sz="4000" b="1" dirty="0"/>
              <a:t>08</a:t>
            </a:r>
            <a:endParaRPr lang="en-US" sz="4800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4340D88-DB01-5AFB-8D63-6EF1B15C2D7D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081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8BDCB96-7CB8-F866-3324-7059D7A754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2313" y="1809671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9ED81E9-E5DA-EC93-1340-DB6917CDC6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EDC4FBB-BA23-FC88-866F-A4F0CE9310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80B6E67-5AE5-8F46-849B-05ABA3F3180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4B145A2-8D54-9936-74FB-B4B1D1B76F95}"/>
              </a:ext>
            </a:extLst>
          </p:cNvPr>
          <p:cNvSpPr/>
          <p:nvPr/>
        </p:nvSpPr>
        <p:spPr>
          <a:xfrm>
            <a:off x="7325249" y="1959140"/>
            <a:ext cx="3918856" cy="1708508"/>
          </a:xfrm>
          <a:prstGeom prst="roundRect">
            <a:avLst>
              <a:gd name="adj" fmla="val 6916"/>
            </a:avLst>
          </a:prstGeom>
          <a:solidFill>
            <a:srgbClr val="00B050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C1975F8A-FCB5-A26E-A5AC-CECDD25F0A2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8627" y="2634479"/>
            <a:ext cx="6272607" cy="370755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915026724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E04054-DDAF-12A0-AA42-DEC6476ABA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itle 1">
            <a:extLst>
              <a:ext uri="{FF2B5EF4-FFF2-40B4-BE49-F238E27FC236}">
                <a16:creationId xmlns:a16="http://schemas.microsoft.com/office/drawing/2014/main" id="{E84694AD-A11D-5AD3-9BB3-5589F871EB25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Information/Data Layer</a:t>
            </a:r>
          </a:p>
        </p:txBody>
      </p:sp>
      <p:pic>
        <p:nvPicPr>
          <p:cNvPr id="128" name="Picture 127">
            <a:extLst>
              <a:ext uri="{FF2B5EF4-FFF2-40B4-BE49-F238E27FC236}">
                <a16:creationId xmlns:a16="http://schemas.microsoft.com/office/drawing/2014/main" id="{CC4CE49A-D5CC-0A75-D56B-3084B79097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5140" y="0"/>
            <a:ext cx="8759159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CFFA5E4E-4BE7-64F7-FFCC-53D9F214FC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5939" y="6223056"/>
            <a:ext cx="1715785" cy="441789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F3480EBE-4AD9-CC42-AA99-683E354EAA58}"/>
              </a:ext>
            </a:extLst>
          </p:cNvPr>
          <p:cNvSpPr/>
          <p:nvPr/>
        </p:nvSpPr>
        <p:spPr>
          <a:xfrm>
            <a:off x="4896645" y="557923"/>
            <a:ext cx="815974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C797BF8-6090-9802-6641-2338A569810C}"/>
              </a:ext>
            </a:extLst>
          </p:cNvPr>
          <p:cNvSpPr/>
          <p:nvPr/>
        </p:nvSpPr>
        <p:spPr>
          <a:xfrm>
            <a:off x="5511800" y="971550"/>
            <a:ext cx="619125" cy="403225"/>
          </a:xfrm>
          <a:custGeom>
            <a:avLst/>
            <a:gdLst>
              <a:gd name="csX0" fmla="*/ 0 w 619125"/>
              <a:gd name="csY0" fmla="*/ 0 h 403225"/>
              <a:gd name="csX1" fmla="*/ 0 w 619125"/>
              <a:gd name="csY1" fmla="*/ 276225 h 403225"/>
              <a:gd name="csX2" fmla="*/ 619125 w 619125"/>
              <a:gd name="csY2" fmla="*/ 276225 h 403225"/>
              <a:gd name="csX3" fmla="*/ 619125 w 619125"/>
              <a:gd name="csY3" fmla="*/ 403225 h 4032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619125" h="403225">
                <a:moveTo>
                  <a:pt x="0" y="0"/>
                </a:moveTo>
                <a:lnTo>
                  <a:pt x="0" y="276225"/>
                </a:lnTo>
                <a:lnTo>
                  <a:pt x="619125" y="276225"/>
                </a:lnTo>
                <a:lnTo>
                  <a:pt x="619125" y="4032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7D02DAA9-C445-F90B-9206-6348C2EB7790}"/>
              </a:ext>
            </a:extLst>
          </p:cNvPr>
          <p:cNvSpPr/>
          <p:nvPr/>
        </p:nvSpPr>
        <p:spPr>
          <a:xfrm>
            <a:off x="6550025" y="1660525"/>
            <a:ext cx="276225" cy="206375"/>
          </a:xfrm>
          <a:custGeom>
            <a:avLst/>
            <a:gdLst>
              <a:gd name="csX0" fmla="*/ 212725 w 276225"/>
              <a:gd name="csY0" fmla="*/ 0 h 206375"/>
              <a:gd name="csX1" fmla="*/ 276225 w 276225"/>
              <a:gd name="csY1" fmla="*/ 0 h 206375"/>
              <a:gd name="csX2" fmla="*/ 273050 w 276225"/>
              <a:gd name="csY2" fmla="*/ 206375 h 206375"/>
              <a:gd name="csX3" fmla="*/ 0 w 276225"/>
              <a:gd name="csY3" fmla="*/ 206375 h 206375"/>
              <a:gd name="csX4" fmla="*/ 0 w 276225"/>
              <a:gd name="csY4" fmla="*/ 152400 h 206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76225" h="206375">
                <a:moveTo>
                  <a:pt x="212725" y="0"/>
                </a:moveTo>
                <a:lnTo>
                  <a:pt x="276225" y="0"/>
                </a:lnTo>
                <a:cubicBezTo>
                  <a:pt x="275167" y="68792"/>
                  <a:pt x="274108" y="137583"/>
                  <a:pt x="273050" y="206375"/>
                </a:cubicBezTo>
                <a:lnTo>
                  <a:pt x="0" y="206375"/>
                </a:lnTo>
                <a:lnTo>
                  <a:pt x="0" y="1524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0EB607A-6216-D1BE-3E27-570E44CA6A7A}"/>
              </a:ext>
            </a:extLst>
          </p:cNvPr>
          <p:cNvSpPr/>
          <p:nvPr/>
        </p:nvSpPr>
        <p:spPr>
          <a:xfrm>
            <a:off x="5926136" y="557923"/>
            <a:ext cx="822325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B008EC4-6FE0-555F-E866-E04D5F52532C}"/>
              </a:ext>
            </a:extLst>
          </p:cNvPr>
          <p:cNvSpPr/>
          <p:nvPr/>
        </p:nvSpPr>
        <p:spPr>
          <a:xfrm>
            <a:off x="5928518" y="1384217"/>
            <a:ext cx="822325" cy="41124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941354EA-65CE-804D-8BBC-92FC3F51C682}"/>
              </a:ext>
            </a:extLst>
          </p:cNvPr>
          <p:cNvSpPr/>
          <p:nvPr/>
        </p:nvSpPr>
        <p:spPr>
          <a:xfrm>
            <a:off x="6337300" y="974725"/>
            <a:ext cx="3175" cy="393700"/>
          </a:xfrm>
          <a:custGeom>
            <a:avLst/>
            <a:gdLst>
              <a:gd name="csX0" fmla="*/ 0 w 3175"/>
              <a:gd name="csY0" fmla="*/ 0 h 393700"/>
              <a:gd name="csX1" fmla="*/ 3175 w 3175"/>
              <a:gd name="csY1" fmla="*/ 393700 h 393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175" h="393700">
                <a:moveTo>
                  <a:pt x="0" y="0"/>
                </a:moveTo>
                <a:cubicBezTo>
                  <a:pt x="1058" y="131233"/>
                  <a:pt x="2117" y="262467"/>
                  <a:pt x="3175" y="3937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1C7DE59-46CE-714D-91E2-3A1E29A5B69E}"/>
              </a:ext>
            </a:extLst>
          </p:cNvPr>
          <p:cNvSpPr/>
          <p:nvPr/>
        </p:nvSpPr>
        <p:spPr>
          <a:xfrm>
            <a:off x="6550025" y="75240"/>
            <a:ext cx="822325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9AA31650-9524-887A-6860-59A67EEC7B3D}"/>
              </a:ext>
            </a:extLst>
          </p:cNvPr>
          <p:cNvSpPr/>
          <p:nvPr/>
        </p:nvSpPr>
        <p:spPr>
          <a:xfrm>
            <a:off x="6548438" y="495300"/>
            <a:ext cx="414337" cy="876300"/>
          </a:xfrm>
          <a:custGeom>
            <a:avLst/>
            <a:gdLst>
              <a:gd name="csX0" fmla="*/ 414337 w 414337"/>
              <a:gd name="csY0" fmla="*/ 0 h 876300"/>
              <a:gd name="csX1" fmla="*/ 414337 w 414337"/>
              <a:gd name="csY1" fmla="*/ 614363 h 876300"/>
              <a:gd name="csX2" fmla="*/ 0 w 414337"/>
              <a:gd name="csY2" fmla="*/ 619125 h 876300"/>
              <a:gd name="csX3" fmla="*/ 0 w 414337"/>
              <a:gd name="csY3" fmla="*/ 876300 h 876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414337" h="876300">
                <a:moveTo>
                  <a:pt x="414337" y="0"/>
                </a:moveTo>
                <a:lnTo>
                  <a:pt x="414337" y="614363"/>
                </a:lnTo>
                <a:lnTo>
                  <a:pt x="0" y="619125"/>
                </a:lnTo>
                <a:lnTo>
                  <a:pt x="0" y="8763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AF660DD-BAD4-1553-E438-A7EC80AFB3C4}"/>
              </a:ext>
            </a:extLst>
          </p:cNvPr>
          <p:cNvSpPr/>
          <p:nvPr/>
        </p:nvSpPr>
        <p:spPr>
          <a:xfrm>
            <a:off x="4537868" y="1384217"/>
            <a:ext cx="822325" cy="41124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189A6CE7-72E9-6DD1-72C1-189AFAF8AC0E}"/>
              </a:ext>
            </a:extLst>
          </p:cNvPr>
          <p:cNvSpPr/>
          <p:nvPr/>
        </p:nvSpPr>
        <p:spPr>
          <a:xfrm>
            <a:off x="5372100" y="1593850"/>
            <a:ext cx="558800" cy="0"/>
          </a:xfrm>
          <a:custGeom>
            <a:avLst/>
            <a:gdLst>
              <a:gd name="csX0" fmla="*/ 0 w 558800"/>
              <a:gd name="csY0" fmla="*/ 0 h 0"/>
              <a:gd name="csX1" fmla="*/ 558800 w 55880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8800">
                <a:moveTo>
                  <a:pt x="0" y="0"/>
                </a:moveTo>
                <a:lnTo>
                  <a:pt x="55880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91DA7C1C-1053-C518-0F2A-FE7985A9AF11}"/>
              </a:ext>
            </a:extLst>
          </p:cNvPr>
          <p:cNvSpPr/>
          <p:nvPr/>
        </p:nvSpPr>
        <p:spPr>
          <a:xfrm>
            <a:off x="6765131" y="1590675"/>
            <a:ext cx="388144" cy="0"/>
          </a:xfrm>
          <a:custGeom>
            <a:avLst/>
            <a:gdLst>
              <a:gd name="csX0" fmla="*/ 0 w 388144"/>
              <a:gd name="csY0" fmla="*/ 0 h 0"/>
              <a:gd name="csX1" fmla="*/ 388144 w 38814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88144">
                <a:moveTo>
                  <a:pt x="0" y="0"/>
                </a:moveTo>
                <a:lnTo>
                  <a:pt x="38814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CFE66DE-9F8A-4B32-4BF3-21BA50E3029E}"/>
              </a:ext>
            </a:extLst>
          </p:cNvPr>
          <p:cNvSpPr/>
          <p:nvPr/>
        </p:nvSpPr>
        <p:spPr>
          <a:xfrm>
            <a:off x="8560595" y="1384217"/>
            <a:ext cx="815974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627CE708-7D51-F6EB-5CA5-E2A9F81814A1}"/>
              </a:ext>
            </a:extLst>
          </p:cNvPr>
          <p:cNvSpPr/>
          <p:nvPr/>
        </p:nvSpPr>
        <p:spPr>
          <a:xfrm>
            <a:off x="8001000" y="1590675"/>
            <a:ext cx="547688" cy="4763"/>
          </a:xfrm>
          <a:custGeom>
            <a:avLst/>
            <a:gdLst>
              <a:gd name="csX0" fmla="*/ 0 w 547688"/>
              <a:gd name="csY0" fmla="*/ 0 h 4763"/>
              <a:gd name="csX1" fmla="*/ 547688 w 547688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47688" h="4763">
                <a:moveTo>
                  <a:pt x="0" y="0"/>
                </a:moveTo>
                <a:lnTo>
                  <a:pt x="547688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34A7451-8FDA-F4C7-85F1-9327577324D5}"/>
              </a:ext>
            </a:extLst>
          </p:cNvPr>
          <p:cNvSpPr/>
          <p:nvPr/>
        </p:nvSpPr>
        <p:spPr>
          <a:xfrm>
            <a:off x="7165974" y="557923"/>
            <a:ext cx="831850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FADBD4C5-00ED-A5FF-ED41-72D826A7E5C1}"/>
              </a:ext>
            </a:extLst>
          </p:cNvPr>
          <p:cNvSpPr/>
          <p:nvPr/>
        </p:nvSpPr>
        <p:spPr>
          <a:xfrm>
            <a:off x="7586663" y="976313"/>
            <a:ext cx="0" cy="400050"/>
          </a:xfrm>
          <a:custGeom>
            <a:avLst/>
            <a:gdLst>
              <a:gd name="csX0" fmla="*/ 0 w 0"/>
              <a:gd name="csY0" fmla="*/ 400050 h 400050"/>
              <a:gd name="csX1" fmla="*/ 0 w 0"/>
              <a:gd name="csY1" fmla="*/ 0 h 4000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050">
                <a:moveTo>
                  <a:pt x="0" y="400050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06CC7A-E8B5-BEBD-1B6B-CCC260BB222F}"/>
              </a:ext>
            </a:extLst>
          </p:cNvPr>
          <p:cNvSpPr/>
          <p:nvPr/>
        </p:nvSpPr>
        <p:spPr>
          <a:xfrm>
            <a:off x="8283250" y="557923"/>
            <a:ext cx="815974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B20DECD-7DB0-FAA3-CD3F-9CEC65FE2E00}"/>
              </a:ext>
            </a:extLst>
          </p:cNvPr>
          <p:cNvSpPr/>
          <p:nvPr/>
        </p:nvSpPr>
        <p:spPr>
          <a:xfrm>
            <a:off x="7173119" y="1387475"/>
            <a:ext cx="815974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F0B985BA-D815-EAAE-DDC3-A76E6886E7A3}"/>
              </a:ext>
            </a:extLst>
          </p:cNvPr>
          <p:cNvSpPr/>
          <p:nvPr/>
        </p:nvSpPr>
        <p:spPr>
          <a:xfrm>
            <a:off x="7835900" y="971550"/>
            <a:ext cx="863600" cy="406400"/>
          </a:xfrm>
          <a:custGeom>
            <a:avLst/>
            <a:gdLst>
              <a:gd name="csX0" fmla="*/ 857250 w 863600"/>
              <a:gd name="csY0" fmla="*/ 0 h 406400"/>
              <a:gd name="csX1" fmla="*/ 863600 w 863600"/>
              <a:gd name="csY1" fmla="*/ 133350 h 406400"/>
              <a:gd name="csX2" fmla="*/ 0 w 863600"/>
              <a:gd name="csY2" fmla="*/ 127000 h 406400"/>
              <a:gd name="csX3" fmla="*/ 0 w 863600"/>
              <a:gd name="csY3" fmla="*/ 406400 h 406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63600" h="406400">
                <a:moveTo>
                  <a:pt x="857250" y="0"/>
                </a:moveTo>
                <a:lnTo>
                  <a:pt x="863600" y="133350"/>
                </a:lnTo>
                <a:lnTo>
                  <a:pt x="0" y="127000"/>
                </a:lnTo>
                <a:lnTo>
                  <a:pt x="0" y="4064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0022787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E68A8F-C313-84A4-9E65-35984D45C7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A34919-516B-DF31-B7A3-5925D68399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000" b="1" dirty="0"/>
              <a:t>- </a:t>
            </a:r>
            <a:r>
              <a:rPr lang="en-US" altLang="zh-CN" sz="4000" b="1" dirty="0"/>
              <a:t>Information</a:t>
            </a:r>
            <a:r>
              <a:rPr lang="en-US" sz="4000" b="1" dirty="0"/>
              <a:t> Layer - </a:t>
            </a:r>
            <a:r>
              <a:rPr lang="en-US" altLang="zh-CN" sz="4000" b="1" dirty="0"/>
              <a:t>09</a:t>
            </a:r>
            <a:endParaRPr lang="en-US" sz="4800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4F47580A-813A-E80C-0AE5-FDCBEB10E0F2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082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8D73A84-E5E7-3233-4DA4-0B47739FD8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976" y="1809671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AA83AAA-4EEC-A048-75C8-DF4706FA16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803B15E-C01F-BD19-130C-9327AF45C6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7F29051-BC6D-97A0-AF87-9F2D17BC4E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3352A48-72EA-AA3A-EA6B-37BC7B00F0FD}"/>
              </a:ext>
            </a:extLst>
          </p:cNvPr>
          <p:cNvSpPr/>
          <p:nvPr/>
        </p:nvSpPr>
        <p:spPr>
          <a:xfrm>
            <a:off x="4392912" y="1959140"/>
            <a:ext cx="1937550" cy="1547735"/>
          </a:xfrm>
          <a:prstGeom prst="roundRect">
            <a:avLst>
              <a:gd name="adj" fmla="val 6916"/>
            </a:avLst>
          </a:prstGeom>
          <a:solidFill>
            <a:srgbClr val="00B050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D5C8641-F478-701E-D896-5E17A9981AA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21567" y="3421108"/>
            <a:ext cx="6511988" cy="297259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671152347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FFE26F-F9F0-5152-0829-7405D03758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itle 1">
            <a:extLst>
              <a:ext uri="{FF2B5EF4-FFF2-40B4-BE49-F238E27FC236}">
                <a16:creationId xmlns:a16="http://schemas.microsoft.com/office/drawing/2014/main" id="{1D4BEF28-4FEA-5AD4-B121-854D0C611A03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Information/Data Layer</a:t>
            </a:r>
          </a:p>
        </p:txBody>
      </p:sp>
      <p:pic>
        <p:nvPicPr>
          <p:cNvPr id="128" name="Picture 127">
            <a:extLst>
              <a:ext uri="{FF2B5EF4-FFF2-40B4-BE49-F238E27FC236}">
                <a16:creationId xmlns:a16="http://schemas.microsoft.com/office/drawing/2014/main" id="{9F183D7F-2983-0769-568D-1F391E4C03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5140" y="0"/>
            <a:ext cx="8759159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9F6AB384-17DD-AA3C-B8CC-BBDBF13991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5939" y="6223056"/>
            <a:ext cx="1715785" cy="441789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363375AF-602F-7DC1-C53F-514ACBA7E1A6}"/>
              </a:ext>
            </a:extLst>
          </p:cNvPr>
          <p:cNvSpPr/>
          <p:nvPr/>
        </p:nvSpPr>
        <p:spPr>
          <a:xfrm>
            <a:off x="4896645" y="557923"/>
            <a:ext cx="815974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01D96EF-5C49-FB20-E77D-7A8131964250}"/>
              </a:ext>
            </a:extLst>
          </p:cNvPr>
          <p:cNvSpPr/>
          <p:nvPr/>
        </p:nvSpPr>
        <p:spPr>
          <a:xfrm>
            <a:off x="5511800" y="971550"/>
            <a:ext cx="619125" cy="403225"/>
          </a:xfrm>
          <a:custGeom>
            <a:avLst/>
            <a:gdLst>
              <a:gd name="csX0" fmla="*/ 0 w 619125"/>
              <a:gd name="csY0" fmla="*/ 0 h 403225"/>
              <a:gd name="csX1" fmla="*/ 0 w 619125"/>
              <a:gd name="csY1" fmla="*/ 276225 h 403225"/>
              <a:gd name="csX2" fmla="*/ 619125 w 619125"/>
              <a:gd name="csY2" fmla="*/ 276225 h 403225"/>
              <a:gd name="csX3" fmla="*/ 619125 w 619125"/>
              <a:gd name="csY3" fmla="*/ 403225 h 4032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619125" h="403225">
                <a:moveTo>
                  <a:pt x="0" y="0"/>
                </a:moveTo>
                <a:lnTo>
                  <a:pt x="0" y="276225"/>
                </a:lnTo>
                <a:lnTo>
                  <a:pt x="619125" y="276225"/>
                </a:lnTo>
                <a:lnTo>
                  <a:pt x="619125" y="4032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9DD8FAC2-C698-A99F-2D72-FD2DD49FD4FA}"/>
              </a:ext>
            </a:extLst>
          </p:cNvPr>
          <p:cNvSpPr/>
          <p:nvPr/>
        </p:nvSpPr>
        <p:spPr>
          <a:xfrm>
            <a:off x="6550025" y="1660525"/>
            <a:ext cx="276225" cy="206375"/>
          </a:xfrm>
          <a:custGeom>
            <a:avLst/>
            <a:gdLst>
              <a:gd name="csX0" fmla="*/ 212725 w 276225"/>
              <a:gd name="csY0" fmla="*/ 0 h 206375"/>
              <a:gd name="csX1" fmla="*/ 276225 w 276225"/>
              <a:gd name="csY1" fmla="*/ 0 h 206375"/>
              <a:gd name="csX2" fmla="*/ 273050 w 276225"/>
              <a:gd name="csY2" fmla="*/ 206375 h 206375"/>
              <a:gd name="csX3" fmla="*/ 0 w 276225"/>
              <a:gd name="csY3" fmla="*/ 206375 h 206375"/>
              <a:gd name="csX4" fmla="*/ 0 w 276225"/>
              <a:gd name="csY4" fmla="*/ 152400 h 206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76225" h="206375">
                <a:moveTo>
                  <a:pt x="212725" y="0"/>
                </a:moveTo>
                <a:lnTo>
                  <a:pt x="276225" y="0"/>
                </a:lnTo>
                <a:cubicBezTo>
                  <a:pt x="275167" y="68792"/>
                  <a:pt x="274108" y="137583"/>
                  <a:pt x="273050" y="206375"/>
                </a:cubicBezTo>
                <a:lnTo>
                  <a:pt x="0" y="206375"/>
                </a:lnTo>
                <a:lnTo>
                  <a:pt x="0" y="1524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DDB30CC-5886-4445-C200-D2C33C885776}"/>
              </a:ext>
            </a:extLst>
          </p:cNvPr>
          <p:cNvSpPr/>
          <p:nvPr/>
        </p:nvSpPr>
        <p:spPr>
          <a:xfrm>
            <a:off x="5926136" y="557923"/>
            <a:ext cx="822325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4C3F5F3-4E21-E2AE-F05C-DED2A846AADE}"/>
              </a:ext>
            </a:extLst>
          </p:cNvPr>
          <p:cNvSpPr/>
          <p:nvPr/>
        </p:nvSpPr>
        <p:spPr>
          <a:xfrm>
            <a:off x="5928518" y="1384217"/>
            <a:ext cx="822325" cy="41124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707608B-C4C0-6BA8-2F12-92229036BA23}"/>
              </a:ext>
            </a:extLst>
          </p:cNvPr>
          <p:cNvSpPr/>
          <p:nvPr/>
        </p:nvSpPr>
        <p:spPr>
          <a:xfrm>
            <a:off x="6337300" y="974725"/>
            <a:ext cx="3175" cy="393700"/>
          </a:xfrm>
          <a:custGeom>
            <a:avLst/>
            <a:gdLst>
              <a:gd name="csX0" fmla="*/ 0 w 3175"/>
              <a:gd name="csY0" fmla="*/ 0 h 393700"/>
              <a:gd name="csX1" fmla="*/ 3175 w 3175"/>
              <a:gd name="csY1" fmla="*/ 393700 h 393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175" h="393700">
                <a:moveTo>
                  <a:pt x="0" y="0"/>
                </a:moveTo>
                <a:cubicBezTo>
                  <a:pt x="1058" y="131233"/>
                  <a:pt x="2117" y="262467"/>
                  <a:pt x="3175" y="3937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2076C3D-280E-57A0-B183-2BE4EB0D176C}"/>
              </a:ext>
            </a:extLst>
          </p:cNvPr>
          <p:cNvSpPr/>
          <p:nvPr/>
        </p:nvSpPr>
        <p:spPr>
          <a:xfrm>
            <a:off x="6550025" y="75240"/>
            <a:ext cx="822325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B97C02DE-F170-B503-1F24-45DC288FE0F1}"/>
              </a:ext>
            </a:extLst>
          </p:cNvPr>
          <p:cNvSpPr/>
          <p:nvPr/>
        </p:nvSpPr>
        <p:spPr>
          <a:xfrm>
            <a:off x="6548438" y="495300"/>
            <a:ext cx="414337" cy="876300"/>
          </a:xfrm>
          <a:custGeom>
            <a:avLst/>
            <a:gdLst>
              <a:gd name="csX0" fmla="*/ 414337 w 414337"/>
              <a:gd name="csY0" fmla="*/ 0 h 876300"/>
              <a:gd name="csX1" fmla="*/ 414337 w 414337"/>
              <a:gd name="csY1" fmla="*/ 614363 h 876300"/>
              <a:gd name="csX2" fmla="*/ 0 w 414337"/>
              <a:gd name="csY2" fmla="*/ 619125 h 876300"/>
              <a:gd name="csX3" fmla="*/ 0 w 414337"/>
              <a:gd name="csY3" fmla="*/ 876300 h 876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414337" h="876300">
                <a:moveTo>
                  <a:pt x="414337" y="0"/>
                </a:moveTo>
                <a:lnTo>
                  <a:pt x="414337" y="614363"/>
                </a:lnTo>
                <a:lnTo>
                  <a:pt x="0" y="619125"/>
                </a:lnTo>
                <a:lnTo>
                  <a:pt x="0" y="8763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4D1E8C5-93D5-3033-7EBB-D454350C63E9}"/>
              </a:ext>
            </a:extLst>
          </p:cNvPr>
          <p:cNvSpPr/>
          <p:nvPr/>
        </p:nvSpPr>
        <p:spPr>
          <a:xfrm>
            <a:off x="4547394" y="1384217"/>
            <a:ext cx="822325" cy="41124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7973230B-51B6-3B24-E5C8-EEAA5A27359C}"/>
              </a:ext>
            </a:extLst>
          </p:cNvPr>
          <p:cNvSpPr/>
          <p:nvPr/>
        </p:nvSpPr>
        <p:spPr>
          <a:xfrm>
            <a:off x="5372100" y="1593850"/>
            <a:ext cx="558800" cy="0"/>
          </a:xfrm>
          <a:custGeom>
            <a:avLst/>
            <a:gdLst>
              <a:gd name="csX0" fmla="*/ 0 w 558800"/>
              <a:gd name="csY0" fmla="*/ 0 h 0"/>
              <a:gd name="csX1" fmla="*/ 558800 w 55880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8800">
                <a:moveTo>
                  <a:pt x="0" y="0"/>
                </a:moveTo>
                <a:lnTo>
                  <a:pt x="55880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AED379CB-07C6-FDC2-CAA3-04D5BE2C3149}"/>
              </a:ext>
            </a:extLst>
          </p:cNvPr>
          <p:cNvSpPr/>
          <p:nvPr/>
        </p:nvSpPr>
        <p:spPr>
          <a:xfrm>
            <a:off x="6765131" y="1590675"/>
            <a:ext cx="388144" cy="0"/>
          </a:xfrm>
          <a:custGeom>
            <a:avLst/>
            <a:gdLst>
              <a:gd name="csX0" fmla="*/ 0 w 388144"/>
              <a:gd name="csY0" fmla="*/ 0 h 0"/>
              <a:gd name="csX1" fmla="*/ 388144 w 38814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88144">
                <a:moveTo>
                  <a:pt x="0" y="0"/>
                </a:moveTo>
                <a:lnTo>
                  <a:pt x="38814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AE5F11-3211-F4A2-54A0-021DD9B07B3A}"/>
              </a:ext>
            </a:extLst>
          </p:cNvPr>
          <p:cNvSpPr/>
          <p:nvPr/>
        </p:nvSpPr>
        <p:spPr>
          <a:xfrm>
            <a:off x="8560595" y="1384217"/>
            <a:ext cx="815974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69D3C386-3D71-07F5-56D7-93E551D4CBBD}"/>
              </a:ext>
            </a:extLst>
          </p:cNvPr>
          <p:cNvSpPr/>
          <p:nvPr/>
        </p:nvSpPr>
        <p:spPr>
          <a:xfrm>
            <a:off x="8001000" y="1590675"/>
            <a:ext cx="547688" cy="4763"/>
          </a:xfrm>
          <a:custGeom>
            <a:avLst/>
            <a:gdLst>
              <a:gd name="csX0" fmla="*/ 0 w 547688"/>
              <a:gd name="csY0" fmla="*/ 0 h 4763"/>
              <a:gd name="csX1" fmla="*/ 547688 w 547688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47688" h="4763">
                <a:moveTo>
                  <a:pt x="0" y="0"/>
                </a:moveTo>
                <a:lnTo>
                  <a:pt x="547688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297627A-F816-1932-CE73-1C2002833365}"/>
              </a:ext>
            </a:extLst>
          </p:cNvPr>
          <p:cNvSpPr/>
          <p:nvPr/>
        </p:nvSpPr>
        <p:spPr>
          <a:xfrm>
            <a:off x="7165974" y="557923"/>
            <a:ext cx="831850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2A37FF03-4C99-A746-9C02-7E8DF1CDC3DC}"/>
              </a:ext>
            </a:extLst>
          </p:cNvPr>
          <p:cNvSpPr/>
          <p:nvPr/>
        </p:nvSpPr>
        <p:spPr>
          <a:xfrm>
            <a:off x="7586663" y="976313"/>
            <a:ext cx="0" cy="400050"/>
          </a:xfrm>
          <a:custGeom>
            <a:avLst/>
            <a:gdLst>
              <a:gd name="csX0" fmla="*/ 0 w 0"/>
              <a:gd name="csY0" fmla="*/ 400050 h 400050"/>
              <a:gd name="csX1" fmla="*/ 0 w 0"/>
              <a:gd name="csY1" fmla="*/ 0 h 4000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050">
                <a:moveTo>
                  <a:pt x="0" y="400050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CC2F025-3487-C20E-5295-0986715F5318}"/>
              </a:ext>
            </a:extLst>
          </p:cNvPr>
          <p:cNvSpPr/>
          <p:nvPr/>
        </p:nvSpPr>
        <p:spPr>
          <a:xfrm>
            <a:off x="8283250" y="557923"/>
            <a:ext cx="815974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EE6EC92-D963-2820-44DA-9AAAB00A7014}"/>
              </a:ext>
            </a:extLst>
          </p:cNvPr>
          <p:cNvSpPr/>
          <p:nvPr/>
        </p:nvSpPr>
        <p:spPr>
          <a:xfrm>
            <a:off x="7173119" y="1387475"/>
            <a:ext cx="815974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848B0AD1-EA17-4A63-4B69-A48E5617DB20}"/>
              </a:ext>
            </a:extLst>
          </p:cNvPr>
          <p:cNvSpPr/>
          <p:nvPr/>
        </p:nvSpPr>
        <p:spPr>
          <a:xfrm>
            <a:off x="7835900" y="971550"/>
            <a:ext cx="863600" cy="406400"/>
          </a:xfrm>
          <a:custGeom>
            <a:avLst/>
            <a:gdLst>
              <a:gd name="csX0" fmla="*/ 857250 w 863600"/>
              <a:gd name="csY0" fmla="*/ 0 h 406400"/>
              <a:gd name="csX1" fmla="*/ 863600 w 863600"/>
              <a:gd name="csY1" fmla="*/ 133350 h 406400"/>
              <a:gd name="csX2" fmla="*/ 0 w 863600"/>
              <a:gd name="csY2" fmla="*/ 127000 h 406400"/>
              <a:gd name="csX3" fmla="*/ 0 w 863600"/>
              <a:gd name="csY3" fmla="*/ 406400 h 406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63600" h="406400">
                <a:moveTo>
                  <a:pt x="857250" y="0"/>
                </a:moveTo>
                <a:lnTo>
                  <a:pt x="863600" y="133350"/>
                </a:lnTo>
                <a:lnTo>
                  <a:pt x="0" y="127000"/>
                </a:lnTo>
                <a:lnTo>
                  <a:pt x="0" y="4064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1E2BCA4-B563-2E5B-8A7F-200B5EE64DA3}"/>
              </a:ext>
            </a:extLst>
          </p:cNvPr>
          <p:cNvSpPr/>
          <p:nvPr/>
        </p:nvSpPr>
        <p:spPr>
          <a:xfrm>
            <a:off x="4547393" y="2070017"/>
            <a:ext cx="822325" cy="41124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48D2CCE9-6C92-17F8-9ADF-C9F2FD533CA7}"/>
              </a:ext>
            </a:extLst>
          </p:cNvPr>
          <p:cNvSpPr/>
          <p:nvPr/>
        </p:nvSpPr>
        <p:spPr>
          <a:xfrm>
            <a:off x="4405313" y="1943100"/>
            <a:ext cx="338137" cy="342900"/>
          </a:xfrm>
          <a:custGeom>
            <a:avLst/>
            <a:gdLst>
              <a:gd name="csX0" fmla="*/ 338137 w 338137"/>
              <a:gd name="csY0" fmla="*/ 119063 h 342900"/>
              <a:gd name="csX1" fmla="*/ 338137 w 338137"/>
              <a:gd name="csY1" fmla="*/ 0 h 342900"/>
              <a:gd name="csX2" fmla="*/ 0 w 338137"/>
              <a:gd name="csY2" fmla="*/ 0 h 342900"/>
              <a:gd name="csX3" fmla="*/ 0 w 338137"/>
              <a:gd name="csY3" fmla="*/ 342900 h 342900"/>
              <a:gd name="csX4" fmla="*/ 123825 w 338137"/>
              <a:gd name="csY4" fmla="*/ 342900 h 342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38137" h="342900">
                <a:moveTo>
                  <a:pt x="338137" y="119063"/>
                </a:moveTo>
                <a:lnTo>
                  <a:pt x="338137" y="0"/>
                </a:lnTo>
                <a:lnTo>
                  <a:pt x="0" y="0"/>
                </a:lnTo>
                <a:lnTo>
                  <a:pt x="0" y="342900"/>
                </a:lnTo>
                <a:lnTo>
                  <a:pt x="123825" y="342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6099322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D45057-E317-DEB2-6481-338BDB1439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D8F08F-C807-D386-C1B6-F9201ACFBD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000" b="1" dirty="0"/>
              <a:t>- </a:t>
            </a:r>
            <a:r>
              <a:rPr lang="en-US" altLang="zh-CN" sz="4000" b="1" dirty="0"/>
              <a:t>Information</a:t>
            </a:r>
            <a:r>
              <a:rPr lang="en-US" sz="4000" b="1" dirty="0"/>
              <a:t> Layer - 10</a:t>
            </a:r>
            <a:endParaRPr lang="en-US" sz="4800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F1C7885-D68E-65AA-40C4-7DB9E3EDDFC7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083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6F3E343-6A25-EA4C-AF49-8EE2415A14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976" y="1809671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3390DC7-DBBF-A198-3EA3-B003F18DC5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BAD7BE7-11C3-D42E-4558-76AEBE658B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65E173D-C6FF-F62B-8CAC-1BD335378C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7095721-ABD8-BBF5-2316-DBBD683ABF92}"/>
              </a:ext>
            </a:extLst>
          </p:cNvPr>
          <p:cNvSpPr/>
          <p:nvPr/>
        </p:nvSpPr>
        <p:spPr>
          <a:xfrm>
            <a:off x="4392912" y="1959140"/>
            <a:ext cx="1937550" cy="1547735"/>
          </a:xfrm>
          <a:prstGeom prst="roundRect">
            <a:avLst>
              <a:gd name="adj" fmla="val 6916"/>
            </a:avLst>
          </a:prstGeom>
          <a:solidFill>
            <a:srgbClr val="00B050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8FF36B6-84BC-5A6B-F927-6D47438FAEF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61687" y="3105118"/>
            <a:ext cx="6310337" cy="337434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507287063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B9ED48-66B4-CC01-A1EE-FC015C1DE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itle 1">
            <a:extLst>
              <a:ext uri="{FF2B5EF4-FFF2-40B4-BE49-F238E27FC236}">
                <a16:creationId xmlns:a16="http://schemas.microsoft.com/office/drawing/2014/main" id="{4F136EF8-F262-1E6D-3261-3B5061047587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Information/Data Layer</a:t>
            </a:r>
          </a:p>
        </p:txBody>
      </p:sp>
      <p:pic>
        <p:nvPicPr>
          <p:cNvPr id="128" name="Picture 127">
            <a:extLst>
              <a:ext uri="{FF2B5EF4-FFF2-40B4-BE49-F238E27FC236}">
                <a16:creationId xmlns:a16="http://schemas.microsoft.com/office/drawing/2014/main" id="{F449207E-06F1-E520-7026-978F66B8FB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5140" y="0"/>
            <a:ext cx="8759159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A799386F-D4E3-7B6C-6FB8-CC12C32B1F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5939" y="6223056"/>
            <a:ext cx="1715785" cy="441789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3E8224DF-2E9D-38DD-812F-255F654EAD2C}"/>
              </a:ext>
            </a:extLst>
          </p:cNvPr>
          <p:cNvSpPr/>
          <p:nvPr/>
        </p:nvSpPr>
        <p:spPr>
          <a:xfrm>
            <a:off x="4896645" y="557923"/>
            <a:ext cx="815974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7EBE5B0-EDF2-D8FE-535F-FCA7C10B795B}"/>
              </a:ext>
            </a:extLst>
          </p:cNvPr>
          <p:cNvSpPr/>
          <p:nvPr/>
        </p:nvSpPr>
        <p:spPr>
          <a:xfrm>
            <a:off x="5511800" y="971550"/>
            <a:ext cx="619125" cy="403225"/>
          </a:xfrm>
          <a:custGeom>
            <a:avLst/>
            <a:gdLst>
              <a:gd name="csX0" fmla="*/ 0 w 619125"/>
              <a:gd name="csY0" fmla="*/ 0 h 403225"/>
              <a:gd name="csX1" fmla="*/ 0 w 619125"/>
              <a:gd name="csY1" fmla="*/ 276225 h 403225"/>
              <a:gd name="csX2" fmla="*/ 619125 w 619125"/>
              <a:gd name="csY2" fmla="*/ 276225 h 403225"/>
              <a:gd name="csX3" fmla="*/ 619125 w 619125"/>
              <a:gd name="csY3" fmla="*/ 403225 h 4032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619125" h="403225">
                <a:moveTo>
                  <a:pt x="0" y="0"/>
                </a:moveTo>
                <a:lnTo>
                  <a:pt x="0" y="276225"/>
                </a:lnTo>
                <a:lnTo>
                  <a:pt x="619125" y="276225"/>
                </a:lnTo>
                <a:lnTo>
                  <a:pt x="619125" y="4032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2D775A79-AAFD-5364-8A31-326E19B50E37}"/>
              </a:ext>
            </a:extLst>
          </p:cNvPr>
          <p:cNvSpPr/>
          <p:nvPr/>
        </p:nvSpPr>
        <p:spPr>
          <a:xfrm>
            <a:off x="6550025" y="1660525"/>
            <a:ext cx="276225" cy="206375"/>
          </a:xfrm>
          <a:custGeom>
            <a:avLst/>
            <a:gdLst>
              <a:gd name="csX0" fmla="*/ 212725 w 276225"/>
              <a:gd name="csY0" fmla="*/ 0 h 206375"/>
              <a:gd name="csX1" fmla="*/ 276225 w 276225"/>
              <a:gd name="csY1" fmla="*/ 0 h 206375"/>
              <a:gd name="csX2" fmla="*/ 273050 w 276225"/>
              <a:gd name="csY2" fmla="*/ 206375 h 206375"/>
              <a:gd name="csX3" fmla="*/ 0 w 276225"/>
              <a:gd name="csY3" fmla="*/ 206375 h 206375"/>
              <a:gd name="csX4" fmla="*/ 0 w 276225"/>
              <a:gd name="csY4" fmla="*/ 152400 h 206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76225" h="206375">
                <a:moveTo>
                  <a:pt x="212725" y="0"/>
                </a:moveTo>
                <a:lnTo>
                  <a:pt x="276225" y="0"/>
                </a:lnTo>
                <a:cubicBezTo>
                  <a:pt x="275167" y="68792"/>
                  <a:pt x="274108" y="137583"/>
                  <a:pt x="273050" y="206375"/>
                </a:cubicBezTo>
                <a:lnTo>
                  <a:pt x="0" y="206375"/>
                </a:lnTo>
                <a:lnTo>
                  <a:pt x="0" y="1524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68412B1-B4AD-1785-145B-6EE5467EB08C}"/>
              </a:ext>
            </a:extLst>
          </p:cNvPr>
          <p:cNvSpPr/>
          <p:nvPr/>
        </p:nvSpPr>
        <p:spPr>
          <a:xfrm>
            <a:off x="5926136" y="557923"/>
            <a:ext cx="822325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D8A5F23-5BA6-556B-87C1-266A5945A959}"/>
              </a:ext>
            </a:extLst>
          </p:cNvPr>
          <p:cNvSpPr/>
          <p:nvPr/>
        </p:nvSpPr>
        <p:spPr>
          <a:xfrm>
            <a:off x="5928518" y="1384217"/>
            <a:ext cx="822325" cy="41124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95447A61-3BF8-DD45-7CF3-A2E0150A9093}"/>
              </a:ext>
            </a:extLst>
          </p:cNvPr>
          <p:cNvSpPr/>
          <p:nvPr/>
        </p:nvSpPr>
        <p:spPr>
          <a:xfrm>
            <a:off x="6337300" y="974725"/>
            <a:ext cx="3175" cy="393700"/>
          </a:xfrm>
          <a:custGeom>
            <a:avLst/>
            <a:gdLst>
              <a:gd name="csX0" fmla="*/ 0 w 3175"/>
              <a:gd name="csY0" fmla="*/ 0 h 393700"/>
              <a:gd name="csX1" fmla="*/ 3175 w 3175"/>
              <a:gd name="csY1" fmla="*/ 393700 h 393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175" h="393700">
                <a:moveTo>
                  <a:pt x="0" y="0"/>
                </a:moveTo>
                <a:cubicBezTo>
                  <a:pt x="1058" y="131233"/>
                  <a:pt x="2117" y="262467"/>
                  <a:pt x="3175" y="3937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6ED4F14-131E-A53A-1778-0CEF663C97B8}"/>
              </a:ext>
            </a:extLst>
          </p:cNvPr>
          <p:cNvSpPr/>
          <p:nvPr/>
        </p:nvSpPr>
        <p:spPr>
          <a:xfrm>
            <a:off x="6550025" y="75240"/>
            <a:ext cx="822325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6B67A0F2-CBBA-C38E-A009-37B560844CFB}"/>
              </a:ext>
            </a:extLst>
          </p:cNvPr>
          <p:cNvSpPr/>
          <p:nvPr/>
        </p:nvSpPr>
        <p:spPr>
          <a:xfrm>
            <a:off x="6548438" y="495300"/>
            <a:ext cx="414337" cy="876300"/>
          </a:xfrm>
          <a:custGeom>
            <a:avLst/>
            <a:gdLst>
              <a:gd name="csX0" fmla="*/ 414337 w 414337"/>
              <a:gd name="csY0" fmla="*/ 0 h 876300"/>
              <a:gd name="csX1" fmla="*/ 414337 w 414337"/>
              <a:gd name="csY1" fmla="*/ 614363 h 876300"/>
              <a:gd name="csX2" fmla="*/ 0 w 414337"/>
              <a:gd name="csY2" fmla="*/ 619125 h 876300"/>
              <a:gd name="csX3" fmla="*/ 0 w 414337"/>
              <a:gd name="csY3" fmla="*/ 876300 h 876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414337" h="876300">
                <a:moveTo>
                  <a:pt x="414337" y="0"/>
                </a:moveTo>
                <a:lnTo>
                  <a:pt x="414337" y="614363"/>
                </a:lnTo>
                <a:lnTo>
                  <a:pt x="0" y="619125"/>
                </a:lnTo>
                <a:lnTo>
                  <a:pt x="0" y="8763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A9DFFA02-2F7B-B053-2F2A-AD4DB6D13FE6}"/>
              </a:ext>
            </a:extLst>
          </p:cNvPr>
          <p:cNvSpPr/>
          <p:nvPr/>
        </p:nvSpPr>
        <p:spPr>
          <a:xfrm>
            <a:off x="5372100" y="1593850"/>
            <a:ext cx="558800" cy="0"/>
          </a:xfrm>
          <a:custGeom>
            <a:avLst/>
            <a:gdLst>
              <a:gd name="csX0" fmla="*/ 0 w 558800"/>
              <a:gd name="csY0" fmla="*/ 0 h 0"/>
              <a:gd name="csX1" fmla="*/ 558800 w 55880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8800">
                <a:moveTo>
                  <a:pt x="0" y="0"/>
                </a:moveTo>
                <a:lnTo>
                  <a:pt x="55880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77A2D2E9-B9B2-895D-7C3D-D17F6DFAE5F5}"/>
              </a:ext>
            </a:extLst>
          </p:cNvPr>
          <p:cNvSpPr/>
          <p:nvPr/>
        </p:nvSpPr>
        <p:spPr>
          <a:xfrm>
            <a:off x="6765131" y="1590675"/>
            <a:ext cx="388144" cy="0"/>
          </a:xfrm>
          <a:custGeom>
            <a:avLst/>
            <a:gdLst>
              <a:gd name="csX0" fmla="*/ 0 w 388144"/>
              <a:gd name="csY0" fmla="*/ 0 h 0"/>
              <a:gd name="csX1" fmla="*/ 388144 w 38814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88144">
                <a:moveTo>
                  <a:pt x="0" y="0"/>
                </a:moveTo>
                <a:lnTo>
                  <a:pt x="38814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BEDDA38-CB5E-9BCE-27A8-819743A7509D}"/>
              </a:ext>
            </a:extLst>
          </p:cNvPr>
          <p:cNvSpPr/>
          <p:nvPr/>
        </p:nvSpPr>
        <p:spPr>
          <a:xfrm>
            <a:off x="8560595" y="1384217"/>
            <a:ext cx="815974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4D8AAACE-5142-9156-D3B7-61B16835134D}"/>
              </a:ext>
            </a:extLst>
          </p:cNvPr>
          <p:cNvSpPr/>
          <p:nvPr/>
        </p:nvSpPr>
        <p:spPr>
          <a:xfrm>
            <a:off x="8001000" y="1590675"/>
            <a:ext cx="547688" cy="4763"/>
          </a:xfrm>
          <a:custGeom>
            <a:avLst/>
            <a:gdLst>
              <a:gd name="csX0" fmla="*/ 0 w 547688"/>
              <a:gd name="csY0" fmla="*/ 0 h 4763"/>
              <a:gd name="csX1" fmla="*/ 547688 w 547688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47688" h="4763">
                <a:moveTo>
                  <a:pt x="0" y="0"/>
                </a:moveTo>
                <a:lnTo>
                  <a:pt x="547688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0110321-559B-525B-4BBB-94464EA13C6B}"/>
              </a:ext>
            </a:extLst>
          </p:cNvPr>
          <p:cNvSpPr/>
          <p:nvPr/>
        </p:nvSpPr>
        <p:spPr>
          <a:xfrm>
            <a:off x="7165974" y="557923"/>
            <a:ext cx="831850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0E57006E-9A27-4283-2FD9-8CE4C095E29D}"/>
              </a:ext>
            </a:extLst>
          </p:cNvPr>
          <p:cNvSpPr/>
          <p:nvPr/>
        </p:nvSpPr>
        <p:spPr>
          <a:xfrm>
            <a:off x="7586663" y="976313"/>
            <a:ext cx="0" cy="400050"/>
          </a:xfrm>
          <a:custGeom>
            <a:avLst/>
            <a:gdLst>
              <a:gd name="csX0" fmla="*/ 0 w 0"/>
              <a:gd name="csY0" fmla="*/ 400050 h 400050"/>
              <a:gd name="csX1" fmla="*/ 0 w 0"/>
              <a:gd name="csY1" fmla="*/ 0 h 4000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050">
                <a:moveTo>
                  <a:pt x="0" y="400050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CAA649E-055E-D1AE-4063-4E99FCA78A20}"/>
              </a:ext>
            </a:extLst>
          </p:cNvPr>
          <p:cNvSpPr/>
          <p:nvPr/>
        </p:nvSpPr>
        <p:spPr>
          <a:xfrm>
            <a:off x="8283250" y="557923"/>
            <a:ext cx="815974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C3B278F-63B7-3DAA-3672-5A9D25D5C716}"/>
              </a:ext>
            </a:extLst>
          </p:cNvPr>
          <p:cNvSpPr/>
          <p:nvPr/>
        </p:nvSpPr>
        <p:spPr>
          <a:xfrm>
            <a:off x="7173119" y="1387475"/>
            <a:ext cx="815974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ED677031-77D0-9377-BC14-6C244F16C129}"/>
              </a:ext>
            </a:extLst>
          </p:cNvPr>
          <p:cNvSpPr/>
          <p:nvPr/>
        </p:nvSpPr>
        <p:spPr>
          <a:xfrm>
            <a:off x="7835900" y="971550"/>
            <a:ext cx="863600" cy="406400"/>
          </a:xfrm>
          <a:custGeom>
            <a:avLst/>
            <a:gdLst>
              <a:gd name="csX0" fmla="*/ 857250 w 863600"/>
              <a:gd name="csY0" fmla="*/ 0 h 406400"/>
              <a:gd name="csX1" fmla="*/ 863600 w 863600"/>
              <a:gd name="csY1" fmla="*/ 133350 h 406400"/>
              <a:gd name="csX2" fmla="*/ 0 w 863600"/>
              <a:gd name="csY2" fmla="*/ 127000 h 406400"/>
              <a:gd name="csX3" fmla="*/ 0 w 863600"/>
              <a:gd name="csY3" fmla="*/ 406400 h 406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63600" h="406400">
                <a:moveTo>
                  <a:pt x="857250" y="0"/>
                </a:moveTo>
                <a:lnTo>
                  <a:pt x="863600" y="133350"/>
                </a:lnTo>
                <a:lnTo>
                  <a:pt x="0" y="127000"/>
                </a:lnTo>
                <a:lnTo>
                  <a:pt x="0" y="4064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907E3E4-4955-7543-47E3-CB7DA1785E7B}"/>
              </a:ext>
            </a:extLst>
          </p:cNvPr>
          <p:cNvSpPr/>
          <p:nvPr/>
        </p:nvSpPr>
        <p:spPr>
          <a:xfrm>
            <a:off x="4547393" y="2070017"/>
            <a:ext cx="822325" cy="41124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1F384174-69DD-0BB3-C3C5-8DFA9CAAFFED}"/>
              </a:ext>
            </a:extLst>
          </p:cNvPr>
          <p:cNvSpPr/>
          <p:nvPr/>
        </p:nvSpPr>
        <p:spPr>
          <a:xfrm>
            <a:off x="4405313" y="1943100"/>
            <a:ext cx="338137" cy="342900"/>
          </a:xfrm>
          <a:custGeom>
            <a:avLst/>
            <a:gdLst>
              <a:gd name="csX0" fmla="*/ 338137 w 338137"/>
              <a:gd name="csY0" fmla="*/ 119063 h 342900"/>
              <a:gd name="csX1" fmla="*/ 338137 w 338137"/>
              <a:gd name="csY1" fmla="*/ 0 h 342900"/>
              <a:gd name="csX2" fmla="*/ 0 w 338137"/>
              <a:gd name="csY2" fmla="*/ 0 h 342900"/>
              <a:gd name="csX3" fmla="*/ 0 w 338137"/>
              <a:gd name="csY3" fmla="*/ 342900 h 342900"/>
              <a:gd name="csX4" fmla="*/ 123825 w 338137"/>
              <a:gd name="csY4" fmla="*/ 342900 h 342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38137" h="342900">
                <a:moveTo>
                  <a:pt x="338137" y="119063"/>
                </a:moveTo>
                <a:lnTo>
                  <a:pt x="338137" y="0"/>
                </a:lnTo>
                <a:lnTo>
                  <a:pt x="0" y="0"/>
                </a:lnTo>
                <a:lnTo>
                  <a:pt x="0" y="342900"/>
                </a:lnTo>
                <a:lnTo>
                  <a:pt x="123825" y="342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D954735-E24A-0206-67D0-F473A23BE0C5}"/>
              </a:ext>
            </a:extLst>
          </p:cNvPr>
          <p:cNvSpPr/>
          <p:nvPr/>
        </p:nvSpPr>
        <p:spPr>
          <a:xfrm>
            <a:off x="4548982" y="1384217"/>
            <a:ext cx="815974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F592C02A-E650-53F0-35E6-76D3CBC2F244}"/>
              </a:ext>
            </a:extLst>
          </p:cNvPr>
          <p:cNvSpPr/>
          <p:nvPr/>
        </p:nvSpPr>
        <p:spPr>
          <a:xfrm>
            <a:off x="4957763" y="1804988"/>
            <a:ext cx="0" cy="261937"/>
          </a:xfrm>
          <a:custGeom>
            <a:avLst/>
            <a:gdLst>
              <a:gd name="csX0" fmla="*/ 0 w 0"/>
              <a:gd name="csY0" fmla="*/ 261937 h 261937"/>
              <a:gd name="csX1" fmla="*/ 0 w 0"/>
              <a:gd name="csY1" fmla="*/ 0 h 26193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61937">
                <a:moveTo>
                  <a:pt x="0" y="26193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7655606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CBFB2E-11B0-3A77-F432-0E30A8A7D7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82E34C-134C-C1A4-750A-A7A556E47B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000" b="1" dirty="0"/>
              <a:t>- </a:t>
            </a:r>
            <a:r>
              <a:rPr lang="en-US" altLang="zh-CN" sz="4000" b="1" dirty="0"/>
              <a:t>Information</a:t>
            </a:r>
            <a:r>
              <a:rPr lang="en-US" sz="4000" b="1" dirty="0"/>
              <a:t> Layer - 11</a:t>
            </a:r>
            <a:endParaRPr lang="en-US" sz="4800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60DF9F2C-FEBE-90CA-F45E-CD980EAE1BFD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084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A771615-10D3-390A-CE77-F7932A4D78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976" y="1809671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E6B49C0-8746-A37E-2CDC-13AA867336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35B62A5-4BE7-7E15-71CD-8568FD53FC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C5655DA-4504-9775-3E9E-26F0B13D65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FB94A86-AACD-49E9-067A-76FB05089D25}"/>
              </a:ext>
            </a:extLst>
          </p:cNvPr>
          <p:cNvSpPr/>
          <p:nvPr/>
        </p:nvSpPr>
        <p:spPr>
          <a:xfrm>
            <a:off x="4392912" y="1959140"/>
            <a:ext cx="1937550" cy="1547735"/>
          </a:xfrm>
          <a:prstGeom prst="roundRect">
            <a:avLst>
              <a:gd name="adj" fmla="val 6916"/>
            </a:avLst>
          </a:prstGeom>
          <a:solidFill>
            <a:srgbClr val="00B050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42D5721-E830-D126-C840-399405E380A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91722" y="3290942"/>
            <a:ext cx="6219372" cy="328157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58003050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E6008F-E230-303C-0C0A-B5922BC942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itle 1">
            <a:extLst>
              <a:ext uri="{FF2B5EF4-FFF2-40B4-BE49-F238E27FC236}">
                <a16:creationId xmlns:a16="http://schemas.microsoft.com/office/drawing/2014/main" id="{9601BB31-0A70-87A5-22DF-DA2A2EEE7DA8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Information/Data Layer</a:t>
            </a:r>
          </a:p>
        </p:txBody>
      </p:sp>
      <p:pic>
        <p:nvPicPr>
          <p:cNvPr id="128" name="Picture 127">
            <a:extLst>
              <a:ext uri="{FF2B5EF4-FFF2-40B4-BE49-F238E27FC236}">
                <a16:creationId xmlns:a16="http://schemas.microsoft.com/office/drawing/2014/main" id="{7C9DFF8A-AF86-CC67-7819-E49E481C7A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5140" y="0"/>
            <a:ext cx="8759159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AE1F8B90-97E9-B477-2C4C-CC63B656DF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5939" y="6223056"/>
            <a:ext cx="1715785" cy="441789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76BF0A12-4C4F-5DEB-36A2-95EC804CC1A7}"/>
              </a:ext>
            </a:extLst>
          </p:cNvPr>
          <p:cNvSpPr/>
          <p:nvPr/>
        </p:nvSpPr>
        <p:spPr>
          <a:xfrm>
            <a:off x="4896645" y="557923"/>
            <a:ext cx="815974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3A1CE18-2195-760C-0384-FC59773506C6}"/>
              </a:ext>
            </a:extLst>
          </p:cNvPr>
          <p:cNvSpPr/>
          <p:nvPr/>
        </p:nvSpPr>
        <p:spPr>
          <a:xfrm>
            <a:off x="5511800" y="971550"/>
            <a:ext cx="619125" cy="403225"/>
          </a:xfrm>
          <a:custGeom>
            <a:avLst/>
            <a:gdLst>
              <a:gd name="csX0" fmla="*/ 0 w 619125"/>
              <a:gd name="csY0" fmla="*/ 0 h 403225"/>
              <a:gd name="csX1" fmla="*/ 0 w 619125"/>
              <a:gd name="csY1" fmla="*/ 276225 h 403225"/>
              <a:gd name="csX2" fmla="*/ 619125 w 619125"/>
              <a:gd name="csY2" fmla="*/ 276225 h 403225"/>
              <a:gd name="csX3" fmla="*/ 619125 w 619125"/>
              <a:gd name="csY3" fmla="*/ 403225 h 4032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619125" h="403225">
                <a:moveTo>
                  <a:pt x="0" y="0"/>
                </a:moveTo>
                <a:lnTo>
                  <a:pt x="0" y="276225"/>
                </a:lnTo>
                <a:lnTo>
                  <a:pt x="619125" y="276225"/>
                </a:lnTo>
                <a:lnTo>
                  <a:pt x="619125" y="4032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2F5E0F04-F832-51F5-F65E-0A0A1C75AAA2}"/>
              </a:ext>
            </a:extLst>
          </p:cNvPr>
          <p:cNvSpPr/>
          <p:nvPr/>
        </p:nvSpPr>
        <p:spPr>
          <a:xfrm>
            <a:off x="6550025" y="1660525"/>
            <a:ext cx="276225" cy="206375"/>
          </a:xfrm>
          <a:custGeom>
            <a:avLst/>
            <a:gdLst>
              <a:gd name="csX0" fmla="*/ 212725 w 276225"/>
              <a:gd name="csY0" fmla="*/ 0 h 206375"/>
              <a:gd name="csX1" fmla="*/ 276225 w 276225"/>
              <a:gd name="csY1" fmla="*/ 0 h 206375"/>
              <a:gd name="csX2" fmla="*/ 273050 w 276225"/>
              <a:gd name="csY2" fmla="*/ 206375 h 206375"/>
              <a:gd name="csX3" fmla="*/ 0 w 276225"/>
              <a:gd name="csY3" fmla="*/ 206375 h 206375"/>
              <a:gd name="csX4" fmla="*/ 0 w 276225"/>
              <a:gd name="csY4" fmla="*/ 152400 h 206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76225" h="206375">
                <a:moveTo>
                  <a:pt x="212725" y="0"/>
                </a:moveTo>
                <a:lnTo>
                  <a:pt x="276225" y="0"/>
                </a:lnTo>
                <a:cubicBezTo>
                  <a:pt x="275167" y="68792"/>
                  <a:pt x="274108" y="137583"/>
                  <a:pt x="273050" y="206375"/>
                </a:cubicBezTo>
                <a:lnTo>
                  <a:pt x="0" y="206375"/>
                </a:lnTo>
                <a:lnTo>
                  <a:pt x="0" y="1524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812A598-E396-88EB-9C6A-9B2E73E074B2}"/>
              </a:ext>
            </a:extLst>
          </p:cNvPr>
          <p:cNvSpPr/>
          <p:nvPr/>
        </p:nvSpPr>
        <p:spPr>
          <a:xfrm>
            <a:off x="5926136" y="557923"/>
            <a:ext cx="822325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4807237E-10D0-F02C-849F-EBF4F47D2A23}"/>
              </a:ext>
            </a:extLst>
          </p:cNvPr>
          <p:cNvSpPr/>
          <p:nvPr/>
        </p:nvSpPr>
        <p:spPr>
          <a:xfrm>
            <a:off x="6337300" y="974725"/>
            <a:ext cx="3175" cy="393700"/>
          </a:xfrm>
          <a:custGeom>
            <a:avLst/>
            <a:gdLst>
              <a:gd name="csX0" fmla="*/ 0 w 3175"/>
              <a:gd name="csY0" fmla="*/ 0 h 393700"/>
              <a:gd name="csX1" fmla="*/ 3175 w 3175"/>
              <a:gd name="csY1" fmla="*/ 393700 h 393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175" h="393700">
                <a:moveTo>
                  <a:pt x="0" y="0"/>
                </a:moveTo>
                <a:cubicBezTo>
                  <a:pt x="1058" y="131233"/>
                  <a:pt x="2117" y="262467"/>
                  <a:pt x="3175" y="3937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17848B0-1FF7-C2D0-F412-114A79AF4D14}"/>
              </a:ext>
            </a:extLst>
          </p:cNvPr>
          <p:cNvSpPr/>
          <p:nvPr/>
        </p:nvSpPr>
        <p:spPr>
          <a:xfrm>
            <a:off x="6550025" y="75240"/>
            <a:ext cx="822325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6C783D05-3F3A-F93D-E060-C9509481FF2A}"/>
              </a:ext>
            </a:extLst>
          </p:cNvPr>
          <p:cNvSpPr/>
          <p:nvPr/>
        </p:nvSpPr>
        <p:spPr>
          <a:xfrm>
            <a:off x="6548438" y="495300"/>
            <a:ext cx="414337" cy="876300"/>
          </a:xfrm>
          <a:custGeom>
            <a:avLst/>
            <a:gdLst>
              <a:gd name="csX0" fmla="*/ 414337 w 414337"/>
              <a:gd name="csY0" fmla="*/ 0 h 876300"/>
              <a:gd name="csX1" fmla="*/ 414337 w 414337"/>
              <a:gd name="csY1" fmla="*/ 614363 h 876300"/>
              <a:gd name="csX2" fmla="*/ 0 w 414337"/>
              <a:gd name="csY2" fmla="*/ 619125 h 876300"/>
              <a:gd name="csX3" fmla="*/ 0 w 414337"/>
              <a:gd name="csY3" fmla="*/ 876300 h 876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414337" h="876300">
                <a:moveTo>
                  <a:pt x="414337" y="0"/>
                </a:moveTo>
                <a:lnTo>
                  <a:pt x="414337" y="614363"/>
                </a:lnTo>
                <a:lnTo>
                  <a:pt x="0" y="619125"/>
                </a:lnTo>
                <a:lnTo>
                  <a:pt x="0" y="8763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1C8A9E84-491C-9837-CE1A-7F5D912B7469}"/>
              </a:ext>
            </a:extLst>
          </p:cNvPr>
          <p:cNvSpPr/>
          <p:nvPr/>
        </p:nvSpPr>
        <p:spPr>
          <a:xfrm>
            <a:off x="5372100" y="1593850"/>
            <a:ext cx="558800" cy="0"/>
          </a:xfrm>
          <a:custGeom>
            <a:avLst/>
            <a:gdLst>
              <a:gd name="csX0" fmla="*/ 0 w 558800"/>
              <a:gd name="csY0" fmla="*/ 0 h 0"/>
              <a:gd name="csX1" fmla="*/ 558800 w 55880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8800">
                <a:moveTo>
                  <a:pt x="0" y="0"/>
                </a:moveTo>
                <a:lnTo>
                  <a:pt x="55880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3D6736D0-2431-15F1-A15D-05A0545A8632}"/>
              </a:ext>
            </a:extLst>
          </p:cNvPr>
          <p:cNvSpPr/>
          <p:nvPr/>
        </p:nvSpPr>
        <p:spPr>
          <a:xfrm>
            <a:off x="6765131" y="1590675"/>
            <a:ext cx="388144" cy="0"/>
          </a:xfrm>
          <a:custGeom>
            <a:avLst/>
            <a:gdLst>
              <a:gd name="csX0" fmla="*/ 0 w 388144"/>
              <a:gd name="csY0" fmla="*/ 0 h 0"/>
              <a:gd name="csX1" fmla="*/ 388144 w 38814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88144">
                <a:moveTo>
                  <a:pt x="0" y="0"/>
                </a:moveTo>
                <a:lnTo>
                  <a:pt x="38814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F97AEC4-EBED-E696-8DC8-363938CFB6E1}"/>
              </a:ext>
            </a:extLst>
          </p:cNvPr>
          <p:cNvSpPr/>
          <p:nvPr/>
        </p:nvSpPr>
        <p:spPr>
          <a:xfrm>
            <a:off x="8560595" y="1384217"/>
            <a:ext cx="815974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A6CF4BA1-B770-3253-E4F0-CE8D652E3B24}"/>
              </a:ext>
            </a:extLst>
          </p:cNvPr>
          <p:cNvSpPr/>
          <p:nvPr/>
        </p:nvSpPr>
        <p:spPr>
          <a:xfrm>
            <a:off x="8001000" y="1590675"/>
            <a:ext cx="547688" cy="4763"/>
          </a:xfrm>
          <a:custGeom>
            <a:avLst/>
            <a:gdLst>
              <a:gd name="csX0" fmla="*/ 0 w 547688"/>
              <a:gd name="csY0" fmla="*/ 0 h 4763"/>
              <a:gd name="csX1" fmla="*/ 547688 w 547688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47688" h="4763">
                <a:moveTo>
                  <a:pt x="0" y="0"/>
                </a:moveTo>
                <a:lnTo>
                  <a:pt x="547688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A772B7F-FD4E-A7FA-6229-6F61DD03B0CB}"/>
              </a:ext>
            </a:extLst>
          </p:cNvPr>
          <p:cNvSpPr/>
          <p:nvPr/>
        </p:nvSpPr>
        <p:spPr>
          <a:xfrm>
            <a:off x="7165974" y="557923"/>
            <a:ext cx="831850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269F6BCE-C886-77B2-6049-9BEE441F7978}"/>
              </a:ext>
            </a:extLst>
          </p:cNvPr>
          <p:cNvSpPr/>
          <p:nvPr/>
        </p:nvSpPr>
        <p:spPr>
          <a:xfrm>
            <a:off x="7586663" y="976313"/>
            <a:ext cx="0" cy="400050"/>
          </a:xfrm>
          <a:custGeom>
            <a:avLst/>
            <a:gdLst>
              <a:gd name="csX0" fmla="*/ 0 w 0"/>
              <a:gd name="csY0" fmla="*/ 400050 h 400050"/>
              <a:gd name="csX1" fmla="*/ 0 w 0"/>
              <a:gd name="csY1" fmla="*/ 0 h 4000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050">
                <a:moveTo>
                  <a:pt x="0" y="400050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034FCA2-4784-7296-C614-0CAA40B47A2F}"/>
              </a:ext>
            </a:extLst>
          </p:cNvPr>
          <p:cNvSpPr/>
          <p:nvPr/>
        </p:nvSpPr>
        <p:spPr>
          <a:xfrm>
            <a:off x="8283250" y="557923"/>
            <a:ext cx="815974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3921624-B524-B5FA-C4FA-E8FB6325255D}"/>
              </a:ext>
            </a:extLst>
          </p:cNvPr>
          <p:cNvSpPr/>
          <p:nvPr/>
        </p:nvSpPr>
        <p:spPr>
          <a:xfrm>
            <a:off x="7173119" y="1387475"/>
            <a:ext cx="815974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3BAA5D04-B9E4-00E3-DB0C-7B203B4B3B91}"/>
              </a:ext>
            </a:extLst>
          </p:cNvPr>
          <p:cNvSpPr/>
          <p:nvPr/>
        </p:nvSpPr>
        <p:spPr>
          <a:xfrm>
            <a:off x="7835900" y="971550"/>
            <a:ext cx="863600" cy="406400"/>
          </a:xfrm>
          <a:custGeom>
            <a:avLst/>
            <a:gdLst>
              <a:gd name="csX0" fmla="*/ 857250 w 863600"/>
              <a:gd name="csY0" fmla="*/ 0 h 406400"/>
              <a:gd name="csX1" fmla="*/ 863600 w 863600"/>
              <a:gd name="csY1" fmla="*/ 133350 h 406400"/>
              <a:gd name="csX2" fmla="*/ 0 w 863600"/>
              <a:gd name="csY2" fmla="*/ 127000 h 406400"/>
              <a:gd name="csX3" fmla="*/ 0 w 863600"/>
              <a:gd name="csY3" fmla="*/ 406400 h 406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63600" h="406400">
                <a:moveTo>
                  <a:pt x="857250" y="0"/>
                </a:moveTo>
                <a:lnTo>
                  <a:pt x="863600" y="133350"/>
                </a:lnTo>
                <a:lnTo>
                  <a:pt x="0" y="127000"/>
                </a:lnTo>
                <a:lnTo>
                  <a:pt x="0" y="4064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1DC1B2F-3803-A1C5-C16D-CFAC5EB05543}"/>
              </a:ext>
            </a:extLst>
          </p:cNvPr>
          <p:cNvSpPr/>
          <p:nvPr/>
        </p:nvSpPr>
        <p:spPr>
          <a:xfrm>
            <a:off x="4547393" y="2070017"/>
            <a:ext cx="822325" cy="41124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A1B5B24B-8212-CD58-F354-22EA31D655B9}"/>
              </a:ext>
            </a:extLst>
          </p:cNvPr>
          <p:cNvSpPr/>
          <p:nvPr/>
        </p:nvSpPr>
        <p:spPr>
          <a:xfrm>
            <a:off x="4405313" y="1943100"/>
            <a:ext cx="338137" cy="342900"/>
          </a:xfrm>
          <a:custGeom>
            <a:avLst/>
            <a:gdLst>
              <a:gd name="csX0" fmla="*/ 338137 w 338137"/>
              <a:gd name="csY0" fmla="*/ 119063 h 342900"/>
              <a:gd name="csX1" fmla="*/ 338137 w 338137"/>
              <a:gd name="csY1" fmla="*/ 0 h 342900"/>
              <a:gd name="csX2" fmla="*/ 0 w 338137"/>
              <a:gd name="csY2" fmla="*/ 0 h 342900"/>
              <a:gd name="csX3" fmla="*/ 0 w 338137"/>
              <a:gd name="csY3" fmla="*/ 342900 h 342900"/>
              <a:gd name="csX4" fmla="*/ 123825 w 338137"/>
              <a:gd name="csY4" fmla="*/ 342900 h 342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38137" h="342900">
                <a:moveTo>
                  <a:pt x="338137" y="119063"/>
                </a:moveTo>
                <a:lnTo>
                  <a:pt x="338137" y="0"/>
                </a:lnTo>
                <a:lnTo>
                  <a:pt x="0" y="0"/>
                </a:lnTo>
                <a:lnTo>
                  <a:pt x="0" y="342900"/>
                </a:lnTo>
                <a:lnTo>
                  <a:pt x="123825" y="342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F13EB40-B369-02E8-34F1-9F8AE86CCB3C}"/>
              </a:ext>
            </a:extLst>
          </p:cNvPr>
          <p:cNvSpPr/>
          <p:nvPr/>
        </p:nvSpPr>
        <p:spPr>
          <a:xfrm>
            <a:off x="4548981" y="1384217"/>
            <a:ext cx="820735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AC4FBD5F-EC56-510E-3E55-6FFDF2C2D546}"/>
              </a:ext>
            </a:extLst>
          </p:cNvPr>
          <p:cNvSpPr/>
          <p:nvPr/>
        </p:nvSpPr>
        <p:spPr>
          <a:xfrm>
            <a:off x="4957763" y="1804988"/>
            <a:ext cx="0" cy="261937"/>
          </a:xfrm>
          <a:custGeom>
            <a:avLst/>
            <a:gdLst>
              <a:gd name="csX0" fmla="*/ 0 w 0"/>
              <a:gd name="csY0" fmla="*/ 261937 h 261937"/>
              <a:gd name="csX1" fmla="*/ 0 w 0"/>
              <a:gd name="csY1" fmla="*/ 0 h 26193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61937">
                <a:moveTo>
                  <a:pt x="0" y="26193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15CD086-07F8-EEDE-C460-AD2CEF5966A4}"/>
              </a:ext>
            </a:extLst>
          </p:cNvPr>
          <p:cNvSpPr/>
          <p:nvPr/>
        </p:nvSpPr>
        <p:spPr>
          <a:xfrm>
            <a:off x="5923761" y="1384217"/>
            <a:ext cx="829463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340D4653-4DA8-C8E4-3FF5-550AB67B3328}"/>
              </a:ext>
            </a:extLst>
          </p:cNvPr>
          <p:cNvSpPr/>
          <p:nvPr/>
        </p:nvSpPr>
        <p:spPr>
          <a:xfrm>
            <a:off x="5381625" y="1804988"/>
            <a:ext cx="747713" cy="481012"/>
          </a:xfrm>
          <a:custGeom>
            <a:avLst/>
            <a:gdLst>
              <a:gd name="csX0" fmla="*/ 747713 w 747713"/>
              <a:gd name="csY0" fmla="*/ 0 h 481012"/>
              <a:gd name="csX1" fmla="*/ 742950 w 747713"/>
              <a:gd name="csY1" fmla="*/ 481012 h 481012"/>
              <a:gd name="csX2" fmla="*/ 0 w 747713"/>
              <a:gd name="csY2" fmla="*/ 481012 h 4810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47713" h="481012">
                <a:moveTo>
                  <a:pt x="747713" y="0"/>
                </a:moveTo>
                <a:cubicBezTo>
                  <a:pt x="746125" y="160337"/>
                  <a:pt x="744538" y="320675"/>
                  <a:pt x="742950" y="481012"/>
                </a:cubicBezTo>
                <a:lnTo>
                  <a:pt x="0" y="4810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7544190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6D32D5-0595-A579-8EBC-0832735F7F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38FDC6-F64C-D3B7-09A5-8A50CCEAE7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000" b="1" dirty="0"/>
              <a:t>- </a:t>
            </a:r>
            <a:r>
              <a:rPr lang="en-US" altLang="zh-CN" sz="4000" b="1" dirty="0"/>
              <a:t>Information</a:t>
            </a:r>
            <a:r>
              <a:rPr lang="en-US" sz="4000" b="1" dirty="0"/>
              <a:t> Layer - 12</a:t>
            </a:r>
            <a:endParaRPr lang="en-US" sz="4800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A17490F-4204-2381-EAFC-F7AF7988016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085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0DB438C-32A1-BE31-C42D-3D337C17D9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976" y="1809671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A1C16F0-9541-C451-6F22-AEBE998C88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59B2822-8185-1E22-2C6A-0DB880DF86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C6AF82D-2362-53F5-04A5-81CAA5F4E8B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1F87E53-3D0F-3901-BFDB-519FACD2EBBF}"/>
              </a:ext>
            </a:extLst>
          </p:cNvPr>
          <p:cNvSpPr/>
          <p:nvPr/>
        </p:nvSpPr>
        <p:spPr>
          <a:xfrm>
            <a:off x="4392912" y="1959140"/>
            <a:ext cx="1937550" cy="1547735"/>
          </a:xfrm>
          <a:prstGeom prst="roundRect">
            <a:avLst>
              <a:gd name="adj" fmla="val 6916"/>
            </a:avLst>
          </a:prstGeom>
          <a:solidFill>
            <a:srgbClr val="00B050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8D520C9-2DB2-E835-F8F4-C13F8DD434C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4782" y="2309506"/>
            <a:ext cx="4783680" cy="434235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7464474C-20E5-BEEA-AE7E-3FFC96076CBD}"/>
              </a:ext>
            </a:extLst>
          </p:cNvPr>
          <p:cNvSpPr/>
          <p:nvPr/>
        </p:nvSpPr>
        <p:spPr>
          <a:xfrm>
            <a:off x="937977" y="2089768"/>
            <a:ext cx="1937550" cy="1547735"/>
          </a:xfrm>
          <a:prstGeom prst="roundRect">
            <a:avLst>
              <a:gd name="adj" fmla="val 6916"/>
            </a:avLst>
          </a:prstGeom>
          <a:solidFill>
            <a:srgbClr val="00B050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2689491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F4855E-8701-C96B-1BD4-1F0C321C53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itle 1">
            <a:extLst>
              <a:ext uri="{FF2B5EF4-FFF2-40B4-BE49-F238E27FC236}">
                <a16:creationId xmlns:a16="http://schemas.microsoft.com/office/drawing/2014/main" id="{24F6B79E-FB45-59C2-6FF7-DD7EE731560F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Information/Data Layer</a:t>
            </a:r>
          </a:p>
        </p:txBody>
      </p:sp>
      <p:pic>
        <p:nvPicPr>
          <p:cNvPr id="128" name="Picture 127">
            <a:extLst>
              <a:ext uri="{FF2B5EF4-FFF2-40B4-BE49-F238E27FC236}">
                <a16:creationId xmlns:a16="http://schemas.microsoft.com/office/drawing/2014/main" id="{C76F3F96-EE0C-9677-8DEB-E30CE007C7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5140" y="0"/>
            <a:ext cx="8759159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E7F9A527-AB58-A1FD-BC66-379AFC44BF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5939" y="6223056"/>
            <a:ext cx="1715785" cy="441789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F2E70D95-0585-6FA2-AE24-3CD9398DEDA3}"/>
              </a:ext>
            </a:extLst>
          </p:cNvPr>
          <p:cNvSpPr/>
          <p:nvPr/>
        </p:nvSpPr>
        <p:spPr>
          <a:xfrm>
            <a:off x="4896645" y="557923"/>
            <a:ext cx="815974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4A5831A-6CA2-AF96-CDD3-4CF4E0ADD430}"/>
              </a:ext>
            </a:extLst>
          </p:cNvPr>
          <p:cNvSpPr/>
          <p:nvPr/>
        </p:nvSpPr>
        <p:spPr>
          <a:xfrm>
            <a:off x="5511800" y="971550"/>
            <a:ext cx="619125" cy="403225"/>
          </a:xfrm>
          <a:custGeom>
            <a:avLst/>
            <a:gdLst>
              <a:gd name="csX0" fmla="*/ 0 w 619125"/>
              <a:gd name="csY0" fmla="*/ 0 h 403225"/>
              <a:gd name="csX1" fmla="*/ 0 w 619125"/>
              <a:gd name="csY1" fmla="*/ 276225 h 403225"/>
              <a:gd name="csX2" fmla="*/ 619125 w 619125"/>
              <a:gd name="csY2" fmla="*/ 276225 h 403225"/>
              <a:gd name="csX3" fmla="*/ 619125 w 619125"/>
              <a:gd name="csY3" fmla="*/ 403225 h 4032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619125" h="403225">
                <a:moveTo>
                  <a:pt x="0" y="0"/>
                </a:moveTo>
                <a:lnTo>
                  <a:pt x="0" y="276225"/>
                </a:lnTo>
                <a:lnTo>
                  <a:pt x="619125" y="276225"/>
                </a:lnTo>
                <a:lnTo>
                  <a:pt x="619125" y="4032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C74BD836-ABCB-B0A5-74F5-D8F83AAD6992}"/>
              </a:ext>
            </a:extLst>
          </p:cNvPr>
          <p:cNvSpPr/>
          <p:nvPr/>
        </p:nvSpPr>
        <p:spPr>
          <a:xfrm>
            <a:off x="6550025" y="1660525"/>
            <a:ext cx="276225" cy="206375"/>
          </a:xfrm>
          <a:custGeom>
            <a:avLst/>
            <a:gdLst>
              <a:gd name="csX0" fmla="*/ 212725 w 276225"/>
              <a:gd name="csY0" fmla="*/ 0 h 206375"/>
              <a:gd name="csX1" fmla="*/ 276225 w 276225"/>
              <a:gd name="csY1" fmla="*/ 0 h 206375"/>
              <a:gd name="csX2" fmla="*/ 273050 w 276225"/>
              <a:gd name="csY2" fmla="*/ 206375 h 206375"/>
              <a:gd name="csX3" fmla="*/ 0 w 276225"/>
              <a:gd name="csY3" fmla="*/ 206375 h 206375"/>
              <a:gd name="csX4" fmla="*/ 0 w 276225"/>
              <a:gd name="csY4" fmla="*/ 152400 h 206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76225" h="206375">
                <a:moveTo>
                  <a:pt x="212725" y="0"/>
                </a:moveTo>
                <a:lnTo>
                  <a:pt x="276225" y="0"/>
                </a:lnTo>
                <a:cubicBezTo>
                  <a:pt x="275167" y="68792"/>
                  <a:pt x="274108" y="137583"/>
                  <a:pt x="273050" y="206375"/>
                </a:cubicBezTo>
                <a:lnTo>
                  <a:pt x="0" y="206375"/>
                </a:lnTo>
                <a:lnTo>
                  <a:pt x="0" y="1524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F91D7AD-F0C8-DD3C-97C1-FDCE8D217CD7}"/>
              </a:ext>
            </a:extLst>
          </p:cNvPr>
          <p:cNvSpPr/>
          <p:nvPr/>
        </p:nvSpPr>
        <p:spPr>
          <a:xfrm>
            <a:off x="5926136" y="557923"/>
            <a:ext cx="822325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90A64592-8E81-0275-10AB-D6B789FA725B}"/>
              </a:ext>
            </a:extLst>
          </p:cNvPr>
          <p:cNvSpPr/>
          <p:nvPr/>
        </p:nvSpPr>
        <p:spPr>
          <a:xfrm>
            <a:off x="6337300" y="974725"/>
            <a:ext cx="3175" cy="393700"/>
          </a:xfrm>
          <a:custGeom>
            <a:avLst/>
            <a:gdLst>
              <a:gd name="csX0" fmla="*/ 0 w 3175"/>
              <a:gd name="csY0" fmla="*/ 0 h 393700"/>
              <a:gd name="csX1" fmla="*/ 3175 w 3175"/>
              <a:gd name="csY1" fmla="*/ 393700 h 393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175" h="393700">
                <a:moveTo>
                  <a:pt x="0" y="0"/>
                </a:moveTo>
                <a:cubicBezTo>
                  <a:pt x="1058" y="131233"/>
                  <a:pt x="2117" y="262467"/>
                  <a:pt x="3175" y="3937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0E8A077-E7F3-D4FD-40A2-8FEB11A62F64}"/>
              </a:ext>
            </a:extLst>
          </p:cNvPr>
          <p:cNvSpPr/>
          <p:nvPr/>
        </p:nvSpPr>
        <p:spPr>
          <a:xfrm>
            <a:off x="6550025" y="75240"/>
            <a:ext cx="822325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4A0EAB7F-D217-54A8-5213-22FA1D29EB32}"/>
              </a:ext>
            </a:extLst>
          </p:cNvPr>
          <p:cNvSpPr/>
          <p:nvPr/>
        </p:nvSpPr>
        <p:spPr>
          <a:xfrm>
            <a:off x="6548438" y="495300"/>
            <a:ext cx="414337" cy="876300"/>
          </a:xfrm>
          <a:custGeom>
            <a:avLst/>
            <a:gdLst>
              <a:gd name="csX0" fmla="*/ 414337 w 414337"/>
              <a:gd name="csY0" fmla="*/ 0 h 876300"/>
              <a:gd name="csX1" fmla="*/ 414337 w 414337"/>
              <a:gd name="csY1" fmla="*/ 614363 h 876300"/>
              <a:gd name="csX2" fmla="*/ 0 w 414337"/>
              <a:gd name="csY2" fmla="*/ 619125 h 876300"/>
              <a:gd name="csX3" fmla="*/ 0 w 414337"/>
              <a:gd name="csY3" fmla="*/ 876300 h 876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414337" h="876300">
                <a:moveTo>
                  <a:pt x="414337" y="0"/>
                </a:moveTo>
                <a:lnTo>
                  <a:pt x="414337" y="614363"/>
                </a:lnTo>
                <a:lnTo>
                  <a:pt x="0" y="619125"/>
                </a:lnTo>
                <a:lnTo>
                  <a:pt x="0" y="8763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E0C959AE-59D2-90D0-2083-B9AC0FFC355B}"/>
              </a:ext>
            </a:extLst>
          </p:cNvPr>
          <p:cNvSpPr/>
          <p:nvPr/>
        </p:nvSpPr>
        <p:spPr>
          <a:xfrm>
            <a:off x="5372100" y="1593850"/>
            <a:ext cx="558800" cy="0"/>
          </a:xfrm>
          <a:custGeom>
            <a:avLst/>
            <a:gdLst>
              <a:gd name="csX0" fmla="*/ 0 w 558800"/>
              <a:gd name="csY0" fmla="*/ 0 h 0"/>
              <a:gd name="csX1" fmla="*/ 558800 w 55880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8800">
                <a:moveTo>
                  <a:pt x="0" y="0"/>
                </a:moveTo>
                <a:lnTo>
                  <a:pt x="55880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4D53E8AC-AB91-5CF1-429E-27E0A770D717}"/>
              </a:ext>
            </a:extLst>
          </p:cNvPr>
          <p:cNvSpPr/>
          <p:nvPr/>
        </p:nvSpPr>
        <p:spPr>
          <a:xfrm>
            <a:off x="6765131" y="1590675"/>
            <a:ext cx="388144" cy="0"/>
          </a:xfrm>
          <a:custGeom>
            <a:avLst/>
            <a:gdLst>
              <a:gd name="csX0" fmla="*/ 0 w 388144"/>
              <a:gd name="csY0" fmla="*/ 0 h 0"/>
              <a:gd name="csX1" fmla="*/ 388144 w 38814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88144">
                <a:moveTo>
                  <a:pt x="0" y="0"/>
                </a:moveTo>
                <a:lnTo>
                  <a:pt x="38814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98E4A82-CCD8-F1F2-E6B4-670A38B4F68B}"/>
              </a:ext>
            </a:extLst>
          </p:cNvPr>
          <p:cNvSpPr/>
          <p:nvPr/>
        </p:nvSpPr>
        <p:spPr>
          <a:xfrm>
            <a:off x="8560595" y="1384217"/>
            <a:ext cx="815974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B9AF066A-0B42-AF6A-CBFA-D58989FBB329}"/>
              </a:ext>
            </a:extLst>
          </p:cNvPr>
          <p:cNvSpPr/>
          <p:nvPr/>
        </p:nvSpPr>
        <p:spPr>
          <a:xfrm>
            <a:off x="8001000" y="1590675"/>
            <a:ext cx="547688" cy="4763"/>
          </a:xfrm>
          <a:custGeom>
            <a:avLst/>
            <a:gdLst>
              <a:gd name="csX0" fmla="*/ 0 w 547688"/>
              <a:gd name="csY0" fmla="*/ 0 h 4763"/>
              <a:gd name="csX1" fmla="*/ 547688 w 547688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47688" h="4763">
                <a:moveTo>
                  <a:pt x="0" y="0"/>
                </a:moveTo>
                <a:lnTo>
                  <a:pt x="547688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B50B0E0-A6DA-532C-D511-ED3BE46356D2}"/>
              </a:ext>
            </a:extLst>
          </p:cNvPr>
          <p:cNvSpPr/>
          <p:nvPr/>
        </p:nvSpPr>
        <p:spPr>
          <a:xfrm>
            <a:off x="7165974" y="557923"/>
            <a:ext cx="831850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D2020441-6587-116F-86D0-132C8E9949F0}"/>
              </a:ext>
            </a:extLst>
          </p:cNvPr>
          <p:cNvSpPr/>
          <p:nvPr/>
        </p:nvSpPr>
        <p:spPr>
          <a:xfrm>
            <a:off x="7586663" y="976313"/>
            <a:ext cx="0" cy="400050"/>
          </a:xfrm>
          <a:custGeom>
            <a:avLst/>
            <a:gdLst>
              <a:gd name="csX0" fmla="*/ 0 w 0"/>
              <a:gd name="csY0" fmla="*/ 400050 h 400050"/>
              <a:gd name="csX1" fmla="*/ 0 w 0"/>
              <a:gd name="csY1" fmla="*/ 0 h 4000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050">
                <a:moveTo>
                  <a:pt x="0" y="400050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74E9E1B-BE09-CBB6-20C2-A1A951DB5E08}"/>
              </a:ext>
            </a:extLst>
          </p:cNvPr>
          <p:cNvSpPr/>
          <p:nvPr/>
        </p:nvSpPr>
        <p:spPr>
          <a:xfrm>
            <a:off x="8283250" y="557923"/>
            <a:ext cx="815974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204BE72-6D70-A49F-4DAB-135F051525BF}"/>
              </a:ext>
            </a:extLst>
          </p:cNvPr>
          <p:cNvSpPr/>
          <p:nvPr/>
        </p:nvSpPr>
        <p:spPr>
          <a:xfrm>
            <a:off x="7173119" y="1387475"/>
            <a:ext cx="815974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0365934C-8A07-372A-4C22-BE59633DC0EB}"/>
              </a:ext>
            </a:extLst>
          </p:cNvPr>
          <p:cNvSpPr/>
          <p:nvPr/>
        </p:nvSpPr>
        <p:spPr>
          <a:xfrm>
            <a:off x="7835900" y="971550"/>
            <a:ext cx="863600" cy="406400"/>
          </a:xfrm>
          <a:custGeom>
            <a:avLst/>
            <a:gdLst>
              <a:gd name="csX0" fmla="*/ 857250 w 863600"/>
              <a:gd name="csY0" fmla="*/ 0 h 406400"/>
              <a:gd name="csX1" fmla="*/ 863600 w 863600"/>
              <a:gd name="csY1" fmla="*/ 133350 h 406400"/>
              <a:gd name="csX2" fmla="*/ 0 w 863600"/>
              <a:gd name="csY2" fmla="*/ 127000 h 406400"/>
              <a:gd name="csX3" fmla="*/ 0 w 863600"/>
              <a:gd name="csY3" fmla="*/ 406400 h 406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63600" h="406400">
                <a:moveTo>
                  <a:pt x="857250" y="0"/>
                </a:moveTo>
                <a:lnTo>
                  <a:pt x="863600" y="133350"/>
                </a:lnTo>
                <a:lnTo>
                  <a:pt x="0" y="127000"/>
                </a:lnTo>
                <a:lnTo>
                  <a:pt x="0" y="4064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8B60AF4-E708-07B3-78D9-F16EA14CC064}"/>
              </a:ext>
            </a:extLst>
          </p:cNvPr>
          <p:cNvSpPr/>
          <p:nvPr/>
        </p:nvSpPr>
        <p:spPr>
          <a:xfrm>
            <a:off x="4547393" y="2070017"/>
            <a:ext cx="822325" cy="41124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825F0D02-5FDE-A2F7-266A-EBF2F4FD4114}"/>
              </a:ext>
            </a:extLst>
          </p:cNvPr>
          <p:cNvSpPr/>
          <p:nvPr/>
        </p:nvSpPr>
        <p:spPr>
          <a:xfrm>
            <a:off x="4405313" y="1943100"/>
            <a:ext cx="338137" cy="342900"/>
          </a:xfrm>
          <a:custGeom>
            <a:avLst/>
            <a:gdLst>
              <a:gd name="csX0" fmla="*/ 338137 w 338137"/>
              <a:gd name="csY0" fmla="*/ 119063 h 342900"/>
              <a:gd name="csX1" fmla="*/ 338137 w 338137"/>
              <a:gd name="csY1" fmla="*/ 0 h 342900"/>
              <a:gd name="csX2" fmla="*/ 0 w 338137"/>
              <a:gd name="csY2" fmla="*/ 0 h 342900"/>
              <a:gd name="csX3" fmla="*/ 0 w 338137"/>
              <a:gd name="csY3" fmla="*/ 342900 h 342900"/>
              <a:gd name="csX4" fmla="*/ 123825 w 338137"/>
              <a:gd name="csY4" fmla="*/ 342900 h 342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38137" h="342900">
                <a:moveTo>
                  <a:pt x="338137" y="119063"/>
                </a:moveTo>
                <a:lnTo>
                  <a:pt x="338137" y="0"/>
                </a:lnTo>
                <a:lnTo>
                  <a:pt x="0" y="0"/>
                </a:lnTo>
                <a:lnTo>
                  <a:pt x="0" y="342900"/>
                </a:lnTo>
                <a:lnTo>
                  <a:pt x="123825" y="342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EE70F07-CC64-C642-7D59-515984ED780C}"/>
              </a:ext>
            </a:extLst>
          </p:cNvPr>
          <p:cNvSpPr/>
          <p:nvPr/>
        </p:nvSpPr>
        <p:spPr>
          <a:xfrm>
            <a:off x="4548981" y="1384217"/>
            <a:ext cx="820735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978CA7F0-6D87-FC30-B39F-FF684D5FAACD}"/>
              </a:ext>
            </a:extLst>
          </p:cNvPr>
          <p:cNvSpPr/>
          <p:nvPr/>
        </p:nvSpPr>
        <p:spPr>
          <a:xfrm>
            <a:off x="4957763" y="1804988"/>
            <a:ext cx="0" cy="261937"/>
          </a:xfrm>
          <a:custGeom>
            <a:avLst/>
            <a:gdLst>
              <a:gd name="csX0" fmla="*/ 0 w 0"/>
              <a:gd name="csY0" fmla="*/ 261937 h 261937"/>
              <a:gd name="csX1" fmla="*/ 0 w 0"/>
              <a:gd name="csY1" fmla="*/ 0 h 26193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61937">
                <a:moveTo>
                  <a:pt x="0" y="26193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3CD40DB-183C-A88E-998C-C2010ADFEE47}"/>
              </a:ext>
            </a:extLst>
          </p:cNvPr>
          <p:cNvSpPr/>
          <p:nvPr/>
        </p:nvSpPr>
        <p:spPr>
          <a:xfrm>
            <a:off x="5923761" y="1384217"/>
            <a:ext cx="829463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F3A8ED02-1027-9A54-6011-F5ACAC00C8A2}"/>
              </a:ext>
            </a:extLst>
          </p:cNvPr>
          <p:cNvSpPr/>
          <p:nvPr/>
        </p:nvSpPr>
        <p:spPr>
          <a:xfrm>
            <a:off x="5381625" y="1804988"/>
            <a:ext cx="747713" cy="481012"/>
          </a:xfrm>
          <a:custGeom>
            <a:avLst/>
            <a:gdLst>
              <a:gd name="csX0" fmla="*/ 747713 w 747713"/>
              <a:gd name="csY0" fmla="*/ 0 h 481012"/>
              <a:gd name="csX1" fmla="*/ 742950 w 747713"/>
              <a:gd name="csY1" fmla="*/ 481012 h 481012"/>
              <a:gd name="csX2" fmla="*/ 0 w 747713"/>
              <a:gd name="csY2" fmla="*/ 481012 h 4810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47713" h="481012">
                <a:moveTo>
                  <a:pt x="747713" y="0"/>
                </a:moveTo>
                <a:cubicBezTo>
                  <a:pt x="746125" y="160337"/>
                  <a:pt x="744538" y="320675"/>
                  <a:pt x="742950" y="481012"/>
                </a:cubicBezTo>
                <a:lnTo>
                  <a:pt x="0" y="4810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D6DCB61-B904-B5C8-20F2-D66CF997A044}"/>
              </a:ext>
            </a:extLst>
          </p:cNvPr>
          <p:cNvSpPr/>
          <p:nvPr/>
        </p:nvSpPr>
        <p:spPr>
          <a:xfrm>
            <a:off x="3100742" y="557923"/>
            <a:ext cx="815974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19672C24-F747-44D1-FDD6-A16E3FB3E558}"/>
              </a:ext>
            </a:extLst>
          </p:cNvPr>
          <p:cNvSpPr/>
          <p:nvPr/>
        </p:nvSpPr>
        <p:spPr>
          <a:xfrm>
            <a:off x="3919538" y="762000"/>
            <a:ext cx="614362" cy="1628775"/>
          </a:xfrm>
          <a:custGeom>
            <a:avLst/>
            <a:gdLst>
              <a:gd name="csX0" fmla="*/ 0 w 614362"/>
              <a:gd name="csY0" fmla="*/ 0 h 1628775"/>
              <a:gd name="csX1" fmla="*/ 309562 w 614362"/>
              <a:gd name="csY1" fmla="*/ 0 h 1628775"/>
              <a:gd name="csX2" fmla="*/ 304800 w 614362"/>
              <a:gd name="csY2" fmla="*/ 1628775 h 1628775"/>
              <a:gd name="csX3" fmla="*/ 614362 w 614362"/>
              <a:gd name="csY3" fmla="*/ 1628775 h 16287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614362" h="1628775">
                <a:moveTo>
                  <a:pt x="0" y="0"/>
                </a:moveTo>
                <a:lnTo>
                  <a:pt x="309562" y="0"/>
                </a:lnTo>
                <a:cubicBezTo>
                  <a:pt x="307975" y="542925"/>
                  <a:pt x="306387" y="1085850"/>
                  <a:pt x="304800" y="1628775"/>
                </a:cubicBezTo>
                <a:lnTo>
                  <a:pt x="614362" y="1628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4225342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8DAAEB-E6F3-D866-DEE4-721D3D9BC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6987AA-C250-AFCC-B2B0-F91CACCF5A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000" b="1" dirty="0"/>
              <a:t>- </a:t>
            </a:r>
            <a:r>
              <a:rPr lang="en-US" altLang="zh-CN" sz="4000" b="1" dirty="0"/>
              <a:t>Information</a:t>
            </a:r>
            <a:r>
              <a:rPr lang="en-US" sz="4000" b="1" dirty="0"/>
              <a:t> Layer </a:t>
            </a:r>
            <a:r>
              <a:rPr lang="en-US" sz="4000" b="1"/>
              <a:t>- 13</a:t>
            </a:r>
            <a:endParaRPr lang="en-US" sz="4800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DBD09F9-8DEA-317D-9DF3-9D31F2EE0FBD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086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C1C8E9D-8DEE-E280-8E42-70C7928198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976" y="1809671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2A1C46A-6023-04DC-BDDB-C03A9AC295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60CA48C-551B-55A1-DB18-9EBE63CABE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DA838FC-5FBD-CD48-DF82-660D79A5327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D878D4B-AFFE-2E54-755B-2D7218F823B6}"/>
              </a:ext>
            </a:extLst>
          </p:cNvPr>
          <p:cNvSpPr/>
          <p:nvPr/>
        </p:nvSpPr>
        <p:spPr>
          <a:xfrm>
            <a:off x="4392912" y="1959140"/>
            <a:ext cx="1937550" cy="1547735"/>
          </a:xfrm>
          <a:prstGeom prst="roundRect">
            <a:avLst>
              <a:gd name="adj" fmla="val 6916"/>
            </a:avLst>
          </a:prstGeom>
          <a:solidFill>
            <a:srgbClr val="00B050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1EE4E33-6C1B-2A23-4BDF-6B0D77E94A38}"/>
              </a:ext>
            </a:extLst>
          </p:cNvPr>
          <p:cNvSpPr/>
          <p:nvPr/>
        </p:nvSpPr>
        <p:spPr>
          <a:xfrm>
            <a:off x="937977" y="2089768"/>
            <a:ext cx="1937550" cy="1547735"/>
          </a:xfrm>
          <a:prstGeom prst="roundRect">
            <a:avLst>
              <a:gd name="adj" fmla="val 6916"/>
            </a:avLst>
          </a:prstGeom>
          <a:solidFill>
            <a:srgbClr val="00B050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1279885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bstract design">
            <a:extLst>
              <a:ext uri="{FF2B5EF4-FFF2-40B4-BE49-F238E27FC236}">
                <a16:creationId xmlns:a16="http://schemas.microsoft.com/office/drawing/2014/main" id="{6D363037-1741-4470-A023-883E2FFD584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18308" r="6818" b="2872"/>
          <a:stretch/>
        </p:blipFill>
        <p:spPr>
          <a:xfrm flipH="1">
            <a:off x="20" y="10"/>
            <a:ext cx="12191980" cy="6857990"/>
          </a:xfrm>
          <a:prstGeom prst="rect">
            <a:avLst/>
          </a:prstGeom>
        </p:spPr>
      </p:pic>
      <p:sp>
        <p:nvSpPr>
          <p:cNvPr id="12" name="Title 11">
            <a:extLst>
              <a:ext uri="{FF2B5EF4-FFF2-40B4-BE49-F238E27FC236}">
                <a16:creationId xmlns:a16="http://schemas.microsoft.com/office/drawing/2014/main" id="{970C361B-D32E-42E0-A41E-86C3D9AC88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>
            <a:normAutofit/>
          </a:bodyPr>
          <a:lstStyle/>
          <a:p>
            <a:r>
              <a:rPr lang="en-US" dirty="0"/>
              <a:t>Thank You!</a:t>
            </a:r>
            <a:endParaRPr lang="ru-RU" dirty="0"/>
          </a:p>
        </p:txBody>
      </p:sp>
      <p:sp>
        <p:nvSpPr>
          <p:cNvPr id="13" name="Subtitle 12">
            <a:extLst>
              <a:ext uri="{FF2B5EF4-FFF2-40B4-BE49-F238E27FC236}">
                <a16:creationId xmlns:a16="http://schemas.microsoft.com/office/drawing/2014/main" id="{336E726C-3DE4-41AA-88A0-C92B0C3416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>
            <a:normAutofit/>
          </a:bodyPr>
          <a:lstStyle/>
          <a:p>
            <a:r>
              <a:rPr lang="en-US" dirty="0"/>
              <a:t>someone@Example.com</a:t>
            </a:r>
            <a:endParaRPr lang="ru-RU" dirty="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318E9D62-7BA3-4D5E-8915-0D0E8661E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011F562-7C5B-B39E-2FF0-681E86D50F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0767980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95D8EB-1B57-F949-6324-EA909E773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bstract design">
            <a:extLst>
              <a:ext uri="{FF2B5EF4-FFF2-40B4-BE49-F238E27FC236}">
                <a16:creationId xmlns:a16="http://schemas.microsoft.com/office/drawing/2014/main" id="{0CC65742-9381-1EA2-4D6C-193BFD5DDFB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18308" r="6818" b="2872"/>
          <a:stretch/>
        </p:blipFill>
        <p:spPr>
          <a:xfrm flipH="1">
            <a:off x="20" y="10"/>
            <a:ext cx="12191980" cy="6857990"/>
          </a:xfrm>
          <a:prstGeom prst="rect">
            <a:avLst/>
          </a:prstGeom>
        </p:spPr>
      </p:pic>
      <p:sp>
        <p:nvSpPr>
          <p:cNvPr id="57" name="Rectangle 56">
            <a:extLst>
              <a:ext uri="{FF2B5EF4-FFF2-40B4-BE49-F238E27FC236}">
                <a16:creationId xmlns:a16="http://schemas.microsoft.com/office/drawing/2014/main" id="{CEAF7774-7FB1-B401-8B27-E4F422E97D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ED794F3-C099-EDA5-1737-838D45303D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3301E0F-1B7D-8DE1-553A-C403733C32D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6820" y="682228"/>
            <a:ext cx="11450654" cy="5938693"/>
          </a:xfrm>
          <a:prstGeom prst="rect">
            <a:avLst/>
          </a:prstGeom>
        </p:spPr>
      </p:pic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640100E6-0A45-DB37-1CF9-DA2B1B822A50}"/>
              </a:ext>
            </a:extLst>
          </p:cNvPr>
          <p:cNvSpPr/>
          <p:nvPr/>
        </p:nvSpPr>
        <p:spPr>
          <a:xfrm>
            <a:off x="3195138" y="4036846"/>
            <a:ext cx="1520700" cy="932380"/>
          </a:xfrm>
          <a:prstGeom prst="roundRect">
            <a:avLst/>
          </a:prstGeom>
          <a:solidFill>
            <a:srgbClr val="ACD433"/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29132DDC-D95C-69A7-1076-ACE57078F6D5}"/>
              </a:ext>
            </a:extLst>
          </p:cNvPr>
          <p:cNvSpPr/>
          <p:nvPr/>
        </p:nvSpPr>
        <p:spPr>
          <a:xfrm>
            <a:off x="4818455" y="4036846"/>
            <a:ext cx="1520700" cy="932380"/>
          </a:xfrm>
          <a:prstGeom prst="roundRect">
            <a:avLst/>
          </a:prstGeom>
          <a:solidFill>
            <a:srgbClr val="000000">
              <a:alpha val="50196"/>
            </a:srgb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378D27C0-0B91-254A-0C72-003E0DCE2D6A}"/>
              </a:ext>
            </a:extLst>
          </p:cNvPr>
          <p:cNvSpPr/>
          <p:nvPr/>
        </p:nvSpPr>
        <p:spPr>
          <a:xfrm>
            <a:off x="6441772" y="4036846"/>
            <a:ext cx="1520700" cy="932380"/>
          </a:xfrm>
          <a:prstGeom prst="roundRect">
            <a:avLst/>
          </a:prstGeom>
          <a:solidFill>
            <a:srgbClr val="000000">
              <a:alpha val="50196"/>
            </a:srgb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79D0A1F5-752A-6984-2A37-236267F3554F}"/>
              </a:ext>
            </a:extLst>
          </p:cNvPr>
          <p:cNvSpPr/>
          <p:nvPr/>
        </p:nvSpPr>
        <p:spPr>
          <a:xfrm>
            <a:off x="8065089" y="4036846"/>
            <a:ext cx="1520700" cy="932380"/>
          </a:xfrm>
          <a:prstGeom prst="roundRect">
            <a:avLst/>
          </a:prstGeom>
          <a:solidFill>
            <a:srgbClr val="000000">
              <a:alpha val="50196"/>
            </a:srgb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58871773-2478-EAE4-9840-1975BC6BB676}"/>
              </a:ext>
            </a:extLst>
          </p:cNvPr>
          <p:cNvSpPr/>
          <p:nvPr/>
        </p:nvSpPr>
        <p:spPr>
          <a:xfrm>
            <a:off x="3195137" y="5064262"/>
            <a:ext cx="6390651" cy="932380"/>
          </a:xfrm>
          <a:prstGeom prst="roundRect">
            <a:avLst/>
          </a:prstGeom>
          <a:solidFill>
            <a:srgbClr val="000000">
              <a:alpha val="50196"/>
            </a:srgb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6806116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06A790-8DF9-90BA-C4DF-D922FE6AF5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bstract design">
            <a:extLst>
              <a:ext uri="{FF2B5EF4-FFF2-40B4-BE49-F238E27FC236}">
                <a16:creationId xmlns:a16="http://schemas.microsoft.com/office/drawing/2014/main" id="{24B2132E-3AAA-46D2-5320-603A8B5385E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18308" r="6818" b="2872"/>
          <a:stretch/>
        </p:blipFill>
        <p:spPr>
          <a:xfrm flipH="1">
            <a:off x="20" y="10"/>
            <a:ext cx="12191980" cy="685799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4BA21EA-3496-D003-E631-024C9CA746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3E809E77-EF85-BD22-3DBF-EDA1B26265D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6820" y="682228"/>
            <a:ext cx="11450654" cy="5938693"/>
          </a:xfrm>
          <a:prstGeom prst="rect">
            <a:avLst/>
          </a:prstGeom>
        </p:spPr>
      </p:pic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FD32289F-C329-3672-7113-B82915A2C88B}"/>
              </a:ext>
            </a:extLst>
          </p:cNvPr>
          <p:cNvSpPr/>
          <p:nvPr/>
        </p:nvSpPr>
        <p:spPr>
          <a:xfrm>
            <a:off x="3195138" y="4036846"/>
            <a:ext cx="1520700" cy="932380"/>
          </a:xfrm>
          <a:prstGeom prst="roundRect">
            <a:avLst/>
          </a:prstGeom>
          <a:solidFill>
            <a:srgbClr val="000000">
              <a:alpha val="50196"/>
            </a:srgb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85CF95CF-57D6-0858-621E-50519CC39EF2}"/>
              </a:ext>
            </a:extLst>
          </p:cNvPr>
          <p:cNvSpPr/>
          <p:nvPr/>
        </p:nvSpPr>
        <p:spPr>
          <a:xfrm>
            <a:off x="4818455" y="4036846"/>
            <a:ext cx="1520700" cy="932380"/>
          </a:xfrm>
          <a:prstGeom prst="roundRect">
            <a:avLst/>
          </a:prstGeom>
          <a:solidFill>
            <a:srgbClr val="ACD433"/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8F212F4D-EF3E-3038-9947-445BE814523C}"/>
              </a:ext>
            </a:extLst>
          </p:cNvPr>
          <p:cNvSpPr/>
          <p:nvPr/>
        </p:nvSpPr>
        <p:spPr>
          <a:xfrm>
            <a:off x="6441772" y="4036846"/>
            <a:ext cx="1520700" cy="932380"/>
          </a:xfrm>
          <a:prstGeom prst="roundRect">
            <a:avLst/>
          </a:prstGeom>
          <a:solidFill>
            <a:srgbClr val="000000">
              <a:alpha val="50196"/>
            </a:srgb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3147CDFB-0F92-4C04-8784-19394A40FC58}"/>
              </a:ext>
            </a:extLst>
          </p:cNvPr>
          <p:cNvSpPr/>
          <p:nvPr/>
        </p:nvSpPr>
        <p:spPr>
          <a:xfrm>
            <a:off x="8065089" y="4036846"/>
            <a:ext cx="1520700" cy="932380"/>
          </a:xfrm>
          <a:prstGeom prst="roundRect">
            <a:avLst/>
          </a:prstGeom>
          <a:solidFill>
            <a:srgbClr val="000000">
              <a:alpha val="50196"/>
            </a:srgb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56CCB1B6-2274-FC1F-02FC-E2056AF89882}"/>
              </a:ext>
            </a:extLst>
          </p:cNvPr>
          <p:cNvSpPr/>
          <p:nvPr/>
        </p:nvSpPr>
        <p:spPr>
          <a:xfrm>
            <a:off x="3195137" y="5064262"/>
            <a:ext cx="6390651" cy="932380"/>
          </a:xfrm>
          <a:prstGeom prst="roundRect">
            <a:avLst/>
          </a:prstGeom>
          <a:solidFill>
            <a:srgbClr val="000000">
              <a:alpha val="50196"/>
            </a:srgb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3720985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0E5580"/>
      </a:dk2>
      <a:lt2>
        <a:srgbClr val="EBEBEB"/>
      </a:lt2>
      <a:accent1>
        <a:srgbClr val="ACD433"/>
      </a:accent1>
      <a:accent2>
        <a:srgbClr val="E6C133"/>
      </a:accent2>
      <a:accent3>
        <a:srgbClr val="EF7A24"/>
      </a:accent3>
      <a:accent4>
        <a:srgbClr val="5AA0F5"/>
      </a:accent4>
      <a:accent5>
        <a:srgbClr val="75CEEC"/>
      </a:accent5>
      <a:accent6>
        <a:srgbClr val="65D6A0"/>
      </a:accent6>
      <a:hlink>
        <a:srgbClr val="C4E46E"/>
      </a:hlink>
      <a:folHlink>
        <a:srgbClr val="BDE0F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2000"/>
                <a:hueMod val="96000"/>
                <a:satMod val="128000"/>
                <a:lumMod val="114000"/>
              </a:schemeClr>
            </a:gs>
            <a:gs pos="100000">
              <a:schemeClr val="phClr">
                <a:shade val="62000"/>
                <a:hueMod val="100000"/>
                <a:satMod val="13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2000"/>
                <a:hueMod val="108000"/>
                <a:satMod val="164000"/>
                <a:lumMod val="69000"/>
              </a:schemeClr>
              <a:schemeClr val="phClr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78884036_DIGITAL ION DESIGN_SL_V1.pptx" id="{AD58A1CE-E9E9-4C2E-83A0-65FD4522F93A}" vid="{1E9553B9-AA04-4A15-9836-1E066825781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93813dd7ca6ad654711aa0ab317e03a3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f11dc0ce689dd3925e84e4e35398c6e7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CC30393A-FEC6-4A44-9E4A-6EA49F1F7DC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0D16958A-754B-4396-9457-FD7A427A37D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48C88F1-1664-415F-AFCE-F6CF45809817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docMetadata/LabelInfo.xml><?xml version="1.0" encoding="utf-8"?>
<clbl:labelList xmlns:clbl="http://schemas.microsoft.com/office/2020/mipLabelMetadata">
  <clbl:label id="{19540963-e559-4020-8a90-fe8a502c2801}" enabled="1" method="Standard" siteId="{f25493ae-1c98-41d7-8a33-0be75f5fe603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Digital design</Template>
  <TotalTime>27404</TotalTime>
  <Words>1417</Words>
  <Application>Microsoft Office PowerPoint</Application>
  <PresentationFormat>Widescreen</PresentationFormat>
  <Paragraphs>308</Paragraphs>
  <Slides>163</Slides>
  <Notes>59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163</vt:i4>
      </vt:variant>
    </vt:vector>
  </HeadingPairs>
  <TitlesOfParts>
    <vt:vector size="167" baseType="lpstr">
      <vt:lpstr>Calibri</vt:lpstr>
      <vt:lpstr>Century Gothic</vt:lpstr>
      <vt:lpstr>Wingdings 3</vt:lpstr>
      <vt:lpstr>Ion</vt:lpstr>
      <vt:lpstr>Master EAS Meta-Model in Ontology &amp; Graph Perspective</vt:lpstr>
      <vt:lpstr>What is Metamodel?</vt:lpstr>
      <vt:lpstr>Understanding EAS Metamodel</vt:lpstr>
      <vt:lpstr>Metamodel in Reference EA Frameworks</vt:lpstr>
      <vt:lpstr>Setup Modeling Environment - Essential Open Source EA Tool</vt:lpstr>
      <vt:lpstr>Setup Modeling Environment - Protégé &amp; Neo4j</vt:lpstr>
      <vt:lpstr>Essential EA Meta-Model - Business Layer - 01 </vt:lpstr>
      <vt:lpstr>Essential EA Meta-Model - Business Conceptual - 02 </vt:lpstr>
      <vt:lpstr>Essential EA Meta-Model - Business Layer - 03 </vt:lpstr>
      <vt:lpstr>Essential EA Meta-Model - Business Layer - 04 </vt:lpstr>
      <vt:lpstr>Essential EA Meta-Model - Business Layer - 05 </vt:lpstr>
      <vt:lpstr>PowerPoint Presentation</vt:lpstr>
      <vt:lpstr>Essential EA Meta-Model - Business Layer - 06 </vt:lpstr>
      <vt:lpstr>PowerPoint Presentation</vt:lpstr>
      <vt:lpstr>Essential EA Meta-Model - Business Layer - 07 </vt:lpstr>
      <vt:lpstr>PowerPoint Presentation</vt:lpstr>
      <vt:lpstr>Essential EA Meta-Model - Business Layer - 08 </vt:lpstr>
      <vt:lpstr>PowerPoint Presentation</vt:lpstr>
      <vt:lpstr>Essential EA Meta-Model - Business Layer - 09 </vt:lpstr>
      <vt:lpstr>PowerPoint Presentation</vt:lpstr>
      <vt:lpstr>Essential EA Meta-Model - Business Layer - 10 </vt:lpstr>
      <vt:lpstr>PowerPoint Presentation</vt:lpstr>
      <vt:lpstr>Essential EA Meta-Model - Business Layer - 11 </vt:lpstr>
      <vt:lpstr>PowerPoint Presentation</vt:lpstr>
      <vt:lpstr>Essential EA Meta-Model - Business Layer - 12 </vt:lpstr>
      <vt:lpstr>PowerPoint Presentation</vt:lpstr>
      <vt:lpstr>Essential EA Meta-Model - Business Layer - 13 </vt:lpstr>
      <vt:lpstr>PowerPoint Presentation</vt:lpstr>
      <vt:lpstr>Essential EA Meta-Model - Business Layer - 14</vt:lpstr>
      <vt:lpstr>PowerPoint Presentation</vt:lpstr>
      <vt:lpstr>Essential EA Meta-Model - Business Layer - 15</vt:lpstr>
      <vt:lpstr>PowerPoint Presentation</vt:lpstr>
      <vt:lpstr>Essential EA Meta-Model - Business Layer - 16</vt:lpstr>
      <vt:lpstr>PowerPoint Presentation</vt:lpstr>
      <vt:lpstr>Essential EA Meta-Model - Business Layer - 17</vt:lpstr>
      <vt:lpstr>PowerPoint Presentation</vt:lpstr>
      <vt:lpstr>Essential EA Meta-Model - Business Layer - 18</vt:lpstr>
      <vt:lpstr>PowerPoint Presentation</vt:lpstr>
      <vt:lpstr>Essential EA Meta-Model - Business Layer - 19</vt:lpstr>
      <vt:lpstr>PowerPoint Presentation</vt:lpstr>
      <vt:lpstr>Essential EA Meta-Model - Business Layer - 20</vt:lpstr>
      <vt:lpstr>PowerPoint Presentation</vt:lpstr>
      <vt:lpstr>Essential EA Meta-Model - Business Layer - 21</vt:lpstr>
      <vt:lpstr>PowerPoint Presentation</vt:lpstr>
      <vt:lpstr>Essential EA Meta-Model - Business Layer - 22</vt:lpstr>
      <vt:lpstr>PowerPoint Presentation</vt:lpstr>
      <vt:lpstr>Essential EA Meta-Model - Business Layer - 23</vt:lpstr>
      <vt:lpstr>PowerPoint Presentation</vt:lpstr>
      <vt:lpstr>Essential EA Meta-Model - Business Layer - 24</vt:lpstr>
      <vt:lpstr>PowerPoint Presentation</vt:lpstr>
      <vt:lpstr>Essential EA Meta-Model - Business Layer - 25</vt:lpstr>
      <vt:lpstr>PowerPoint Presentation</vt:lpstr>
      <vt:lpstr>Essential EA Meta-Model - Business Layer - 26</vt:lpstr>
      <vt:lpstr>PowerPoint Presentation</vt:lpstr>
      <vt:lpstr>Essential EA Meta-Model - Business Layer - Summary</vt:lpstr>
      <vt:lpstr>PowerPoint Presentation</vt:lpstr>
      <vt:lpstr>Essential EA Meta-Model - Application Layer - 01</vt:lpstr>
      <vt:lpstr>PowerPoint Presentation</vt:lpstr>
      <vt:lpstr>Essential EA Meta-Model - Application Layer - 02</vt:lpstr>
      <vt:lpstr>PowerPoint Presentation</vt:lpstr>
      <vt:lpstr>Essential EA Meta-Model - Application Layer - 03</vt:lpstr>
      <vt:lpstr>PowerPoint Presentation</vt:lpstr>
      <vt:lpstr>Essential EA Meta-Model - Application Layer - 04</vt:lpstr>
      <vt:lpstr>PowerPoint Presentation</vt:lpstr>
      <vt:lpstr>Essential EA Meta-Model - Application Layer - 05</vt:lpstr>
      <vt:lpstr>PowerPoint Presentation</vt:lpstr>
      <vt:lpstr>Essential EA Meta-Model - Application Layer - 06</vt:lpstr>
      <vt:lpstr>PowerPoint Presentation</vt:lpstr>
      <vt:lpstr>Essential EA Meta-Model - Application Layer - 07</vt:lpstr>
      <vt:lpstr>PowerPoint Presentation</vt:lpstr>
      <vt:lpstr>Essential EA Meta-Model - Application Layer - 08</vt:lpstr>
      <vt:lpstr>PowerPoint Presentation</vt:lpstr>
      <vt:lpstr>Essential EA Meta-Model - Application Layer - 09</vt:lpstr>
      <vt:lpstr>PowerPoint Presentation</vt:lpstr>
      <vt:lpstr>Essential EA Meta-Model - Application Layer - 10</vt:lpstr>
      <vt:lpstr>PowerPoint Presentation</vt:lpstr>
      <vt:lpstr>Essential EA Meta-Model - Application Layer - 11</vt:lpstr>
      <vt:lpstr>PowerPoint Presentation</vt:lpstr>
      <vt:lpstr>Essential EA Meta-Model - Application Layer - 12</vt:lpstr>
      <vt:lpstr>PowerPoint Presentation</vt:lpstr>
      <vt:lpstr>Essential EA Meta-Model - Application Layer - 13</vt:lpstr>
      <vt:lpstr>PowerPoint Presentation</vt:lpstr>
      <vt:lpstr>Essential EA Meta-Model - Application Layer - 14</vt:lpstr>
      <vt:lpstr>PowerPoint Presentation</vt:lpstr>
      <vt:lpstr>Essential EA Meta-Model - Application Layer - 15</vt:lpstr>
      <vt:lpstr>PowerPoint Presentation</vt:lpstr>
      <vt:lpstr>Essential EA Meta-Model - Application Layer - 16</vt:lpstr>
      <vt:lpstr>PowerPoint Presentation</vt:lpstr>
      <vt:lpstr>Essential EA Meta-Model - Application Layer - 17</vt:lpstr>
      <vt:lpstr>PowerPoint Presentation</vt:lpstr>
      <vt:lpstr>Essential EA Meta-Model - Application Layer - 18</vt:lpstr>
      <vt:lpstr>PowerPoint Presentation</vt:lpstr>
      <vt:lpstr>Essential EA Meta-Model - Application Layer - 19</vt:lpstr>
      <vt:lpstr>PowerPoint Presentation</vt:lpstr>
      <vt:lpstr>Essential EA Meta-Model - Application Layer - 20</vt:lpstr>
      <vt:lpstr>PowerPoint Presentation</vt:lpstr>
      <vt:lpstr>Essential EA Meta-Model - Application Layer - 21</vt:lpstr>
      <vt:lpstr>PowerPoint Presentation</vt:lpstr>
      <vt:lpstr>Essential EA Meta-Model - Application Layer - 22</vt:lpstr>
      <vt:lpstr>PowerPoint Presentation</vt:lpstr>
      <vt:lpstr>Essential EA Meta-Model - Application Layer - 23</vt:lpstr>
      <vt:lpstr>PowerPoint Presentation</vt:lpstr>
      <vt:lpstr>Essential EA Meta-Model - Application Layer - 24</vt:lpstr>
      <vt:lpstr>PowerPoint Presentation</vt:lpstr>
      <vt:lpstr>Essential EA Meta-Model - Application Layer - 25</vt:lpstr>
      <vt:lpstr>PowerPoint Presentation</vt:lpstr>
      <vt:lpstr>Essential EA Meta-Model - Application Layer - 26</vt:lpstr>
      <vt:lpstr>PowerPoint Presentation</vt:lpstr>
      <vt:lpstr>Essential EA Meta-Model - Application Layer - 27</vt:lpstr>
      <vt:lpstr>PowerPoint Presentation</vt:lpstr>
      <vt:lpstr>Essential EA Meta-Model - Application Layer - 28</vt:lpstr>
      <vt:lpstr>PowerPoint Presentation</vt:lpstr>
      <vt:lpstr>Essential EA Meta-Model - Application Layer - 29</vt:lpstr>
      <vt:lpstr>PowerPoint Presentation</vt:lpstr>
      <vt:lpstr>Essential EA Meta-Model - Application Layer - 30</vt:lpstr>
      <vt:lpstr>PowerPoint Presentation</vt:lpstr>
      <vt:lpstr>Essential EA Meta-Model - Application Layer - 31</vt:lpstr>
      <vt:lpstr>PowerPoint Presentation</vt:lpstr>
      <vt:lpstr>Essential EA Meta-Model - Application Layer - 32</vt:lpstr>
      <vt:lpstr>PowerPoint Presentation</vt:lpstr>
      <vt:lpstr>Essential EA Meta-Model - Application Layer - 33</vt:lpstr>
      <vt:lpstr>PowerPoint Presentation</vt:lpstr>
      <vt:lpstr>Essential EA Meta-Model - Application Layer - 34</vt:lpstr>
      <vt:lpstr>PowerPoint Presentation</vt:lpstr>
      <vt:lpstr>Essential EA Meta-Model - Application Layer - 35</vt:lpstr>
      <vt:lpstr>PowerPoint Presentation</vt:lpstr>
      <vt:lpstr>Essential EA Meta-Model - Application Layer - 36</vt:lpstr>
      <vt:lpstr>PowerPoint Presentation</vt:lpstr>
      <vt:lpstr>Essential EA Meta-Model - Application Layer - 37</vt:lpstr>
      <vt:lpstr>PowerPoint Presentation</vt:lpstr>
      <vt:lpstr>Essential EA Meta-Model - Application Layer - 38</vt:lpstr>
      <vt:lpstr>PowerPoint Presentation</vt:lpstr>
      <vt:lpstr>Essential EA Meta-Model - Application Layer - Summary</vt:lpstr>
      <vt:lpstr>Essential EA Meta-Model - Information Layer - Opening</vt:lpstr>
      <vt:lpstr>PowerPoint Presentation</vt:lpstr>
      <vt:lpstr>Essential EA Meta-Model - Information Layer - 01</vt:lpstr>
      <vt:lpstr>PowerPoint Presentation</vt:lpstr>
      <vt:lpstr>Essential EA Meta-Model - Information Layer - 02</vt:lpstr>
      <vt:lpstr>PowerPoint Presentation</vt:lpstr>
      <vt:lpstr>Essential EA Meta-Model - Information Layer - 03</vt:lpstr>
      <vt:lpstr>PowerPoint Presentation</vt:lpstr>
      <vt:lpstr>Essential EA Meta-Model - Information Layer - 04</vt:lpstr>
      <vt:lpstr>PowerPoint Presentation</vt:lpstr>
      <vt:lpstr>Essential EA Meta-Model - Information Layer - 05</vt:lpstr>
      <vt:lpstr>PowerPoint Presentation</vt:lpstr>
      <vt:lpstr>Essential EA Meta-Model - Information Layer - 06</vt:lpstr>
      <vt:lpstr>PowerPoint Presentation</vt:lpstr>
      <vt:lpstr>Essential EA Meta-Model - Information Layer - 07</vt:lpstr>
      <vt:lpstr>PowerPoint Presentation</vt:lpstr>
      <vt:lpstr>Essential EA Meta-Model - Information Layer - 08</vt:lpstr>
      <vt:lpstr>PowerPoint Presentation</vt:lpstr>
      <vt:lpstr>Essential EA Meta-Model - Information Layer - 09</vt:lpstr>
      <vt:lpstr>PowerPoint Presentation</vt:lpstr>
      <vt:lpstr>Essential EA Meta-Model - Information Layer - 10</vt:lpstr>
      <vt:lpstr>PowerPoint Presentation</vt:lpstr>
      <vt:lpstr>Essential EA Meta-Model - Information Layer - 11</vt:lpstr>
      <vt:lpstr>PowerPoint Presentation</vt:lpstr>
      <vt:lpstr>Essential EA Meta-Model - Information Layer - 12</vt:lpstr>
      <vt:lpstr>PowerPoint Presentation</vt:lpstr>
      <vt:lpstr>Essential EA Meta-Model - Information Layer - 13</vt:lpstr>
      <vt:lpstr>Thank You!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145</cp:revision>
  <dcterms:created xsi:type="dcterms:W3CDTF">2026-03-17T00:40:27Z</dcterms:created>
  <dcterms:modified xsi:type="dcterms:W3CDTF">2026-05-01T06:53:58Z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
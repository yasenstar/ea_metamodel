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4" r:id="rId30"/>
    <p:sldId id="295" r:id="rId31"/>
    <p:sldId id="296" r:id="rId32"/>
    <p:sldId id="26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D0F9C-FA88-7947-7D50-5F5B7DDA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363CEB-11F8-7C67-8545-349DA8DE6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F0EAAEB-4C34-5CE9-41F6-EBDE23BE92D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ECB941-3E7D-0AA2-885C-EF2AB2AFA520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FC02E2-62C1-917F-D812-D2D9428C37D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0AB26B-93F6-7DB3-F663-A1197116DED5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87E3DA-65C0-F2BB-AB25-3CAAE145CCBD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0982A7-C68F-BB22-920F-18B2D110494B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62B8B4-2DAA-CECF-13AF-49E8ED3542F5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1155D4-56BE-A310-B376-E37BF67AC82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DD1474-0113-B78B-4D59-44214369F89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4DFFB0-2766-0438-0A1A-FA0FC9A978D0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793961-859E-0BDB-42EA-FD9288DCD0FE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DB0267-652B-B889-2C63-ED5160596B9B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5F31A6-B809-F7A3-3679-E617C3CA5CF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E3B3F7-220B-D855-5BC5-85CD0FC8BA83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8337D6-7DFC-0BCC-A337-CAE50D3149AD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DC811A-C69D-F6AE-0130-CA62ACABD3E5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F8E959-F313-AC64-0493-F70D47EC36F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3981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145DEE-DCDF-43A7-6F9B-D1AA5AA6EA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4240</TotalTime>
  <Words>289</Words>
  <Application>Microsoft Office PowerPoint</Application>
  <PresentationFormat>Widescreen</PresentationFormat>
  <Paragraphs>54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Essential EA Meta-Model - Business Conceptual - 04 </vt:lpstr>
      <vt:lpstr>Essential EA Meta-Model - Business Conceptual - 05 </vt:lpstr>
      <vt:lpstr>PowerPoint Presentation</vt:lpstr>
      <vt:lpstr>Essential EA Meta-Model - Business Conceptual - 06 </vt:lpstr>
      <vt:lpstr>PowerPoint Presentation</vt:lpstr>
      <vt:lpstr>Essential EA Meta-Model - Business Conceptual - 07 </vt:lpstr>
      <vt:lpstr>PowerPoint Presentation</vt:lpstr>
      <vt:lpstr>Essential EA Meta-Model - Business Conceptual - 08 </vt:lpstr>
      <vt:lpstr>PowerPoint Presentation</vt:lpstr>
      <vt:lpstr>Essential EA Meta-Model - Business Conceptual - 09 </vt:lpstr>
      <vt:lpstr>PowerPoint Presentation</vt:lpstr>
      <vt:lpstr>Essential EA Meta-Model - Business Conceptual - 10 </vt:lpstr>
      <vt:lpstr>PowerPoint Presentation</vt:lpstr>
      <vt:lpstr>Essential EA Meta-Model - Business Conceptual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35</cp:revision>
  <dcterms:created xsi:type="dcterms:W3CDTF">2026-03-17T00:40:27Z</dcterms:created>
  <dcterms:modified xsi:type="dcterms:W3CDTF">2026-03-24T07:52:24Z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
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6" r:id="rId22"/>
    <p:sldId id="26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3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3469</TotalTime>
  <Words>249</Words>
  <Application>Microsoft Office PowerPoint</Application>
  <PresentationFormat>Widescreen</PresentationFormat>
  <Paragraphs>46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Essential EA Meta-Model - Business Conceptual - 04 </vt:lpstr>
      <vt:lpstr>Essential EA Meta-Model - Business Conceptual - 05 </vt:lpstr>
      <vt:lpstr>PowerPoint Presentation</vt:lpstr>
      <vt:lpstr>Essential EA Meta-Model - Business Conceptual - 06 </vt:lpstr>
      <vt:lpstr>PowerPoint Presentation</vt:lpstr>
      <vt:lpstr>Essential EA Meta-Model - Business Conceptual - 07 </vt:lpstr>
      <vt:lpstr>PowerPoint Presentation</vt:lpstr>
      <vt:lpstr>Essential EA Meta-Model - Business Conceptual - 08 </vt:lpstr>
      <vt:lpstr>Essential EA Meta-Model - Business Conceptual - 09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25</cp:revision>
  <dcterms:created xsi:type="dcterms:W3CDTF">2026-03-17T00:40:27Z</dcterms:created>
  <dcterms:modified xsi:type="dcterms:W3CDTF">2026-03-22T05:21:40Z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
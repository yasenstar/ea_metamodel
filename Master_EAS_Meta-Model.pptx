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37"/>
  </p:notesMasterIdLst>
  <p:handoutMasterIdLst>
    <p:handoutMasterId r:id="rId38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267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57" d="100"/>
          <a:sy n="57" d="100"/>
        </p:scale>
        <p:origin x="51" y="89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presProps" Target="pres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3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2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5703</TotalTime>
  <Words>309</Words>
  <Application>Microsoft Office PowerPoint</Application>
  <PresentationFormat>Widescreen</PresentationFormat>
  <Paragraphs>58</Paragraphs>
  <Slides>32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- 14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41</cp:revision>
  <dcterms:created xsi:type="dcterms:W3CDTF">2026-03-17T00:40:27Z</dcterms:created>
  <dcterms:modified xsi:type="dcterms:W3CDTF">2026-03-26T06:52:18Z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
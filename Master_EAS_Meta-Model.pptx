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51"/>
  </p:notesMasterIdLst>
  <p:handoutMasterIdLst>
    <p:handoutMasterId r:id="rId52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267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109" d="100"/>
          <a:sy n="109" d="100"/>
        </p:scale>
        <p:origin x="309" y="24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8"/>
            <a:ext cx="1038225" cy="1428750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38225" h="1428750">
                <a:moveTo>
                  <a:pt x="981075" y="0"/>
                </a:moveTo>
                <a:lnTo>
                  <a:pt x="752475" y="0"/>
                </a:lnTo>
                <a:lnTo>
                  <a:pt x="752475" y="138112"/>
                </a:lnTo>
                <a:lnTo>
                  <a:pt x="0" y="138112"/>
                </a:lnTo>
                <a:lnTo>
                  <a:pt x="0" y="1423987"/>
                </a:lnTo>
                <a:lnTo>
                  <a:pt x="1038225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8644</TotalTime>
  <Words>385</Words>
  <Application>Microsoft Office PowerPoint</Application>
  <PresentationFormat>Widescreen</PresentationFormat>
  <Paragraphs>78</Paragraphs>
  <Slides>46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55</cp:revision>
  <dcterms:created xsi:type="dcterms:W3CDTF">2026-03-17T00:40:27Z</dcterms:created>
  <dcterms:modified xsi:type="dcterms:W3CDTF">2026-03-28T07:52:49Z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
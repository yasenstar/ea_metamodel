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49"/>
  </p:notesMasterIdLst>
  <p:handoutMasterIdLst>
    <p:handoutMasterId r:id="rId50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267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900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4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>
            <a:off x="5191125" y="1171575"/>
            <a:ext cx="19050" cy="227647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0911E0A-C9D7-7C00-E99E-CB00B1FCB37D}"/>
              </a:ext>
            </a:extLst>
          </p:cNvPr>
          <p:cNvSpPr/>
          <p:nvPr/>
        </p:nvSpPr>
        <p:spPr>
          <a:xfrm>
            <a:off x="3638550" y="3690938"/>
            <a:ext cx="1038225" cy="1428750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38225" h="1428750">
                <a:moveTo>
                  <a:pt x="981075" y="0"/>
                </a:moveTo>
                <a:lnTo>
                  <a:pt x="752475" y="0"/>
                </a:lnTo>
                <a:lnTo>
                  <a:pt x="752475" y="138112"/>
                </a:lnTo>
                <a:lnTo>
                  <a:pt x="0" y="138112"/>
                </a:lnTo>
                <a:lnTo>
                  <a:pt x="0" y="1423987"/>
                </a:lnTo>
                <a:lnTo>
                  <a:pt x="1038225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2249293"/>
            <a:ext cx="2033748" cy="402768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8339</TotalTime>
  <Words>374</Words>
  <Application>Microsoft Office PowerPoint</Application>
  <PresentationFormat>Widescreen</PresentationFormat>
  <Paragraphs>75</Paragraphs>
  <Slides>44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54</cp:revision>
  <dcterms:created xsi:type="dcterms:W3CDTF">2026-03-17T00:40:27Z</dcterms:created>
  <dcterms:modified xsi:type="dcterms:W3CDTF">2026-03-28T02:47:20Z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
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44"/>
  </p:notesMasterIdLst>
  <p:handoutMasterIdLst>
    <p:handoutMasterId r:id="rId45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267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4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6128</TotalTime>
  <Words>342</Words>
  <Application>Microsoft Office PowerPoint</Application>
  <PresentationFormat>Widescreen</PresentationFormat>
  <Paragraphs>67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49</cp:revision>
  <dcterms:created xsi:type="dcterms:W3CDTF">2026-03-17T00:40:27Z</dcterms:created>
  <dcterms:modified xsi:type="dcterms:W3CDTF">2026-03-26T13:56:50Z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
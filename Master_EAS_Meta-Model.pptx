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81"/>
  </p:notesMasterIdLst>
  <p:handoutMasterIdLst>
    <p:handoutMasterId r:id="rId82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6" r:id="rId30"/>
    <p:sldId id="295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313" r:id="rId48"/>
    <p:sldId id="314" r:id="rId49"/>
    <p:sldId id="315" r:id="rId50"/>
    <p:sldId id="316" r:id="rId51"/>
    <p:sldId id="317" r:id="rId52"/>
    <p:sldId id="318" r:id="rId53"/>
    <p:sldId id="319" r:id="rId54"/>
    <p:sldId id="320" r:id="rId55"/>
    <p:sldId id="321" r:id="rId56"/>
    <p:sldId id="322" r:id="rId57"/>
    <p:sldId id="323" r:id="rId58"/>
    <p:sldId id="325" r:id="rId59"/>
    <p:sldId id="327" r:id="rId60"/>
    <p:sldId id="324" r:id="rId61"/>
    <p:sldId id="328" r:id="rId62"/>
    <p:sldId id="329" r:id="rId63"/>
    <p:sldId id="330" r:id="rId64"/>
    <p:sldId id="331" r:id="rId65"/>
    <p:sldId id="332" r:id="rId66"/>
    <p:sldId id="333" r:id="rId67"/>
    <p:sldId id="334" r:id="rId68"/>
    <p:sldId id="335" r:id="rId69"/>
    <p:sldId id="337" r:id="rId70"/>
    <p:sldId id="338" r:id="rId71"/>
    <p:sldId id="339" r:id="rId72"/>
    <p:sldId id="340" r:id="rId73"/>
    <p:sldId id="341" r:id="rId74"/>
    <p:sldId id="342" r:id="rId75"/>
    <p:sldId id="343" r:id="rId76"/>
    <p:sldId id="344" r:id="rId77"/>
    <p:sldId id="267" r:id="rId78"/>
    <p:sldId id="326" r:id="rId79"/>
    <p:sldId id="336" r:id="rId8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0F14D87-4D93-4A18-98B6-602331846D5F}">
          <p14:sldIdLst>
            <p14:sldId id="256"/>
            <p14:sldId id="270"/>
            <p14:sldId id="273"/>
            <p14:sldId id="274"/>
            <p14:sldId id="271"/>
            <p14:sldId id="272"/>
          </p14:sldIdLst>
        </p14:section>
        <p14:section name="Business_Layer" id="{BE012B2F-C749-46CF-BEEF-A16D22C39499}">
          <p14:sldIdLst>
            <p14:sldId id="275"/>
            <p14:sldId id="276"/>
            <p14:sldId id="277"/>
            <p14:sldId id="279"/>
            <p14:sldId id="281"/>
            <p14:sldId id="278"/>
            <p14:sldId id="280"/>
            <p14:sldId id="283"/>
            <p14:sldId id="282"/>
            <p14:sldId id="284"/>
            <p14:sldId id="285"/>
            <p14:sldId id="287"/>
            <p14:sldId id="286"/>
            <p14:sldId id="288"/>
            <p14:sldId id="289"/>
            <p14:sldId id="290"/>
            <p14:sldId id="291"/>
            <p14:sldId id="292"/>
            <p14:sldId id="293"/>
            <p14:sldId id="296"/>
            <p14:sldId id="295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5"/>
          </p14:sldIdLst>
        </p14:section>
        <p14:section name="Application_Layer" id="{D2AE7FF9-7C61-4308-9CAD-AF4B81EEF655}">
          <p14:sldIdLst>
            <p14:sldId id="327"/>
            <p14:sldId id="324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</p14:sldIdLst>
        </p14:section>
        <p14:section name="Information_Layer" id="{91D2F92F-6A77-4060-BC4D-057B76B9D342}">
          <p14:sldIdLst/>
        </p14:section>
        <p14:section name="Technology_Layer" id="{EAC4D6A4-96CD-419F-B787-2374DA96253E}">
          <p14:sldIdLst/>
        </p14:section>
        <p14:section name="Summary" id="{692B0B4A-5957-4A45-A2B9-BA502512D0B7}">
          <p14:sldIdLst>
            <p14:sldId id="267"/>
            <p14:sldId id="326"/>
            <p14:sldId id="33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CD433"/>
    <a:srgbClr val="000000"/>
    <a:srgbClr val="E6C1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4641" autoAdjust="0"/>
  </p:normalViewPr>
  <p:slideViewPr>
    <p:cSldViewPr snapToGrid="0">
      <p:cViewPr varScale="1">
        <p:scale>
          <a:sx n="93" d="100"/>
          <a:sy n="93" d="100"/>
        </p:scale>
        <p:origin x="900" y="30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viewProps" Target="viewProps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slide" Target="slides/slide76.xml"/><Relationship Id="rId85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notesMaster" Target="notesMasters/notesMaster1.xml"/><Relationship Id="rId86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61" Type="http://schemas.openxmlformats.org/officeDocument/2006/relationships/slide" Target="slides/slide57.xml"/><Relationship Id="rId8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4/3/2026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4/3/2026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2576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CBCD2-D96E-90E4-51ED-C39265F81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1EB506-FD21-590E-9CD4-D402501453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528FED-7CE9-FEDC-70D0-E49E4D0B3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02F2D-BF68-E415-67E8-F28B954F92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38129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FA65A-B270-1EC5-2C4F-343992F3F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AFE69-4712-E688-7113-ADDF2A8955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299631-1055-1CB1-66FC-E599E8187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1D8D67-4C37-B79B-ACDD-0B406B13F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20963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3F56D-56CE-3194-2248-D2D527AF3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F8E569-925F-30E9-F551-5B0AA0E94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9F6FC-76F3-FB90-320B-07AC8C782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448B8-D210-A87C-1F17-2BCEBBA4E5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21063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0D7CC-9933-E9DB-74CC-0B7B76DBE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5C4D34-F38B-D0D1-D58D-C2BDB1FEF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D3944C-F320-9B87-020C-4379F74F8B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079AB-0882-1097-3B68-FD9DDC54D1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2925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11F3D-33B0-31ED-F473-94565EF70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263E83-54AC-C1A7-11CE-BD07A29CD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38904-F67C-D833-5450-9F0A38043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86E942-6E20-3F98-E188-E232863C3A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90488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51D2A-5A87-473A-1285-809BDB21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3190AC-BF14-73E3-E71C-B87920142F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BAA8E9-F22C-9B37-47F9-A9A4D2188E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4D57CB-8DBB-D377-3CE0-B8FAC84D7D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88219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EF0D8-7172-C773-D2C9-429F2B0E6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6F2AB1-56DA-D70D-30CB-824B6F856A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1555B-5EEB-18A3-55AB-20DCAFBB6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13433C-B337-2FCD-32EF-7EED36952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53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A5E67-534F-7FFC-CA4E-C072BEA9D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27238-42E3-B1C2-ED4A-867AB668AD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8C627-ED4D-545C-C8D5-7F7143ADEA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A07987-9DC2-DE73-C23D-72DF72F1C3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14168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C3869-DA80-2E4B-4437-46897A94E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43C133-B9E8-1FED-FEDB-F303DBE45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AD4A76-52D1-3CE0-F3BE-121AF46EF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635789-78BA-2F0C-8040-E52F584E3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93473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2E72F-6716-8EBD-7111-3F3BAFF90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46346F-E8FC-A715-1E9C-59D23A3F3A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B71C24-CD9B-4FD7-27A7-915944C0A2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10F29-6B7B-6CCD-63EA-AD463FACB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42481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7401E-DEFF-7DFC-DC68-7A25DE23C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790498-37C6-E26E-BA82-05B494465B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C9DB2B-2EAE-26B5-D065-108688898E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286BC-DDEE-C286-5DFB-EF26ABBA3A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3393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6BF48-7469-E5EA-CA71-9E666F923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3D099-CF4D-0247-0B2D-F356677358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FD8E6A-B500-1413-C29C-C87E1D1B85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AE7B7-493F-9326-9A4D-097F4DEBEC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68471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A35F2-36C3-2A04-4AA8-7174A579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4011C4-0C27-7F65-5802-804F22094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E0346D-86D7-7B47-410E-8531865B3A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828137-A005-F7DE-3805-FC9107AEB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8111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61.jpe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6.jpeg"/><Relationship Id="rId4" Type="http://schemas.openxmlformats.org/officeDocument/2006/relationships/image" Target="../media/image61.jpe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2.png"/><Relationship Id="rId4" Type="http://schemas.openxmlformats.org/officeDocument/2006/relationships/image" Target="../media/image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047E-FC1A-5F7D-47FB-A412C3055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0445" y="2688117"/>
            <a:ext cx="4084714" cy="21802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5B081E-4763-98C8-324F-E030C1875920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7ACAD9-2965-581E-5CB0-EDD064349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989" y="2089556"/>
            <a:ext cx="3046248" cy="38078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3E6D-F90F-463C-7114-2BDE175B1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4F856-3F27-06DC-08F7-B4E952611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112E2E-15CD-8309-E120-8CC3F3587FD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249C8A-7ACD-0B8D-1473-C707EB5133A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9521F-172E-2360-4969-6D61B2BC10E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F1A1C-0BAA-1890-DECA-5AF31191D8B4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F3B6A3-7279-CDAC-2B38-A91991923151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34AE03-89AD-C2DC-1E2D-1F647EDFBF3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0BC1FD-B22D-72EE-E568-F4182B66A89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C720FF-4460-437F-4DDE-A6C07EE7CEDB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E1049D-6480-B0A9-8BC7-26D3DD37C4CA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39A75-3191-A9BD-E891-8975C12CD43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C9306C-0518-C7AC-8A2B-490647910575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A244-0290-9330-E70C-069A87071BB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50005-EAD0-CA7B-2A77-4608E0362E2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D2C9A-E95F-8A2B-252E-407E27E654CE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D46EE-5BFC-14D0-F88F-72A3133ADF8A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4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501-2698-E802-E21E-DF1FC7A6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F562-0912-4AA2-2AC7-95B9EC33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3F0AF-28B6-0D01-E6CE-CD4369C20C3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65840-0192-6E37-6541-91B24686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057D6-3363-33B8-69F3-4C006147ED33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8C2ED1-AC4F-B996-5691-C807CF24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406E1A-8CA6-EACD-72C9-5E7ECE07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121E25-449A-511E-419D-9C638D38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7B7C76-8639-D3F3-AC67-8D61A7A74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147" y="2426324"/>
            <a:ext cx="3983743" cy="28237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6200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7D4-7F64-8843-4A1F-EF8FC1C8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E40DE9-C6D2-913A-9544-30DF362E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3CF5C3-1795-0B4F-F4F6-E47277B88FD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159BD-8325-00F3-59D9-726F1117C6D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5B280-BDF9-0777-FC48-4A2DC0C06446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085A8-2352-F6C4-C538-A938F854AB5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E764C2-6991-C064-A7C6-D7DA417968F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43FB8-A810-48F0-62BC-BC83A382C724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83BC76-02F3-8CBD-DDF3-B882FAEDEBD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2C0F6-D24A-7B20-F415-BDA191F5B92C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ECFE5-D4A2-85A6-DCE5-3C024A83470E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F4F0-3BCB-56AA-4B3D-2E217E23A75F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69EB8C-2938-39B6-07FC-6E35B0F7FE7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8E72-C677-FCB0-A4C7-66E90CA3E47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3F2BC-889D-AD36-0DD9-3D16CC65B1E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42B4F-0B5B-1DC1-989F-3B2DD73DA77D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D93B5A-D985-BB45-36B9-2EB650288B14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FDFAD6-D17C-8786-E900-412110064450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8ACB-524B-8769-B412-554D794B5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D6575-5DF8-ADEA-4C89-05A143B6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D60EDC-1642-A5AC-82E0-D0C3D09261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261B83-4D8A-5E40-DAC2-A595BF61D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F74DCB-C246-D691-5B34-D1BE2F16B716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EBC631-E414-8B13-EA2E-6686017FC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37ACB9-7096-E5FD-C852-F4D1B4E9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6A1453-2F6B-3488-214A-FC7C8CA51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4E1C16-77DB-69E6-ACD7-07A9292E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1158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44C9-9E44-873A-1C80-A9A351E4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B92253-0825-A588-A01C-CAE03D7C1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09A0BC6-93AE-40C8-3D99-AC247303251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42CB-BF59-07EE-D4BB-142077E5A1E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33C65-E3DE-E56F-A7F7-42FFFF38C18E}"/>
              </a:ext>
            </a:extLst>
          </p:cNvPr>
          <p:cNvSpPr/>
          <p:nvPr/>
        </p:nvSpPr>
        <p:spPr>
          <a:xfrm>
            <a:off x="6757680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DFFB7-C174-0525-1CA5-CCB6BAE3981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D47912-69DF-310E-9B7E-656DCAA699F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B6C2E-DD56-959F-A906-51BFC9A75FA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98669-217F-2624-9321-F2F4F3F0229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273AB-1B3A-9D6B-F6BE-D935BC258C13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0DE1C-A052-2B51-4ACB-983CEA5B382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3ACCF-9906-AE89-302A-238013ADB65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62E78A-2B07-C967-43F8-C3056D8FFA1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591F4F-5D24-5FEA-EC62-064ED74CAB5E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A00D9-2338-64F5-C2E9-35D3B47D658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84B92E-80AE-B581-5C76-F3CDDBB275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C033FF-3EC0-7BD0-C1DB-9855DAC4B4F3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F3FFD0-E207-D801-708A-372266F74E0E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1CC32-0076-B628-DE45-F2BCEAE5A61F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40E1A-3EC6-9FFC-C3D3-4097EF911904}"/>
              </a:ext>
            </a:extLst>
          </p:cNvPr>
          <p:cNvSpPr/>
          <p:nvPr/>
        </p:nvSpPr>
        <p:spPr>
          <a:xfrm>
            <a:off x="7343745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7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D2B6-104F-9F03-8F0C-0441F7CF3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CA520-91FC-43A1-A32E-D707F5899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6CF377-58EC-BEE3-7998-5AD10276EC3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A8BFF5-A13B-4165-15DE-B3444A9F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A1EEAE-9569-11C3-48A3-60567C376C44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AAAD0D-28DA-C72F-8262-A99AC1239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F3C9E-6F41-C876-1468-6620D04D0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7A6BB-D55C-2FC0-398F-80BB99B3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5D8BD3-9723-03CD-C60F-22DCD401EE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5056" y="2852393"/>
            <a:ext cx="4944538" cy="27218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0798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1FF0A-E3E9-8C90-14DB-8A3FFE90A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1628B-858F-3163-AF3A-7539FB7C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0E9F95-BBDF-4704-C5FE-60BD68105789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69F207-AF3E-01D7-0F3B-783A56D2576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428FEE-CACE-7BC7-6F48-5B6F346819B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2C9F1-8721-3AEA-F41C-9012273ECC57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DB6A84-A2A3-7C69-A652-08112635245C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554300-C3CF-C564-DC84-72DD85448196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66A0B-8583-4A42-8705-29DF2227597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17FF6A-5A8A-C9C3-D967-13AE71599701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6556AF-77B1-1187-354C-711DFD6D60BC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4F67B1-7F22-E6F2-B668-29DAE727F62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AC98B8-AE19-C03A-4FEA-F5CC7428D4B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E7C49-0457-FD75-EAE8-4969A6BA38C6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9CA70C-5B83-2165-020D-FE73F598623D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8213F2-4A4B-3450-7119-301850865F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2C8D49-FA18-D5E3-882D-27D6A8B74110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9FBA99-7477-8B12-0D6C-F69FD8B9BD5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4DD104-80A7-00DD-E373-991A61436E72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961A05-A6F4-62BD-E8B9-2403594438E8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C5BD18-06FD-DED1-0A46-68583BF6995C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81B06-7398-8CDE-41A5-E888C9346985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83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CE-7445-09A7-5525-3C0879F8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DD61-6125-FD95-6876-CCFF9FD3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57BBD4-48E5-1F07-842F-F545960A20D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F3FAA-7F7D-E1AA-92CA-3D8ABC0C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CFA9CB-7117-A0AC-50B3-3280A6FF036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1B5F49-F4F8-4DBA-496A-A45A40887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E4F3DA-7EB5-BF47-E419-72547331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9CE6C0-0359-14DC-3D6C-D2A658482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1EDB8D-8BCF-4675-0A0D-20838A34BD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188396"/>
            <a:ext cx="5868219" cy="38676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29116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D1D2-8D28-61F1-2F4D-83B5F772C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9AF3C7-5828-A8FC-E06F-1E723C22E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09C5850-9969-F6ED-82E4-23052DBEA7F3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3B53E3-2EB8-0983-40DA-F8FF6BB76E1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916A0C-0D77-281D-2AEF-DBA8979744FE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8EFF6-A937-BCB9-71EE-99DCDB534D53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BCEC33-F1ED-58A9-23ED-170B5971174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15666F-8D97-EE98-A435-A894759C2B4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4B06DC-4ECF-D3D5-2A56-E193CF5F14D2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FAA6CB-A9A0-4470-D6AD-F6DA0333C37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D64265-4583-455F-6A0E-169A27B70578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F8290F-CA94-09E5-EDF6-AB04D4E3BDF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93AA27-DD56-058D-A6EF-59FF8E437886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6A0D6B-AB2D-F939-483F-CCB8431C8AC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8C10CC-6EE0-1608-E955-6C04FAC30E4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B2294-70C6-537E-4920-5AA4F69656DF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7600D5-3CD8-2F55-5271-F9E1D212C74B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992BE2-01FD-73C1-081B-CB4F4FFF5CB6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044647-3E98-14A3-DE5B-39B668E04F1D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063CF2-7312-E753-9709-82C3AD0F2DF0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D790A9-E2A0-1463-5845-74A09B126A48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232442-1FB5-AEC8-E309-1598BB5F455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3A4770-0D0D-732D-C5DB-0B94BADB37D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E8B063-25E3-6D7F-BA69-AA19CC0DE074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EF6A28-8B48-ADF7-4A69-B91E66662D70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5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BF546-C819-31CB-F662-7F1137705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FDD15-7D36-2904-006C-A640B4D62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6230C9-55C6-E71E-32AD-CC518DD0111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0F06A2-1423-EC3C-D0A2-F0BEDB64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C2DB63-C4E6-25BB-5D7E-255254CD6AFF}"/>
              </a:ext>
            </a:extLst>
          </p:cNvPr>
          <p:cNvSpPr/>
          <p:nvPr/>
        </p:nvSpPr>
        <p:spPr>
          <a:xfrm>
            <a:off x="596436" y="2188396"/>
            <a:ext cx="2054832" cy="273594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3BBB43-95BB-E59E-4E05-D1A8E57C2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63BDA3-5254-5A98-52E1-271F26EA7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00411C-E68B-134D-10CC-C433ECBFB5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C08381-F8C1-7794-257B-3ACECDD590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6173" y="1623065"/>
            <a:ext cx="4648849" cy="47822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6395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E4BA-CCB1-C99F-31E4-74ECD5F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450F3E-8000-E75A-91FB-8F3249501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ECE290-55C5-40BC-A59C-EE0A01ADBBB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9853E5-D9D3-F4CD-AF1A-2D83B2A8460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04A881-8DB6-8FDD-D8DB-F542DC07711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639855-8541-D312-FFDB-AFA0D980394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2EE214-8D9F-00CF-8926-04DE1B8A697B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F25F32-AA5D-2E91-80B6-F69F6E088A2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375881-E1F9-E7CD-B274-016727D87CD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2273BE-C1ED-EF5C-37DE-7AACF5213FF5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50CE9D-AA99-C501-6697-B96F7913DC7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DB64D3-E557-A17A-2B66-6C91B8F22CCC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E5F8E2-04C5-93F9-2D3A-2DDAB823EBBD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59988-3F96-D0DA-38E7-72467C0EB5B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070E29-145E-34E1-A825-940F08454EA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BC2BDE-1C1D-868B-8C90-E761B0C79004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9B32D0-82EC-E4A3-CBAA-8C36B86F0C52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2A6016-811E-A807-0676-8CD726EC6C0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A64304-B2C3-6FCD-4668-ACB4680EED7F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FA2329-1A8E-891D-4DD4-908879CADBCB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0A786F-F73E-CD57-E048-DFDF070827FF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9424F9-ED50-B28D-8FC8-A58966162251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559C73-859C-C2FC-3BBA-7B647918121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4B43AA-B2E5-E380-897F-8AC602FEB09E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562138F-B471-5FC6-8D4A-98AE292B212F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BF704D-8F26-0746-B19B-7350F6D936D2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8C7A53B-99DF-945B-755D-30A06077D5CA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D0F940-B5DC-F5E4-083E-172056BD78D7}"/>
              </a:ext>
            </a:extLst>
          </p:cNvPr>
          <p:cNvSpPr/>
          <p:nvPr/>
        </p:nvSpPr>
        <p:spPr>
          <a:xfrm>
            <a:off x="4901946" y="2574289"/>
            <a:ext cx="104394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2832E2-4A17-8061-8901-CF1A6780348C}"/>
              </a:ext>
            </a:extLst>
          </p:cNvPr>
          <p:cNvSpPr/>
          <p:nvPr/>
        </p:nvSpPr>
        <p:spPr>
          <a:xfrm>
            <a:off x="6150719" y="2574289"/>
            <a:ext cx="81536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26CAB6-E5AE-370C-6252-FD297C3AB9DA}"/>
              </a:ext>
            </a:extLst>
          </p:cNvPr>
          <p:cNvSpPr/>
          <p:nvPr/>
        </p:nvSpPr>
        <p:spPr>
          <a:xfrm>
            <a:off x="4985891" y="2649403"/>
            <a:ext cx="21649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DE09C5-AF7F-59D9-AA41-8066C7F77FA6}"/>
              </a:ext>
            </a:extLst>
          </p:cNvPr>
          <p:cNvSpPr/>
          <p:nvPr/>
        </p:nvSpPr>
        <p:spPr>
          <a:xfrm>
            <a:off x="6191486" y="2789463"/>
            <a:ext cx="796053" cy="83277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2FCF1-03BC-B370-412D-79A02F9A6AED}"/>
              </a:ext>
            </a:extLst>
          </p:cNvPr>
          <p:cNvSpPr/>
          <p:nvPr/>
        </p:nvSpPr>
        <p:spPr>
          <a:xfrm>
            <a:off x="6946770" y="2858780"/>
            <a:ext cx="81536" cy="6527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80CEED-1C41-EF9A-A620-C53178B61913}"/>
              </a:ext>
            </a:extLst>
          </p:cNvPr>
          <p:cNvSpPr/>
          <p:nvPr/>
        </p:nvSpPr>
        <p:spPr>
          <a:xfrm>
            <a:off x="7069277" y="2752609"/>
            <a:ext cx="81536" cy="75892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E7ED695-DEB1-3B02-0B82-D4971DE31931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74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07F4-5268-AC9D-3045-0972FE0D7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6789-E673-FD50-3677-170ADDA6C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9AFD81-0501-AE7F-F633-3E2EA7CADE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3C1866-64AD-D032-ACF5-AD5431623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3F3FD8-1211-7079-13DB-FD5838045E99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852B40-289A-7EFF-0CEE-80A4E2403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2AE1B6-3CA4-02A7-8317-540E8F93AE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279822-2466-5670-FA1C-2552EBCC19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8DFCE6-6340-49CA-92B7-4BA2E517D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0369" y="2517461"/>
            <a:ext cx="5184602" cy="3056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33216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6F7CA-C8CC-D9D5-CE74-5FEB89814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593F9-6B8E-9D52-580D-1A5900396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6857D92-187B-31EC-E6ED-0994B08F91D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DE7C5-F2B7-0456-2DF7-1513D678ED9A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28EBDB-C75E-8E69-037B-2F6BEB932E9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574E9E-F5B4-E05E-1009-376803BC2664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F1ACD2-221F-0289-4BC2-725DEEB42794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EE4AA9-7366-1282-EA02-E3D17C0C52A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47EAA7-A9EA-84FB-AF6E-8AFCC47E644D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2D2A54-F269-7573-CDEE-B94C0F9B5494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5D4C1B-596F-9174-ACA4-467F2736FE4D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3A00AF-C6DD-F505-31CD-17E6C847C008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5B02E6-CB31-CC93-8B12-61CBCC34CC1E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F23580A-49CD-300B-246B-E7A618A7613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E1219D9-39D8-2570-DC2A-0312DE3CE60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752DDD-5831-73D0-5796-8C86FA84B65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F795464-1595-2E0D-0837-21FE781A4BE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F8C04-FEC4-CF44-4930-81F8A56A3C79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3B17625-9BB8-B830-18E7-2C1957CE0128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705E87A-9F91-4912-CCFC-415431A1178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9DDC344-79F7-263B-7B9D-2F4534780F2C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35D7CECE-66E1-6B94-1FDA-926C3D23609A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2A394329-D3FD-329C-51C7-132800837F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7C7B45-F605-0963-A5CB-099AB0B86C6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1011ECF-4292-E943-8926-E6234EA6FA47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8A3BD9C-168D-BC3F-0AD9-EC95FE993A85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81E4820-0CBC-6BF0-694B-3060370253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2A0F0EE-191D-5199-3571-0BA3E5EC5F7B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CB97D67-84FA-071F-A18B-58E8A0CCE182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9F13761-A4A7-9A53-DCC7-4C5C1D3C448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68ECF0D-9DBA-B3C9-7A3F-4253ED0547A6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2D67EDB-461B-60E6-B361-CD5816F9A5D1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AAF35B68-C81C-2380-D153-4D62E646870D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3C5A3C8F-6C1D-A29A-0168-31B94146FEE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439BA9BE-C36C-54A2-5A89-FA93C156A82E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C9E6B3A-8CA7-926D-403D-2E1B5FFE1D4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97ECE-FA3A-41FE-754D-BCA9BB239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E7A87-9289-EC2A-02C9-97DA687D1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DBDF6C-C964-1BC5-EE85-14EE2806E8C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EEA8F-A5B3-C76B-7DEF-B53650251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9563B2-F981-DD92-4DE7-B64522230230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46B4F72-91A6-20EE-AE4B-4D35DC9C9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74F60F-2144-8F0A-9F1B-C42A4765A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AFFD93E-ACE4-740C-A05D-C11A4B9BA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98BB5B-1016-862E-9F55-7F20ABEFE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476" y="1853248"/>
            <a:ext cx="6510221" cy="43454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94204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17BCF-5909-B942-100F-E65BCB68D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7B8EF9-6F5A-F6A4-B564-A6B307502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AD7B39-1BBC-32BF-6282-A185E398EA7A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45BB57-67F6-63F8-863E-D1336749B22D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3D784-936E-F040-E993-539CB824FE9D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AABCEF-7171-15E5-61D9-0A731BA1A4F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97789E-78D2-4EB4-E6BB-12C4E6EDD0D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EC0391-0D5E-6492-01F6-775742084690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8BA96D-F5F7-A370-CBFA-97B723169683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BDC6863-9329-26C9-278F-41AB9A21609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AF2E9D-353B-8059-5A54-5710F33D4265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47C26A7-8717-11C7-D2C9-6F2DF0C7DF8C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0F505AD-9E66-1114-FDC9-F2CC5658780E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DA986DB-7E26-CB61-679D-DA0618115D1F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1CC046E-A252-D033-B152-30A657B7A843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A6F5033-29E3-5BF7-632A-F37A48F6E3CF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807AAC3-67A6-C0DF-6708-4D900E681C7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89E763C-E208-9C9D-E650-90AA83D4064C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4500383-FD19-8A08-9A11-0072F832E74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E374B1-B80E-DDA3-660A-C50F3C812109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77BCD45-B4CA-2414-C780-BAE0854858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36A860F-0A7D-0DFF-4ECC-781EE476F50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78F4E96-E4FE-B983-A346-6DA51CBA428D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AE1B7EF0-B810-2A1A-A0CD-EF6ABAD692C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4201DD5-55C0-4A91-CD80-09B549F509D4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24555C6-841A-499B-0579-17A45F77361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9479932-953F-5115-05BD-DE3049740D13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8621B1A-1BC4-42FE-5E11-A0E3339B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F752B758-E80E-5B6A-5664-B38334D07467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238F7785-6787-090E-4E66-573506126CAF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C72049AA-9293-90BD-C2EE-BA4941B9316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BACC523-31D2-AF04-AB03-9754F674A0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34F66EB-7E02-CB96-8803-AEA365D06354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BFF1D59-2671-AAE9-ECB8-2C3F02397FA8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9753E05-DB1B-AAC7-0A68-960E96B1935C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135A2E3-F732-9F2A-5927-604AB8C8BD60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DC30F13-6D08-583B-0180-F35190353A15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3AA6E2-70C8-4FD2-C583-54CA951B3AD6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6A5669E-96C0-C847-DC02-5CE0B4AC6255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722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A62F3-E995-E6DE-AE8C-9D046A3F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6B2B6-8779-E0D3-77E3-FA429EB6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86A0FD5-D650-90EE-F714-5073B67C2D7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BB7D64-982F-CD1E-46C7-A58A922F1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53BD349-2724-3D4E-CD82-42092361C7FB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603F07-F203-CBF4-726B-93F9EAAEE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B62772-748F-2A54-7C3C-82524FC2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D968E0-A26B-188B-AD2D-57E1887B6B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C378E4-4C89-0493-C7C0-EA18BA555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9945" y="1931542"/>
            <a:ext cx="5794652" cy="4238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603520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522C-FCE3-0D90-5E62-CFC6801D9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7E1451-A284-7E04-6C75-2FA1EDFC9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9C8A31F-955A-4EE8-B76B-624F7058EA6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64B650-144F-F92D-1DCD-273B0086CDB5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212FB-2148-C4C3-3AC4-C1A23D7A44FA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224CC9-AFCB-40CA-6CDF-C33A298C3EA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118475-7FD8-48FD-10EC-C897DCAE6CA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F2A97E-BCEA-E51B-C1D2-CD727947289F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054426-6379-7FB0-E776-D13F2C33B8BF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3BCA771-AC11-4A04-016E-9B0980913F9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DE9CBB-FE4D-EC4F-24D8-FE281AFD95D4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347601-2392-41EA-DEE1-807F6C8C6316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841F6B-F4D6-CBB1-E7F1-8B395AA5299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1EA41A-815E-5AB4-17D0-C496A1345FF7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E8F6A3B0-D83C-717E-5CBB-04C69A8BB1C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ACFEEB3-F473-2FD9-93B7-DD8EA3E978CD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0B1906A-6E0A-7236-4E1D-25510AC6402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9F94FBF-18A1-D76E-EFE7-01F95D18DD32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76D0ACE-7AED-BB31-5F86-846EE77E462E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4F22A5-62E5-8AFE-63CA-2F2CCF0EEF4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45B771D-9A3D-0021-0330-7F6D7BD45DA1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C332D02-C3EA-BE30-4307-E79CD5167AD4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8E55D3B-2E26-01CF-BBED-6390369845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61CA5B2-F51F-715A-EB45-7351747A200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FF37583C-153D-203A-CBBD-B240B05569F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9CE076D-07CB-36BC-5850-23498B4943A7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9C838F6-8F8C-BD7A-3785-45FF04C9CF3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700E52-C62E-7970-3977-3BB280FF133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8378F7F-7646-EEA4-26C5-D789942AFDC9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F859965-56A5-14C9-A7F1-7916621F6C1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92A1F0A-278F-7C1E-64DA-30BD804AE3DA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B8212ADB-6ED5-E0C9-6758-E459A58EED8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15CCC24-8D70-BD6C-7E5C-51AF10D5811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65EF82-892F-55B3-D976-298029086237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043E53C-8320-AFF5-531B-029F544C8FEE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2B450A7-3A0E-59F2-3DB1-9F34A18011B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9C602B2-0D71-AD34-346E-0F11EE3F01F4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07690B-F929-024B-BE2A-BABF55F6F6F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D811C5C-8E3A-C09F-A5F7-968F53742862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4AE9E5-07C1-73D5-7F4D-33370B4DF9F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3CA1F19-8F06-987C-FBAE-ACDB72D382E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D2DAB03-653E-0B62-34AF-3D64E4093FF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2860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71C09-BB3D-2036-8F1E-C7D015563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E5F5E-F83F-80FA-202C-74D9622BC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F09283-022D-B87B-A804-F17CF8AF90A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60768F-50C7-CDAB-2151-F98AFF07B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363AF58-5418-446F-474C-344AA971EACE}"/>
              </a:ext>
            </a:extLst>
          </p:cNvPr>
          <p:cNvSpPr/>
          <p:nvPr/>
        </p:nvSpPr>
        <p:spPr>
          <a:xfrm>
            <a:off x="596436" y="3513762"/>
            <a:ext cx="2033748" cy="134591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A6C4E6-741A-756F-A356-2C2771630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39EBA4A-6121-C5D1-B6A2-0158BEC83B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8C93DD-530D-5A7E-3903-A9C635B12F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E6658F-C57C-83FD-35B8-AF3EF8D17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6462" y="3253778"/>
            <a:ext cx="6961548" cy="21196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16840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95F0-C5FC-B08C-7B4C-57407698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DBF0EC-DCE4-BE21-A9E1-F2D7D7ADF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5E4CF5-F904-1F8F-D86D-85DA5774E96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7720CB-DEAA-BE99-E5F1-12FD17C7300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FEB83E-15C0-283F-D63E-43563B1555C5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3BF14-CC01-4664-B0B8-16CC08145AF6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1C817A6-6E60-6E95-8822-5221DD10503D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E6219E-908C-6A7F-3959-46492B3B3EF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EBE4F9A-5B1C-C38E-93C8-75F45C7FC5A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C3BA8D-1DC4-8AD3-603D-1D143E81962A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0004A8-B646-61AC-C217-A9A5F6A543D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A58633-1939-419E-D55C-6F0DBE42F04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A80DCB5-9157-1D45-B6F8-53F9C428D9B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9ACCD6A-0EA2-6D99-C41D-5E10F3C394F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DEE43A-9CEE-971A-5415-07AE465A641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0A088EA-12D8-4463-A99F-1FE13B1199FE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C39D36A-4A5D-202E-DD2A-B870C1BB6B6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CE6380EE-88CD-B382-1450-714EB2D2C72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9210D08-4481-5B63-6D4B-6F7A95E020F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FBE6B56-D023-F5E8-F1AD-4EE419DCBF57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C832DA1-A1D9-BE1E-4B26-E1D5833DFD26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51F7984-6ECA-EED7-FB05-0471CA712BE2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F472FAD-8FFA-4852-F4AF-7084E6503B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2CF8910-22DA-9478-92C7-F885B95CD89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18EE46C-5051-279D-932F-1792832BF7A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594104B2-F440-56FF-7E7A-1F261C70843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EAF3805-7528-4404-7A36-C1135CC6D4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41D24D3-A1AF-980B-69E7-1EFF5286880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8C643FE2-476F-148C-6392-F1467C64CB92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81E20B50-8193-5DF7-3904-675B1F75ABB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CC9065B-44E9-8069-789E-F15AFCCBFA7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42308F6-960D-6412-8FD4-E7596174CF8E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336E6CE-D36B-192F-9E2A-EBE0292B51B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D988C10-ADE0-236A-3731-B9169ED1BE69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2B398D6-8A46-0C74-C947-83276010901A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00B211B-D0DE-7074-921E-8FA903AD314C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271D490-50AE-2987-AB94-4BD8E4120F6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8508A59-8AD5-9953-0AB3-B9F820328EA2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46F8DC0-43D8-5770-212E-904B4CC65F0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ED2848-DB3F-E266-45E0-BA78A32C47F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5D4481-0B94-1F60-DEE0-C6B3F7FF4EBF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FFA48-756C-8483-3AD0-07E735BAC2F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D622EA5-C962-95A7-4D18-9CCB13A6ACE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82A2D90-8AF2-3F66-1A9B-1DBF8C51C83E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854E31F-B284-6CFE-966F-AE1C0F7B1A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3797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AA3D3-ACB2-0AF1-27EE-C1522E62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88A5D-D0BA-F6AE-C028-E04D49640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7F8950-E521-F267-F89F-048FC3913F3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410B64-1BA9-0648-6DAB-B65E6E95C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2B3E22-218A-30F8-9B7B-5B2246E92E01}"/>
              </a:ext>
            </a:extLst>
          </p:cNvPr>
          <p:cNvSpPr/>
          <p:nvPr/>
        </p:nvSpPr>
        <p:spPr>
          <a:xfrm>
            <a:off x="596436" y="2249293"/>
            <a:ext cx="2033748" cy="260010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5BB086-CA43-55C9-7DBE-A6FCC03C1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196BAC-1B4E-B6A3-2373-24CE0BB745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5E735-F511-BDEB-6207-F2679FC5EF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5B08E4B-11FF-E36C-7FCF-0BB29249E2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0343" y="904126"/>
            <a:ext cx="4730954" cy="5491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654155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F22B4-1A6A-46F8-FC43-2987172A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01A7E6-BD62-A312-CE9B-15C6CD345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B3DD77-B0F0-CF5B-5BB6-C43435182A94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52F0E2-BB7C-0B0F-C5FA-FE74AA6BAD7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6B6A8A-19E1-F2FF-E027-59352CC9194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C7BFA4-9488-FEB4-0A83-ADC45797D97F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239820-C8EB-25FD-823E-C7FD05FFB13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6D056C-FB7E-7473-CDA4-68D1D5C8CAF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292B0FF-6CEA-9E5C-7343-93D56A06C706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3E0934-7824-64B7-AE4F-F3F37D11134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34B2BA4-2385-EADA-2E79-FE1FC77257C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C106C0-E66B-E36A-DC3D-5DEDE336539D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2216E36-7083-1D7A-9F66-7A503518681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531A43-C5E5-1697-F482-FC190C759BC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F7FD4980-3266-44E3-2183-2BAEE4A2CEAC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DBF736C-9236-5D80-D237-BA9F8872893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D39DA3F-3B3E-DF88-C1AA-61B82406017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EB2A5180-E351-BDC7-9D78-A119DD7D58A0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17369FEE-AA6A-EDC4-E1AB-42C6227FCE0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269CC7F-8F18-BFEF-70F7-0E0E1A76F2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26B839A6-427C-AA0F-6DD7-7A3105DB41F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9F597EB5-CAEA-D4A5-B042-DFB114184818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ED968289-9CAA-FE31-8856-8BD7E638CE1E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1E50490-E82D-9031-CA95-D7755044AF92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992CAA49-A15E-9216-545B-43161E72BE1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9B0F0EA-0BF4-9D58-D3FD-62D848295860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21670D05-272B-2354-4730-CEDC6CB9A02D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546C66D-DF82-D7E1-749A-A0D5E0157C7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B9690BC7-C991-66B0-80FA-367D9D58CA7F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ED9F6058-1BBF-0574-239E-09EF60389B0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10518BFD-E70E-2E67-2F50-AC3F7447DA1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48674E5-F9A8-4170-9CE7-D9D2C6E3E2E8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523B543-62B7-1ED7-7FC7-C5B65483AB0E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4152BFB-D349-97E9-E750-F213147CA611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0665E0A-4E76-AA18-691C-E5AF3ED4B32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6F4B32D-63DD-79C2-EB11-1C6B5134AC22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FF2A21D-2A4C-C56C-478F-136A6DA4F1C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2DADB3-570D-A90F-D20D-65C5A60C548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7BA8C59-F106-C12B-A657-1D7108138B1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CF54E8-113A-1B8F-88EC-4094C300F5F1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2F0C493-D928-AA9F-A13B-129A80FE995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ECC932-F132-34BA-C6CD-ECD99AF720C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1033C7-30F9-CC8A-AA6D-607352280624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621AC8A-E58F-6B6B-502B-7B9ADEA629AB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F2935DE-BDCE-DA4E-C545-91984074D19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006CEA2-5104-40F4-BA9D-C176CFF58445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1892701-3A22-40D7-502A-7BF6B7CF2A0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0632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2A57B-0E20-5737-9435-7CE2475F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56F97-2EE7-C23B-8662-0E4E9DDF3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2176413-A55E-AEA5-6BC0-E1A5E667915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8FC06E-9204-FCA6-09A4-C39C34471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6090951-728B-4AB1-4D32-C31147ECFAFB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6D718F-362D-5756-E6A0-89DE7A7AF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2E8A879-2C15-3C3F-6209-7068D0A7D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1DC338-5CD2-E07B-2901-E8411071E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243BC4-69A3-EE14-4195-C33925B480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9573" y="1094226"/>
            <a:ext cx="4915586" cy="5506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4251C0-856E-8696-FE2C-4B7E9DC802A0}"/>
              </a:ext>
            </a:extLst>
          </p:cNvPr>
          <p:cNvCxnSpPr/>
          <p:nvPr/>
        </p:nvCxnSpPr>
        <p:spPr>
          <a:xfrm flipH="1">
            <a:off x="9100249" y="3176337"/>
            <a:ext cx="1203158" cy="258132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49278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21D9F-275A-FEF6-FD99-2029888D0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600E97-8D4F-FA73-9B93-4D8BB4ADF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E792B02-F0EA-0A4B-AB3E-FDE087D3ACF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576E6-91A7-7E4F-5160-E4F4CF04441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1ADBFB-953C-EC79-6601-32515E38D41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5A11F9-13F6-9F09-8711-A2464AFCC76B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B318EE2-8D98-D164-A332-21D5A5649D8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23DA7D-F23A-2BCC-F0A9-8E490FE093F6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D5C8035-8C6F-9BED-FB02-9334112511E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4ECBD7E-0CDB-A6D7-9451-68656BE65D1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EFD298A-DC24-94F2-0454-9A08D2887BEC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2513D2-0F5C-F81A-BF31-710A9CF72D1A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06E5707-C50D-38FC-78E4-8ECE669DC0C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5B6F945-EE6F-6705-5664-DA51C7061754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A38D211-95C9-FC61-5C78-F53D105EF78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8F3E48A-2722-BA86-9611-FFA11717D543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FE557FF-76AC-A889-CBC5-2896D9A6B24A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2AC591C-DC34-F440-52B2-DF4F969766A9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2FB1858-25DC-5F91-729A-05CF3E02817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0253AAF-68BE-AA98-F355-45FB243D8A8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E5DF044-51F9-D76C-8DFB-06ACAF8869A9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08C5643-CA4C-A089-C73B-505754B61036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57CEAE1-D934-C58C-4B81-CDA7F954AD21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ED2A2F6-A3F5-9C9D-9DCB-77ED0EE1018A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9D2AA50-2C7D-F215-1CD2-0A8C9CA4067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CFA7F6A0-00E1-8D59-C76A-CD89AA39F01D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3356E20-CCA5-5EE0-2341-83C156A0B7D9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99969C9-E4A9-438B-9511-A3DCBEBAB3D2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4CEA05C-B1CC-8746-ACA8-4A87564A0B1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6A824B9-3305-F717-E460-E26228AD343A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B8398FA5-0A71-99E4-FFA9-4B259FCC33B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DC2762F-D248-6762-E902-D5CE07573FC5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97DF462-F54A-4F71-DB92-C948495085D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A473EE8-E6BE-AE32-032B-8B97A02F388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CFB8CA4-ECA9-3721-ECA1-B3D6BC233FF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A1530D2-DE11-B08F-24F6-28D028CD790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B0EAD3A-A2B5-1060-8EA2-27BECB02CEC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1AFA2DE-B403-D75D-EA02-B8215394D174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ACFC45A-FA8A-8DA6-56D2-5BDD5E33D12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745F1F-0126-1CC7-2104-A997041C1CD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01AC840-A9DD-9DBD-AF96-F23733AEBA08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EF01747-0AE5-2DD5-CD23-C1D6E7E0181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58A667E-A2A8-12AF-4E0F-EB6EEAD4112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34B66ED-5A41-D2E0-6B1F-6D99B4E5305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B86A58C-0E1A-C1A1-08E9-A034D0B9CAE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6A4B5F9-7918-6864-CCE3-2EDBDED7529F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36B8611-157C-5E0C-5E5C-DECA4E446C52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C0CAC27-8A27-69B3-1E54-FD076927D47D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57FF0C5-9D33-5B0C-1812-7C63A4E15CC4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3387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D1E9-8854-2DD2-5CB3-727047C2E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D4C96-10BB-ACB1-704A-B2C90348D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FA1FC18-03A0-BE34-165D-0ED6A607BF3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9582D7-20A3-A5E0-C093-D0CB5CB32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E2974F-B6A3-A99C-1447-257CBA7DF708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52C3A3-94A8-A1FB-6B6F-0FEE7EE3B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A36A2F4-5EF7-06C8-4DB0-2AEF2674E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60FA46D-4A24-7BBC-393D-FE80D8C2B7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F40510-86FA-41CB-7B05-C52768EE5A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9364" y="2645340"/>
            <a:ext cx="5207436" cy="2742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45359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BA3ED-6BF4-B794-8962-B14F14611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6EC8E9-1035-963F-5899-97278B5BE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B5EE3F0-65A0-830C-2798-4E82878047EF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08517B-1D11-8FCC-B4F8-F4224E6DFE58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6628D0-BD3F-E9E9-C96F-56CBA0507D0E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77C0D7-CC63-1680-C5B1-DC2F3BC9DBD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52E42ED-A928-F29E-4C13-5FC89DDDFA28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356900F-C887-76CD-32EB-B893C576C3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D545341-B6BB-F2EE-6833-7721573CBC01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BFD981-917C-3C5C-58B3-058279E49793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22F6FD-A5D4-2D44-9D5C-2DD68FAF394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C961858-9A6A-0A0F-4A65-BAB8B56FE66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241AC9E-391B-FB3A-946A-E23C241D12F4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4E0784E-BBF3-3742-FF8E-A275ED6BB7CB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39FA3420-D5A0-36F7-215B-B20F77E74417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E1570629-92F2-64A3-9F6C-BF6350B7FA16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1E91C27-72E4-101C-FB9E-02A4923B87F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0B214701-F9C0-0209-A62A-9C9DD13E0D2F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22D6032-0CD8-8FC3-D9B8-B5D26EC2062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F28AC13-EC4F-4661-23B9-5E632F6531A8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8B9B6C98-BA00-D0C1-4743-F3D5D43E948B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E0CEC33-1676-2640-A15F-C7FF84FB674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D10F85F4-47C0-3AC3-6163-4D783C0899E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735FC39-853D-B775-D301-53477B83442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DA2BD7D-5D16-B00A-5FF6-C88CD7C3701A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9D0AA46E-7E56-0C95-DC83-8947E2ED5CEA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D14CA6B0-6D61-C9AD-AB11-522139F6A3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242DDDDE-BC5E-D512-7A47-501E4133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3338E23-A127-28D3-7AF2-949EA3DAC07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501E7781-07FA-9E64-426C-CDC825E3AC4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9E34AC49-3E53-D9EA-B535-978CB073386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1468E5F-9466-7DE3-38F5-E7C3D1C879A6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754E023-0A17-F5EC-BB55-738F3A948343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7B30539-18BC-A42C-4088-90F912F29696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8B50C34-8DDC-C269-1652-7C71F884A4D2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D7726DC-5FF6-8B40-D486-70FE003E6B44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0432147-6327-C6C3-5453-61D3D08C59AA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948F083-1A1A-9692-203C-71FEFFA500A1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FB9E214-9816-0DF5-0585-78F69135D1A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F02E39-B884-C372-F6B7-1B0D97839EBA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5FADB22-B032-B158-2425-906500F8228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D4CA50-DAD1-8D0E-919C-3D5967B19E4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8934B5C-CD04-F3CC-CECB-88B7E5087F9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2C35467-D7E1-E59F-B181-3EB1E36030A8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B3E562C-55CF-5DC3-0E11-B8238FDB5A23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FC37F6A-3205-C27B-7BB7-9A203C83239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30C533F-93BF-F6FF-EB30-4A3FFC56E2FF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9E7A980-5DFA-CF0E-69ED-0BA0D74F5FF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CC7327E-CA67-D655-EDAC-D23798BC84C5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B5C1E2-8501-606D-95D2-5D292E52D38F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74448A5-D1E9-F290-AA93-730A1E172C42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DD226DF-AF44-EC85-CB89-AFEA320A6D1B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83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63DA4-FA80-4059-F6E6-237C15EC9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79016-2390-5F07-7EEE-C70337665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3DC6BFB-F433-13D8-D2DB-BB05C991AF3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A64CF6-1B3F-C0F1-8F05-BEABBE44F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807B500-F829-FD4F-A05B-3543117499C7}"/>
              </a:ext>
            </a:extLst>
          </p:cNvPr>
          <p:cNvSpPr/>
          <p:nvPr/>
        </p:nvSpPr>
        <p:spPr>
          <a:xfrm>
            <a:off x="596436" y="3924728"/>
            <a:ext cx="2002926" cy="2352246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37824F4-D967-9584-9FFE-C089C4D20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77C0BB-DB19-F0DE-786D-508B664F7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EAB3AA-788A-ACC6-0ABB-D67DC3AE63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06E917-42D2-23D8-C54D-8C62AAF70E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5729" y="2207070"/>
            <a:ext cx="6235516" cy="39621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798517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1002E-0539-5BDA-154E-3DD123C30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DBA436-F71F-F762-10D9-3FCD737F1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2059C4A-75F4-34B8-516F-D83B8CC86DD8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59814A-FE1B-BE8C-47CD-9994E687569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665972-2D5F-3456-A65B-541599E10983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05FABDB-D33C-E9B8-20EE-0C63D13A79B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1428EC-B2AA-0D2D-D461-3970A2CE72D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A48921-66EC-32CD-3FB0-22F2510F60EA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648519-B321-F9E9-652B-6062DAE85E9D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4BCE0AD-D1B0-E10A-6BF7-25E51C3D52E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50F791-4F24-59EC-2915-771DB9B5DCD9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20E44B-C24F-29FE-743E-B6FDB9AF203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5DE0A1F-438C-3908-21C9-6AA98B9D24F1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493C864-B9CD-458E-1CFF-242EFD3DC86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D48F69-1860-773E-CD37-82C326D7505D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66AB25C-C250-CDC8-6899-9326A1C6EB89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9A858E6-5EF2-90A6-0690-2A5E09064DA0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2B0F3444-2E7F-E5FB-E198-B5C807B71618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8E901566-8788-C68F-E824-76347695019C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6126A52-BC13-BB56-024B-839EB2A1FC7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F61D05B-6EBF-7882-9192-E26C3736FA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8BC9409A-8835-15CF-1317-00F6E0E56BFC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FB9D5C0-FEC5-5967-659C-B2EE858F44F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B69CDE4-27F5-88C2-56E2-8E402486AF44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1E65A090-0826-6EDB-521F-CCC65CC50E6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3119F571-5C0B-012E-5B64-3AB10DE87E72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F3B009F-4E32-66F2-3D73-06DE2ED958B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A026883-26A8-97BB-B790-A945EE0FE7E8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10D7BC90-4383-F729-EBFD-9F165656B265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0524A68-CAC6-48D5-B357-439105FE2E9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D67CCB51-C0EE-7754-12FB-106C5F5971E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1281755-25BC-4E91-EDE8-A45D7F5D04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CA0017-CBFC-3A06-4A87-D26848FA160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D00A7F-21C6-20DD-6A75-1092F3F2F244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F963CBC-FEFB-E026-DC47-ABC9AA6E636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85778E2-EB58-B6A1-4FC5-237CA9C7F64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F424C89-79A1-E36B-2AB2-2FE2F51D84F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5FD591A-EA3D-1EAF-506A-AACEEA66575F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C029AE2-879E-F0ED-EFB9-9EB0327CFB8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721EB73-6832-21B7-140F-4E07CA379F8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4488A54-46C5-24A5-FB83-C6B7A2900C4E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772F260-3708-2033-E300-2A4DE209747A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9E9D630-E590-604F-3E94-B575EE53D74B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F1027D2-9036-C4C2-9280-8E1192B1E03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9D4B1B1-F768-5A6E-A64F-17AF9A544C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9FC7B68-F07B-009E-CB1F-036046105EEC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A0479D8-E6EF-11FB-6BB8-6C19D2BC52A6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7373DC9-9D52-BE2A-0C7F-B8B742BD4C9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C38D1EF-2313-5EAE-1F67-17522E230331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2681832-DE9D-44FA-C2B9-BD9A7C10EAF9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4BDC2DA7-C920-B01E-B15E-BD634CD25F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66770CE6-3DB6-1CCF-77AE-357D786028AC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7A0DE4A-0BDA-C61C-4318-2030CD89378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A1F4B5F9-0580-B3EB-D95F-F15355F1F996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3101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04557-5E85-0893-6E14-68F11A072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809F9-2F34-E3E9-49DD-5741C85FA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F05532-7FD2-8B94-6D72-0468A1A91F7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D46909-8E0F-739F-E373-18D2F5826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554731-51CB-01AB-77B3-4C6F1A927631}"/>
              </a:ext>
            </a:extLst>
          </p:cNvPr>
          <p:cNvSpPr/>
          <p:nvPr/>
        </p:nvSpPr>
        <p:spPr>
          <a:xfrm>
            <a:off x="596436" y="4479533"/>
            <a:ext cx="2002926" cy="1797441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8DBBAA1-9495-85E1-5A64-2FC23E1DC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16DAF9-5205-AF27-DFF1-EB5959AA37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519CF4C-A609-EFE7-2A6A-D1A6B0F26F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D12D47-43F1-E49C-311E-EE415448E5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2869" y="2545499"/>
            <a:ext cx="6481235" cy="360204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002531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27CC7-C914-230B-9B34-D3EFC0A7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A37AED-6D1E-9A72-D06F-90D1EA343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3DB5D1-ED73-6E7C-B096-BE9EED589DB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E871BC-99D1-0C74-3BC2-D5318E7720C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ED5246E-D0BD-3AF8-4E12-CDF27F87BC0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C1062C-8655-D974-C5FC-E5091104409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47EEBD-952F-4E27-DA46-8EEE0869BDA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10251-C3EA-C168-55B1-F91978CFD8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3BF6C09-6BCA-2C2F-D3F9-C133D09B6D45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2252366-B759-29FB-E025-227E4AFBCFE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60AB48C-FB8D-FD8A-1667-F74702E5767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2D19A39-E806-56CE-DDB4-8A5BDA288453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43C6856-F1E5-7837-D1B8-096898BA92E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B3239BA-9E46-BA74-DFA2-03A14D78F9B8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84416E1-C5C2-0031-EE0E-FA8DD365B85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EE0B12A-3CB7-4A7E-AD96-58659FFDC4DB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36F64AC-2752-E7B8-7C05-13B149B86D3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67A65007-7584-F180-EEFD-B83D23798B3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66B97B1-B5BD-74A2-F42D-5C33795BF7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1860786-7889-30B6-AB7B-8F8F72B6C03A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5807622-AE47-EEDD-0400-7006455B15AE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D80FBAA-FE76-B207-DD79-17539BB0A88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0422914-1791-A46E-8F7D-01CE00D78857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AC32791-F503-1601-C23F-704491DAC9F3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EFFE039C-CD1E-4F10-E7B6-7188F4A3FB9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3DD1DEB-8C75-3586-8267-681F115D5FF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38B4AB3-86D3-907E-71EC-52C855B0D7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54D299-5910-5B5E-74B3-76F2B0F584D5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81EF8A6-02A6-FFA2-6609-5706A35E70A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F52DCF8-E510-AADC-6044-875B133977CD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83123427-A92A-A038-04BA-E274496A40C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16E8BF4-CF95-BE6B-1C58-2C652A97A7A1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18B7CC8-3FCA-559A-C2C5-553A484AA37B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77C67A7-F3B0-61D1-BE85-B471113C88E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205B7E1-CD92-CA85-3CFA-2003B32C897F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6D1AA4C-661A-95BD-5881-6E0787697B47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CCE1D4F-FAED-C862-89E8-0E632A929E08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F9E260-722E-BF93-B903-93154E6C4C48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803C20-2CBD-892C-579C-6FDA02CF6D6B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296BDF-6E8B-1B47-E24C-B47F849F3539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6775CF2-D4D7-741F-816A-88362B3938C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9405C2-3221-63F5-ACD2-98E6F8E8404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65728F6-6AF0-C8FC-7322-FB18976372B5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97E21CE-AC75-C5A6-A62B-A3DFFA4E3DC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481574A-1554-382C-A7C7-2BDB1E8BBD5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AC18B8F-AA37-993B-8977-B7B73A73410B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49755A7-7EB6-BB3B-13B3-4A49CD08930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4C918F-4664-6333-E187-7CFB0597B45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777A03A-61BE-3338-985F-E04AA48A5A76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164EF4B-EBCD-959E-3CDE-5F371520947A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6CF720D-A073-6930-676C-5E7734C11A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7333CA8D-9E9E-3650-7A25-FD6B69A5DF0E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9B6659DA-FF4C-B29E-39FB-6B1F2940C831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C8B26DA-8864-5045-8305-19154A0277BD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51292D11-4A41-624D-3AD9-05F0D4C0016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7F6D166-AEDE-E1BF-B445-BCFB53B9DA49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CDAF4FC-89C2-8DC4-1068-D0F25AFB3E32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E70CB33-7C1C-AB15-8C8C-536041590A6B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2180823-72EB-EAD1-3FDF-5195D1F4C3A1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C1993F49-B27D-1249-605B-40BE5153292D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5333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EF1F3-7379-74F0-2698-C2F4575CF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9CB4D-B05B-7DC8-95E2-E005AAE02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D64F32F-2070-DCC1-4EED-661CB7BDAEB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A48871-01BD-F1EA-C739-11993BAF3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357CECE-F68E-80B0-D49F-B79910C1A418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35F241-9039-85DB-E7DA-B7B6F2FE6E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5BBC59-0D83-89A9-F3B9-1D706D2B0F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991813B-8251-E52A-FF82-CC3CEA1D27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79F6B1-753E-426E-E595-BB4B6976B8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8962" y="2414976"/>
            <a:ext cx="7986602" cy="35463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241302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C799F-73C7-E2B4-ECCE-38940044E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0C6907-62CB-8258-E16A-F89DF6D78C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CAE2A8-8B61-9841-5835-9AB5AE16760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AB4B15-870A-5E5F-BA00-33D4F5A6B33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C08FCD-84AC-7443-1205-BF3D14D768B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B3762D-0D51-6FEE-32C7-91DE8F8F031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E8D866-C13A-BD5E-4A5B-3E5187CFAD2F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A09955-6F4A-D0A4-AECC-9265FD2E9893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373187-9CB0-B2C9-AE3B-AD2CF0AF3D3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D72B0A9-84B3-2CCD-C3BC-0112E92F2C04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2521E24-DD13-7370-1320-44639ADC3BE1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D768463-8AC1-AB07-7486-15557EC18C80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E28ED41-62BE-B8CA-2278-D144FA80E02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F2090AA-C140-7327-CBEC-AAA28D069EB6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255E5FA7-E75B-0522-422F-51A1A590916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0456945-4A70-207C-366B-B2FADDB3BF6A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29F7E26-2C92-4E3A-5C41-E7A5E70FA0D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565E2F48-3D03-AE8A-6F62-4F248C71372D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3A0989C-8CEB-9A56-8EE3-DA486E321162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EDED6AF-8DCD-C2F8-3DEE-6079CA8EE3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16618B4B-16A4-2288-B9AB-DAA8B1674BF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86F2D38-6BB4-B924-F07B-3BD941830E0A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9BD85390-955B-6C6B-02DA-38E1A4AB8073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C6A70FD-82D3-3905-B08A-04FE3353D398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AB7E5015-7F76-2B2E-CD45-25F46CAE2CEC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685F69CA-6A5C-F425-2F96-BB7A3A541066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69147CBA-998E-CBF9-AEC2-47376B2CF165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65D39CBF-5B8F-AE81-B25E-34867AA7583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1ADA579-EE96-7A8C-AE46-F7F0C6FCE5E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A6F5F168-90E2-36E2-D4E3-0AA562F0FF7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6A0C9FB-3DA6-158B-FA27-49741E8EC4F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96F7C76-AFE8-CD2A-60F8-1A0CD0628DBD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208A884-479B-2446-14FD-21946609E97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493BC8B-40D8-D94C-780E-A43C686C1D7B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13D24A9-8C8F-5397-4535-D6285EEC91C9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BB0893-4F96-079C-EDEE-CA770CC0E4B8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CBDD68B-37FB-6D15-224E-7588343DCA57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4EBCD09-6CAD-586A-B485-0AA725DEC35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6D52C2-9A94-BDF5-FC9C-CD7660493A2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A9F5F24-79B3-7DDD-D75B-A3FA9C9C593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8723A95-EF99-8259-EA03-1BA5D22C8E9D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494EA4B-C40E-BD86-DCBE-3C80567EF088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96769A7-DCCC-3F3C-8AE9-0F6C582396D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21F4C1F-4396-2E5B-A74D-9C0993AB000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6BED162-43A5-7861-0A41-36F37A39D67D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D2977AC-3C97-8FB1-B230-52D35F155BA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B7F872B-3DDE-92CF-19C4-30CDF87BE8C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53D7C9-22B1-3FFE-8C1C-2016F3E52223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6D7CA2F-E813-A481-4C49-78A4DEDF2D7B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8093ADC9-BB4E-7FD0-A94A-E73EFB5E7C0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064DFF91-3DAD-DA88-813F-145B4C5217C9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3C257FC-166A-D645-0356-C09F4DC35A23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B533F11-B881-3486-1366-B7FFEC2A5C24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457BCACB-1530-A56A-1D5F-A46D8F975F21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6156385F-7BA3-C28F-8B55-3520DC657DE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E5610FBB-3EE3-2967-8BAB-8CDA4AFFC1A8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89238A6D-64AF-FD6C-3417-28B832E16C95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975A91C-8E7B-FBFA-BC81-6DE2846D220C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8A8009AA-C578-75F0-B444-95548A93D804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58A44F80-8BDF-C0FD-FF7F-AFEEA84FA3D6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BD00D530-794F-7132-B11C-40B01D88AFBD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468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3A576-1469-E7B8-EBE3-BD51F908F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50BD6-A184-D7A7-1F4A-0B040EC09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6381DA1-B13C-3B11-6A92-C0D10C681F7C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F0CE09-EB56-850B-CEB9-EC425DC57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57BF9D-61CC-9A67-7EF8-28CC4B4A196B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03C9FBF-8477-19D2-20D0-8946F0C38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30AD0B-9B12-1BCE-B7B4-E2B08B9B2E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5DEA6EC-B588-7CE8-9F37-25E1692FF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2BDDA9A-68B9-44AE-2F45-474AA49FF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7169" y="3253778"/>
            <a:ext cx="4617990" cy="19416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1318C24-D913-BA84-FE06-F844D6CE3A38}"/>
              </a:ext>
            </a:extLst>
          </p:cNvPr>
          <p:cNvSpPr/>
          <p:nvPr/>
        </p:nvSpPr>
        <p:spPr>
          <a:xfrm>
            <a:off x="2562035" y="3693337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4538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16011-8CBD-97A5-AB29-B1EB2AE9B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851618-D1BD-1708-B4C1-48294D155B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8084631-93FB-1177-F3D3-78ED993C1863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9AC590-AAD9-2A0F-1D86-73F215C95100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B8E77D-DD72-D437-5DF0-1337A9101A7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82FAB3-838B-917E-1F3B-FF59BF9E6C3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080A912-3E91-915D-6BEE-1CA1AA98D39C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8C813B-E739-5DF5-D1B1-66DFD45A963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EE584-9E79-CC7C-4BA7-D16ACEC6CFD0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2B15453-FAEB-7F20-C6E9-1F108E08A57B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6DE307B-4BDF-02C2-C938-FC3880BC411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F885452-212F-40CD-B5F9-950705A70047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38DE6EE-0F93-5C57-F6D5-142712576F8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BA4A769-1010-1C1C-0201-7339EAE1517D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FC43A65-397E-8B8C-7FB3-ED1FF425C2B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1061252-78DC-810A-5056-7EC7B01C4E97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317BCA6-708E-182E-EB85-86B24287E71F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DB3522F-B428-367B-70B9-D1A71C1E0986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95BD138-BD57-196F-324B-42976A612DC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5C86EC9-4341-A9BC-F616-97430312B3BF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A65F58DA-9B00-2D8B-40D8-A97AA578A28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9E7143D-5ED1-631E-DA36-3E8BBEF60780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B9577ED-FC31-9D0D-007A-966EC10A6002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9283E1F-1EE6-AC10-DE80-7F57D948CDF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26B15B2-BDF0-73AA-8454-8B3BADD3FC9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BB8C0A5-1F02-96A5-CE24-E7074977AC1E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2F25EB9-F81B-F0E7-AC31-2E425F5662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D493984-6CCD-0123-C97E-BC577722CF8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9DEBAD9-458D-1D88-CA19-22529B7FBBE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9CCDF386-55E0-2327-993A-240ACE04576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AB1306A-349E-052C-8C49-A6A0E0DB36C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EB4CCEC-6D88-88C6-6D0E-8EA7346E953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D27DB7A-B7E5-1BE8-0B2C-ACD6F931914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DE5A5E0-02F3-70CE-F69E-FEB6A2264843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4D8E017-AA8A-D9FF-C87C-A30138A77F86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D8B9541-CDBF-06F7-DDC7-36282BBAD66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1580886-905E-9589-E420-0A982B35014B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668A075-5D89-6C76-600A-69D2B637A8A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18FF2BF-22E3-6A77-5A9B-A1B79BD14374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B4399A7-C758-B67E-3AA1-4154D7E6256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0CC01E1-C78D-DDEA-71F4-16F1B8361611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0B9832-DD9F-BCFC-0121-57B2922FA7B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6ECC51E-2CBC-B2C5-4203-07C964C0888F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B2DDE8E-3EDC-5BBE-56B3-0EBEE7901917}"/>
              </a:ext>
            </a:extLst>
          </p:cNvPr>
          <p:cNvSpPr/>
          <p:nvPr/>
        </p:nvSpPr>
        <p:spPr>
          <a:xfrm>
            <a:off x="3981450" y="3605212"/>
            <a:ext cx="621372" cy="45719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A9D503F-28E0-8FA3-C677-C035A1704032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E27F89E-5E72-1860-D8F1-2B33DD508112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6725496-D4FD-5FF5-7B32-0DCAA57DFCF4}"/>
              </a:ext>
            </a:extLst>
          </p:cNvPr>
          <p:cNvSpPr/>
          <p:nvPr/>
        </p:nvSpPr>
        <p:spPr>
          <a:xfrm>
            <a:off x="3638550" y="3690937"/>
            <a:ext cx="97133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E64D3A-EA1D-8C9F-D9C0-8C2C4FA06CD0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E0355AB-5306-4847-4338-4F3A45AF132E}"/>
              </a:ext>
            </a:extLst>
          </p:cNvPr>
          <p:cNvSpPr/>
          <p:nvPr/>
        </p:nvSpPr>
        <p:spPr>
          <a:xfrm>
            <a:off x="2933700" y="2849880"/>
            <a:ext cx="1711325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A7603F1-2C55-F8B7-B25C-CE8C200A7C5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ABA3668F-E043-1AAE-54F3-14347EE84C0C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01EA5FD5-5CA4-3BA0-0111-B03A255997F0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591AF0CC-DF6D-416B-58F8-F666E714EB6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8321DDF1-50AE-CE4D-A568-54628314835B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788DBA14-D089-A0DB-6234-216C686905F2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8494B236-13ED-C950-5904-0CA85E968482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F609F5AF-3871-1834-83CD-0C0AB1631709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2866C3B-08B3-CA69-7CD8-4820D94B30E2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F5298AB-8E8C-B213-04C5-6CB473DA32AB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22AA1D04-35A6-A746-1BAF-E3212B169144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535F40D7-792C-11A5-4EA4-F0AB05208A53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AA4070E3-E118-161A-223A-0EF6A22D1AF4}"/>
              </a:ext>
            </a:extLst>
          </p:cNvPr>
          <p:cNvSpPr/>
          <p:nvPr/>
        </p:nvSpPr>
        <p:spPr>
          <a:xfrm>
            <a:off x="5019674" y="4856888"/>
            <a:ext cx="606425" cy="162788"/>
          </a:xfrm>
          <a:custGeom>
            <a:avLst/>
            <a:gdLst>
              <a:gd name="csX0" fmla="*/ 0 w 609600"/>
              <a:gd name="csY0" fmla="*/ 190500 h 190500"/>
              <a:gd name="csX1" fmla="*/ 3175 w 609600"/>
              <a:gd name="csY1" fmla="*/ 0 h 190500"/>
              <a:gd name="csX2" fmla="*/ 609600 w 609600"/>
              <a:gd name="csY2" fmla="*/ 31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09600" h="190500">
                <a:moveTo>
                  <a:pt x="0" y="190500"/>
                </a:moveTo>
                <a:cubicBezTo>
                  <a:pt x="1058" y="127000"/>
                  <a:pt x="2117" y="63500"/>
                  <a:pt x="3175" y="0"/>
                </a:cubicBezTo>
                <a:lnTo>
                  <a:pt x="609600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0443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FCDE7-7668-845B-D18B-AE54CA2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4627A-6E30-EDD4-2A23-6031975C7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Summary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A08A1-9666-106D-7D72-B0D503266EB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4E358C-6EFD-43D8-BB99-D75479BD69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AF38F6E-1184-0E4C-798C-AEDC5D464C9D}"/>
              </a:ext>
            </a:extLst>
          </p:cNvPr>
          <p:cNvSpPr/>
          <p:nvPr/>
        </p:nvSpPr>
        <p:spPr>
          <a:xfrm>
            <a:off x="596436" y="2249294"/>
            <a:ext cx="2002926" cy="40276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5AB6A4A-674A-42A0-850E-0EAA90195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723E84-D51A-7FD6-3E99-A42BF4F5EA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0BC6AA7-245A-A0C0-5DC3-33254E5486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44B53D-0F42-EFE3-B091-AFED1DEC98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5086" y="1337027"/>
            <a:ext cx="5274397" cy="50682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15962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389D-0EB8-6272-EFDE-9C4361EAC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98A7935-4DA6-2B57-0051-F81D3DA54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4FDF372-3401-D3AE-BB9B-E5CA910A61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6B27F28B-4536-41FB-85E3-2C77B7554F34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</p:spTree>
    <p:extLst>
      <p:ext uri="{BB962C8B-B14F-4D97-AF65-F5344CB8AC3E}">
        <p14:creationId xmlns:p14="http://schemas.microsoft.com/office/powerpoint/2010/main" val="1447555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5E7B9-C028-B076-0981-EA506BE52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91040-574F-42D7-3AFD-54B9895CC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148499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6237B52-52E0-38A3-4A47-21AF7B6974A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447924-C319-858A-F4BF-4B672A3977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C231CCE-F251-2D7A-0EBD-31E8C0736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5F763DD-10F3-A7D0-F298-038E6EF5CD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2D7E85-3188-DDAB-7469-E908AA31C3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7DAC325-F2B9-EEF6-59CC-BF8BA1E0EBFD}"/>
              </a:ext>
            </a:extLst>
          </p:cNvPr>
          <p:cNvSpPr/>
          <p:nvPr/>
        </p:nvSpPr>
        <p:spPr>
          <a:xfrm>
            <a:off x="611241" y="2249294"/>
            <a:ext cx="3943446" cy="161816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E9BA71-B18C-34EF-831D-BDA981862B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8168" y="3253778"/>
            <a:ext cx="3400900" cy="15051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8696920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D7713-75CB-EE68-3221-7F0A0EDC2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427C307-12C7-F30E-873B-EE8BF89336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1E6EE12-C11A-52BA-36AA-26ECD3E683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82A1F57A-A118-CA1D-3622-F3406228ACD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A298FB1-9276-8A81-E12F-1B07E8A8707D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53EA546-4557-6083-E123-4A111E7C7F8D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11113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F09E9-3C32-E465-B9AC-D1A183BA5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659E2-60BA-544D-73D4-17FB68BD8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77691F4-7508-D50E-AA40-BB2D12762C5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C195BC-2686-88FA-2C1E-41FF23DEF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3E8055-44A6-C5DA-172D-CF82DE374A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6CC7D1C-1D8D-0A77-34BF-E4A151F58A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674C178-325A-F94D-A6B8-D12555CEF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84B3694-4ABD-E059-93FF-6B5580580772}"/>
              </a:ext>
            </a:extLst>
          </p:cNvPr>
          <p:cNvSpPr/>
          <p:nvPr/>
        </p:nvSpPr>
        <p:spPr>
          <a:xfrm>
            <a:off x="611241" y="2198670"/>
            <a:ext cx="3943446" cy="166879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A6B526-352E-E9AE-80E0-284B93BE14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726" y="2541081"/>
            <a:ext cx="5927059" cy="33562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6784926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E281A-68B4-4073-4372-21F51CF95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45C5442-D883-7B23-6A0D-97EF2DE99E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D571D2FE-A3D4-E3F2-A35B-0855E8F992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6BC06715-4A1D-FF11-3D3C-BF0CD94ACAAA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E55BFE4-EB9D-06FE-B8C9-239BD18B092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3A9E37-0CE9-21AD-67F5-BC62D300EAF6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006B0C-9FFA-6DBC-5A39-5C29F1875556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0F22F9D-31D5-4C55-76BC-8E1E8E318A8D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6884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3CB5A-BB91-6445-CF77-D365D2B7A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BF290-3A37-005F-779D-4177AC9FD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2BA8D67-1172-BF17-2EB6-26048D574F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858B2C-0C37-2B63-691E-74AAA8DE4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CF368E8-2289-1F9F-B9D9-9B01907297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D66A71-3036-3B7F-373B-D20B7D82A2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262A87-63FD-1B78-C3EC-F4E5A083D3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AA79A4C-33AC-3270-8BE2-BE8C465EB897}"/>
              </a:ext>
            </a:extLst>
          </p:cNvPr>
          <p:cNvSpPr/>
          <p:nvPr/>
        </p:nvSpPr>
        <p:spPr>
          <a:xfrm>
            <a:off x="2619909" y="2002718"/>
            <a:ext cx="3393707" cy="18089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848300-CC4E-C38A-669A-4DCC989DAC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5538" y="3222918"/>
            <a:ext cx="4293366" cy="29004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359046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BD935-03ED-B250-9D9A-64D503079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1B25221-98D5-E8CD-8F8A-50D5A0A78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9516871-3D40-2473-832C-8FF418C3A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B5D1B9C6-DCE5-EF36-4DED-D2672D5C32D9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5C138D8-3EF5-33FF-03C3-15A07968CB7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71DDBE-B62D-4FC0-84D4-EC8CB616146D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3C1AA5-4AB3-497C-1CDF-0A1D6533480A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2A99AB8-B764-A736-91C3-CBC6ACCBEB9B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11CE1-F4B6-278F-CD65-FBF5DFD43909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8C43AF2-2634-FDA3-93F7-128273CEB79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487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4965A-DB99-5934-A815-C058941C1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EAC98-88BA-133B-A585-E8052DFE3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9BF96-6A04-5173-E672-CC1BC491506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E1F864-742B-0400-ECA5-050337686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672055C-C97C-A205-BB46-725C06DDD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4A2F7C2-77C8-F370-A664-AADEE9F9C9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488EEAD-E037-9659-B713-75A103DCEA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97990EB-6460-62AE-8075-3F63E8001C0B}"/>
              </a:ext>
            </a:extLst>
          </p:cNvPr>
          <p:cNvSpPr/>
          <p:nvPr/>
        </p:nvSpPr>
        <p:spPr>
          <a:xfrm>
            <a:off x="2619910" y="2398764"/>
            <a:ext cx="1880172" cy="141294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5CE3B7E-1A0D-8C05-014D-9B2FDAC290CA}"/>
              </a:ext>
            </a:extLst>
          </p:cNvPr>
          <p:cNvSpPr/>
          <p:nvPr/>
        </p:nvSpPr>
        <p:spPr>
          <a:xfrm>
            <a:off x="5989834" y="2224103"/>
            <a:ext cx="1986338" cy="141294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39D48D-E7D2-8921-ED6A-86F953FDAC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258" y="3707013"/>
            <a:ext cx="5622901" cy="27460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134239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75AB0-012F-F2E5-D6D6-284F24E75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2472201C-94EA-4BA6-7690-B1F8FDC02D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FC5F2E5-2805-4006-DF44-E2F3B7A1CD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37D06AF-08FC-FD01-9CD7-3D35D9189D7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F1A815A-7FFB-8CCD-ADCC-F0EACA637984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2179B2-FAB4-86B2-3A54-D12C48008977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258A77E-BBE8-B003-E473-FF7C7189C73E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4D5419D-E6BA-FC6D-AAA1-7A7F3D5E521A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4E9A42-A30B-C19E-448A-B0BEA3C98F8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014D32E-D0BB-35D0-40B2-FAF1EE2A4E52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2F17E6F-A961-A56A-AB13-FC67BF533EE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EDA0D5A-E1BD-E9CF-927A-6636A15062D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40C6D70-4664-CFD8-A603-03CFD421F995}"/>
              </a:ext>
            </a:extLst>
          </p:cNvPr>
          <p:cNvSpPr/>
          <p:nvPr/>
        </p:nvSpPr>
        <p:spPr>
          <a:xfrm>
            <a:off x="5467350" y="428625"/>
            <a:ext cx="841375" cy="685800"/>
          </a:xfrm>
          <a:custGeom>
            <a:avLst/>
            <a:gdLst>
              <a:gd name="csX0" fmla="*/ 841375 w 841375"/>
              <a:gd name="csY0" fmla="*/ 0 h 685800"/>
              <a:gd name="csX1" fmla="*/ 841375 w 841375"/>
              <a:gd name="csY1" fmla="*/ 0 h 685800"/>
              <a:gd name="csX2" fmla="*/ 838200 w 841375"/>
              <a:gd name="csY2" fmla="*/ 685800 h 685800"/>
              <a:gd name="csX3" fmla="*/ 0 w 841375"/>
              <a:gd name="csY3" fmla="*/ 679450 h 685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41375" h="685800">
                <a:moveTo>
                  <a:pt x="841375" y="0"/>
                </a:moveTo>
                <a:lnTo>
                  <a:pt x="841375" y="0"/>
                </a:lnTo>
                <a:cubicBezTo>
                  <a:pt x="840317" y="228600"/>
                  <a:pt x="839258" y="457200"/>
                  <a:pt x="838200" y="685800"/>
                </a:cubicBezTo>
                <a:lnTo>
                  <a:pt x="0" y="6794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5950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645B6-BA4E-CD7F-255F-402BDE07D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466B6-3452-EE79-C8C4-0A7E6548B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C7DF2F2-C40D-53ED-6FF7-7B16F45D317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9E41B4-A756-2D5F-CE3B-54C7D44DD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D2DCFB8-F357-65B1-DAF7-DCDDEC88C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451B8EA-1CEE-59E0-4CE4-DF1DC54FC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BF6FA49-7221-B103-D380-1C8A14AA81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5DA9DDA-9F0C-C510-0CE7-73B673ECFFC7}"/>
              </a:ext>
            </a:extLst>
          </p:cNvPr>
          <p:cNvSpPr/>
          <p:nvPr/>
        </p:nvSpPr>
        <p:spPr>
          <a:xfrm>
            <a:off x="519976" y="2002718"/>
            <a:ext cx="7452770" cy="18089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9615F9-06BD-F88C-FF7C-06C834A647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4193" y="3811712"/>
            <a:ext cx="6956468" cy="26301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6906812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6D871-0408-A759-1D6D-D5018B400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A89C3175-8CDF-0807-484B-1DE409375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BEBC7F0-A7C6-681F-7F38-4F58D5CEC3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BBA2CD7-93A5-707F-40AE-590B860A8FA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0C5175A-D5D4-3FAB-14FA-A55121CEF44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D496F53-1B0D-B515-F5AC-A15662B6BD51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705C29B-0C91-1D7F-248C-9D406E60B38D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A2C0F4-BEF5-0200-4C4E-4BA39BE12A85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DCE6E32-717C-9C9A-A0AC-2AEB6DDD647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D22E7E-5819-08C2-A146-A155941360ED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1B85D6D-FC04-06E3-E71F-1302B8AF321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F9569FC-5ABA-DB2F-2A2E-5B998AB173DD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F8DF8B5-8D3C-69D1-CB85-77895A4372D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E9B7357-344D-142C-DD65-56E2B78BC12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B1316DE-360D-0FDF-EC47-5243FF5B7915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240405D-BF3F-F279-2B68-D819EBA49EE0}"/>
              </a:ext>
            </a:extLst>
          </p:cNvPr>
          <p:cNvSpPr/>
          <p:nvPr/>
        </p:nvSpPr>
        <p:spPr>
          <a:xfrm>
            <a:off x="5467350" y="428625"/>
            <a:ext cx="841375" cy="685800"/>
          </a:xfrm>
          <a:custGeom>
            <a:avLst/>
            <a:gdLst>
              <a:gd name="csX0" fmla="*/ 841375 w 841375"/>
              <a:gd name="csY0" fmla="*/ 0 h 685800"/>
              <a:gd name="csX1" fmla="*/ 841375 w 841375"/>
              <a:gd name="csY1" fmla="*/ 0 h 685800"/>
              <a:gd name="csX2" fmla="*/ 838200 w 841375"/>
              <a:gd name="csY2" fmla="*/ 685800 h 685800"/>
              <a:gd name="csX3" fmla="*/ 0 w 841375"/>
              <a:gd name="csY3" fmla="*/ 679450 h 685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41375" h="685800">
                <a:moveTo>
                  <a:pt x="841375" y="0"/>
                </a:moveTo>
                <a:lnTo>
                  <a:pt x="841375" y="0"/>
                </a:lnTo>
                <a:cubicBezTo>
                  <a:pt x="840317" y="228600"/>
                  <a:pt x="839258" y="457200"/>
                  <a:pt x="838200" y="685800"/>
                </a:cubicBezTo>
                <a:lnTo>
                  <a:pt x="0" y="6794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61657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C1DD5-2A7C-8604-57F2-6B6D09F94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ADDED-5A06-4080-3A91-274D1AD3E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65597E3-BEDF-7D5A-CEE6-EDA839C6FC7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329A73-EF9A-A193-665D-5A744C9CA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C9BCE43-F62C-C45C-7EE9-3A0E71A9C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2A42329-652F-E334-01D2-D434964795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65E63E5-1679-31E7-06E2-DF937CBE4A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AC349D-B7D1-44A8-350B-B4BEBA746EF4}"/>
              </a:ext>
            </a:extLst>
          </p:cNvPr>
          <p:cNvSpPr/>
          <p:nvPr/>
        </p:nvSpPr>
        <p:spPr>
          <a:xfrm>
            <a:off x="2599362" y="2398763"/>
            <a:ext cx="1910993" cy="146431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8BFD02-221B-409D-DFDD-3FFFA15CA8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7283" y="2605960"/>
            <a:ext cx="5785332" cy="36815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53005974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9980-2F3D-84E0-EEA0-25DA43AB9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2257301-3569-B9AE-FB01-33C4CA7887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0E6EBCC-7E1F-AE62-A702-42A340967F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99E954D-DA2D-5AD3-CA23-E5AA543E7F5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6FBACC8-91AF-4C1E-4C2A-BE5DEDC719D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6F251D0-E376-C2C5-6259-3289F040361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38E93A6-9703-18F4-3ACA-18B757FE2712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5CBF090-A774-8EC1-3552-CF799BA7522A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73301A-72D0-5FD0-367B-D8D9E025F1C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E194768-AB44-8CCB-C952-0545250CB6BF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29E3EFD-0ACB-F9D0-6486-F895881501BC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E47F758-0B14-B08E-F4B6-1E532851CEE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EAEEAED-F033-F6F3-BC5F-53A1845BF9A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65D463C-414A-4D96-A2E3-3DEE4EAE8B4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B5125DE-261E-3866-F2A1-69C5A30CCDD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4F66E1E-DD31-844F-CBD5-4EE4E81F2E78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7D9D107-0CA0-2F38-8EE2-45939E7EF70A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77699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7177-97AC-23BB-8678-8D9D233A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C3926-01F1-BE5A-CB54-7058A665C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F453949-C553-57F7-F29C-9D8A27BFA62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7956F20-5AA0-CBA2-54F7-B801D85F0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8CDBE8-B574-A89E-FD71-4197DD785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BCEACE4-A8AB-62DF-01E6-1B26F28B48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B6A060D-A8CA-1D9C-3F43-B030D0842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7951B29-C13C-8C9E-3B5D-8B901790E8BE}"/>
              </a:ext>
            </a:extLst>
          </p:cNvPr>
          <p:cNvSpPr/>
          <p:nvPr/>
        </p:nvSpPr>
        <p:spPr>
          <a:xfrm>
            <a:off x="2599362" y="2398763"/>
            <a:ext cx="1910993" cy="270749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7E533B-A4EC-0F4C-A388-C7B280AB45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5164" y="3029946"/>
            <a:ext cx="7429755" cy="294273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33973362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5F758-4E46-A511-2E3F-4E103957F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7E8906EB-6127-C072-68CF-5F30CCA88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6B59D45-5E2C-BDF1-9F78-C146309A27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DCC69B-5F53-511A-C1F6-EE69267DFB3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862EF3A-ECD6-4D42-EB1C-2134D8BF924C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E3F2E97-F1A2-1DDE-2AD9-31AA590AA48E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F4CD8-26F0-1D63-9E20-3CE2187051A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96F9AA4-01F9-1FB9-367C-EA8E69178960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7D879F-33FE-C84D-53F1-32B32ADAD2EA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3687ADB-E54A-1E7D-694B-3775C0284D47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F4237B3-5E94-20DD-4618-815406DF0FC4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9C120BD-EC3D-6659-5DE2-A795AF04127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95D944D-BD96-270C-9C44-4031D40DCE6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A770165-AE99-7CFB-D347-11921842D87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DFC30F6-30D9-6FCA-0305-7A0A57AF677D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2ED17C7-2376-C25E-07CE-1BB0F81F9C93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A1B736-4B99-9D5A-43A3-89AFA78624BA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1783A32-F89D-6CA5-92F4-F78D142DDFE0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F1B0F59-6076-6396-AEC2-0FAA7FA89BB2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8054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79BCF-842C-8CCA-873A-254E884B4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FE64A-F1F0-2FFC-05B0-B017B4045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C13870-79F0-4DB6-95E5-3756860F7E2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3AFE87-8568-D987-EF9B-8F7A7A52E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53ACE-9C0A-A029-C8EF-CE8516964D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0FC8C3A-27FE-FAAA-9AB9-DD9039A75D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274395B-E1E0-36D2-F72B-E807698F52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9FEEC82-7397-55B8-937E-3399282E47B2}"/>
              </a:ext>
            </a:extLst>
          </p:cNvPr>
          <p:cNvSpPr/>
          <p:nvPr/>
        </p:nvSpPr>
        <p:spPr>
          <a:xfrm>
            <a:off x="611241" y="3544585"/>
            <a:ext cx="3960759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8B952F-1209-CF65-BAB5-8F8012B1FC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0009" y="2482932"/>
            <a:ext cx="5115639" cy="34104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7139141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2DD18-448E-7E85-2BB7-EF12FE0D1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111965E-4C3B-2444-0972-AF2F2473C9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FE392CF8-D9F8-8DDA-1803-F8F284663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B202633-BAB2-C77F-61B0-59ECBEAC694E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8217B61-7BA4-8F66-0E18-4C39DBBAC05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01AA8BD-C11C-ECA9-9D4C-E570173F81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E5CBA08-D5AD-9D84-FC10-B3FCC35E35A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DB2A1EE-7BE9-55BF-2702-13EEB55085F0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A2ADAA5-409B-21B4-1125-3E4C041E165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D987942-B3B2-DF47-758C-C6220131A7D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EC8CC1F-39E0-FEA7-50FE-56BDBCB6AC3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7BC36FAE-9E84-E05C-2305-33207DFDB9C4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0621AB7-5D9F-1F63-B000-05811D9702FC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E4BF509-9594-03DB-4732-5C6B3FCF936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A0D346-1BE0-C1F0-8166-3313A8A73953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C534F18-EE03-8D60-CD6A-3CBA4E74F86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83FBF40-0DD9-131B-7131-941E12CB664C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F23941B-AB75-E230-0D6C-8B0544D2E1A9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5B42A2F-8AF9-F665-97A0-ED88885A391A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710C391-44CA-B1FF-DF33-498E9BDF4C6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CB8B1EF-4899-5239-590E-A7856C4D23D7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13487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801DD-510C-DFE1-E6EB-1F0D27F07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32CC7-5C4D-B46C-B302-0EAFBD470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26367E4-BF17-DC08-A75D-3AA1023F54E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42F28C-AB95-E9BB-2B40-6B39D457E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608318E-D7DB-A36F-EE7B-1E45F53A48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2C1E84C-F00A-BBC6-7B2E-DBD552388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E01117E-3AD7-C992-FFB2-37F5588194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8919AD3-E0D4-466A-AC48-8ED8258BA452}"/>
              </a:ext>
            </a:extLst>
          </p:cNvPr>
          <p:cNvSpPr/>
          <p:nvPr/>
        </p:nvSpPr>
        <p:spPr>
          <a:xfrm>
            <a:off x="611241" y="3544585"/>
            <a:ext cx="3960759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C03DA0-1B71-3B03-8BB6-6D00364C98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3015503"/>
            <a:ext cx="7189766" cy="22654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683283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95D8EB-1B57-F949-6324-EA909E773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0CC65742-9381-1EA2-4D6C-193BFD5DDFB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57" name="Rectangle 56">
            <a:extLst>
              <a:ext uri="{FF2B5EF4-FFF2-40B4-BE49-F238E27FC236}">
                <a16:creationId xmlns:a16="http://schemas.microsoft.com/office/drawing/2014/main" id="{CEAF7774-7FB1-B401-8B27-E4F422E97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D794F3-C099-EDA5-1737-838D45303D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3301E0F-1B7D-8DE1-553A-C403733C32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820" y="682228"/>
            <a:ext cx="11450654" cy="5938693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40100E6-0A45-DB37-1CF9-DA2B1B822A50}"/>
              </a:ext>
            </a:extLst>
          </p:cNvPr>
          <p:cNvSpPr/>
          <p:nvPr/>
        </p:nvSpPr>
        <p:spPr>
          <a:xfrm>
            <a:off x="3195138" y="4036846"/>
            <a:ext cx="1520700" cy="932380"/>
          </a:xfrm>
          <a:prstGeom prst="roundRect">
            <a:avLst/>
          </a:prstGeom>
          <a:solidFill>
            <a:srgbClr val="ACD433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9132DDC-D95C-69A7-1076-ACE57078F6D5}"/>
              </a:ext>
            </a:extLst>
          </p:cNvPr>
          <p:cNvSpPr/>
          <p:nvPr/>
        </p:nvSpPr>
        <p:spPr>
          <a:xfrm>
            <a:off x="4818455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78D27C0-0B91-254A-0C72-003E0DCE2D6A}"/>
              </a:ext>
            </a:extLst>
          </p:cNvPr>
          <p:cNvSpPr/>
          <p:nvPr/>
        </p:nvSpPr>
        <p:spPr>
          <a:xfrm>
            <a:off x="6441772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9D0A1F5-752A-6984-2A37-236267F3554F}"/>
              </a:ext>
            </a:extLst>
          </p:cNvPr>
          <p:cNvSpPr/>
          <p:nvPr/>
        </p:nvSpPr>
        <p:spPr>
          <a:xfrm>
            <a:off x="8065089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8871773-2478-EAE4-9840-1975BC6BB676}"/>
              </a:ext>
            </a:extLst>
          </p:cNvPr>
          <p:cNvSpPr/>
          <p:nvPr/>
        </p:nvSpPr>
        <p:spPr>
          <a:xfrm>
            <a:off x="3195137" y="5064262"/>
            <a:ext cx="6390651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80611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6A790-8DF9-90BA-C4DF-D922FE6AF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24B2132E-3AAA-46D2-5320-603A8B5385E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4BA21EA-3496-D003-E631-024C9CA746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E809E77-EF85-BD22-3DBF-EDA1B26265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820" y="682228"/>
            <a:ext cx="11450654" cy="5938693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D32289F-C329-3672-7113-B82915A2C88B}"/>
              </a:ext>
            </a:extLst>
          </p:cNvPr>
          <p:cNvSpPr/>
          <p:nvPr/>
        </p:nvSpPr>
        <p:spPr>
          <a:xfrm>
            <a:off x="3195138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5CF95CF-57D6-0858-621E-50519CC39EF2}"/>
              </a:ext>
            </a:extLst>
          </p:cNvPr>
          <p:cNvSpPr/>
          <p:nvPr/>
        </p:nvSpPr>
        <p:spPr>
          <a:xfrm>
            <a:off x="4818455" y="4036846"/>
            <a:ext cx="1520700" cy="932380"/>
          </a:xfrm>
          <a:prstGeom prst="roundRect">
            <a:avLst/>
          </a:prstGeom>
          <a:solidFill>
            <a:srgbClr val="ACD433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F212F4D-EF3E-3038-9947-445BE814523C}"/>
              </a:ext>
            </a:extLst>
          </p:cNvPr>
          <p:cNvSpPr/>
          <p:nvPr/>
        </p:nvSpPr>
        <p:spPr>
          <a:xfrm>
            <a:off x="6441772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147CDFB-0F92-4C04-8784-19394A40FC58}"/>
              </a:ext>
            </a:extLst>
          </p:cNvPr>
          <p:cNvSpPr/>
          <p:nvPr/>
        </p:nvSpPr>
        <p:spPr>
          <a:xfrm>
            <a:off x="8065089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CCB1B6-2274-FC1F-02FC-E2056AF89882}"/>
              </a:ext>
            </a:extLst>
          </p:cNvPr>
          <p:cNvSpPr/>
          <p:nvPr/>
        </p:nvSpPr>
        <p:spPr>
          <a:xfrm>
            <a:off x="3195137" y="5064262"/>
            <a:ext cx="6390651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72098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12206</TotalTime>
  <Words>607</Words>
  <Application>Microsoft Office PowerPoint</Application>
  <PresentationFormat>Widescreen</PresentationFormat>
  <Paragraphs>134</Paragraphs>
  <Slides>76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80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Layer - 01 </vt:lpstr>
      <vt:lpstr>Essential EA Meta-Model - Business Conceptual - 02 </vt:lpstr>
      <vt:lpstr>Essential EA Meta-Model - Business Layer - 03 </vt:lpstr>
      <vt:lpstr>Essential EA Meta-Model - Business Layer - 04 </vt:lpstr>
      <vt:lpstr>Essential EA Meta-Model - Business Layer - 05 </vt:lpstr>
      <vt:lpstr>PowerPoint Presentation</vt:lpstr>
      <vt:lpstr>Essential EA Meta-Model - Business Layer - 06 </vt:lpstr>
      <vt:lpstr>PowerPoint Presentation</vt:lpstr>
      <vt:lpstr>Essential EA Meta-Model - Business Layer - 07 </vt:lpstr>
      <vt:lpstr>PowerPoint Presentation</vt:lpstr>
      <vt:lpstr>Essential EA Meta-Model - Business Layer - 08 </vt:lpstr>
      <vt:lpstr>PowerPoint Presentation</vt:lpstr>
      <vt:lpstr>Essential EA Meta-Model - Business Layer - 09 </vt:lpstr>
      <vt:lpstr>PowerPoint Presentation</vt:lpstr>
      <vt:lpstr>Essential EA Meta-Model - Business Layer - 10 </vt:lpstr>
      <vt:lpstr>PowerPoint Presentation</vt:lpstr>
      <vt:lpstr>Essential EA Meta-Model - Business Layer - 11 </vt:lpstr>
      <vt:lpstr>PowerPoint Presentation</vt:lpstr>
      <vt:lpstr>Essential EA Meta-Model - Business Layer - 12 </vt:lpstr>
      <vt:lpstr>PowerPoint Presentation</vt:lpstr>
      <vt:lpstr>Essential EA Meta-Model - Business Layer - 13 </vt:lpstr>
      <vt:lpstr>PowerPoint Presentation</vt:lpstr>
      <vt:lpstr>Essential EA Meta-Model - Business Layer - 14</vt:lpstr>
      <vt:lpstr>PowerPoint Presentation</vt:lpstr>
      <vt:lpstr>Essential EA Meta-Model - Business Layer - 15</vt:lpstr>
      <vt:lpstr>PowerPoint Presentation</vt:lpstr>
      <vt:lpstr>Essential EA Meta-Model - Business Layer - 16</vt:lpstr>
      <vt:lpstr>PowerPoint Presentation</vt:lpstr>
      <vt:lpstr>Essential EA Meta-Model - Business Layer - 17</vt:lpstr>
      <vt:lpstr>PowerPoint Presentation</vt:lpstr>
      <vt:lpstr>Essential EA Meta-Model - Business Layer - 18</vt:lpstr>
      <vt:lpstr>PowerPoint Presentation</vt:lpstr>
      <vt:lpstr>Essential EA Meta-Model - Business Layer - 19</vt:lpstr>
      <vt:lpstr>PowerPoint Presentation</vt:lpstr>
      <vt:lpstr>Essential EA Meta-Model - Business Layer - 20</vt:lpstr>
      <vt:lpstr>PowerPoint Presentation</vt:lpstr>
      <vt:lpstr>Essential EA Meta-Model - Business Layer - 21</vt:lpstr>
      <vt:lpstr>PowerPoint Presentation</vt:lpstr>
      <vt:lpstr>Essential EA Meta-Model - Business Layer - 22</vt:lpstr>
      <vt:lpstr>PowerPoint Presentation</vt:lpstr>
      <vt:lpstr>Essential EA Meta-Model - Business Layer - 23</vt:lpstr>
      <vt:lpstr>PowerPoint Presentation</vt:lpstr>
      <vt:lpstr>Essential EA Meta-Model - Business Layer - 24</vt:lpstr>
      <vt:lpstr>PowerPoint Presentation</vt:lpstr>
      <vt:lpstr>Essential EA Meta-Model - Business Layer - 25</vt:lpstr>
      <vt:lpstr>PowerPoint Presentation</vt:lpstr>
      <vt:lpstr>Essential EA Meta-Model - Business Layer - 26</vt:lpstr>
      <vt:lpstr>PowerPoint Presentation</vt:lpstr>
      <vt:lpstr>Essential EA Meta-Model - Business Layer - Summary</vt:lpstr>
      <vt:lpstr>PowerPoint Presentation</vt:lpstr>
      <vt:lpstr>Essential EA Meta-Model - Application Layer - 01</vt:lpstr>
      <vt:lpstr>PowerPoint Presentation</vt:lpstr>
      <vt:lpstr>Essential EA Meta-Model - Application Layer - 02</vt:lpstr>
      <vt:lpstr>PowerPoint Presentation</vt:lpstr>
      <vt:lpstr>Essential EA Meta-Model - Application Layer - 03</vt:lpstr>
      <vt:lpstr>PowerPoint Presentation</vt:lpstr>
      <vt:lpstr>Essential EA Meta-Model - Application Layer - 04</vt:lpstr>
      <vt:lpstr>PowerPoint Presentation</vt:lpstr>
      <vt:lpstr>Essential EA Meta-Model - Application Layer - 05</vt:lpstr>
      <vt:lpstr>PowerPoint Presentation</vt:lpstr>
      <vt:lpstr>Essential EA Meta-Model - Application Layer - 06</vt:lpstr>
      <vt:lpstr>PowerPoint Presentation</vt:lpstr>
      <vt:lpstr>Essential EA Meta-Model - Application Layer - 07</vt:lpstr>
      <vt:lpstr>PowerPoint Presentation</vt:lpstr>
      <vt:lpstr>Essential EA Meta-Model - Application Layer - 08</vt:lpstr>
      <vt:lpstr>PowerPoint Presentation</vt:lpstr>
      <vt:lpstr>Essential EA Meta-Model - Application Layer - 09</vt:lpstr>
      <vt:lpstr>Thank You!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74</cp:revision>
  <dcterms:created xsi:type="dcterms:W3CDTF">2026-03-17T00:40:27Z</dcterms:created>
  <dcterms:modified xsi:type="dcterms:W3CDTF">2026-04-04T12:59:53Z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
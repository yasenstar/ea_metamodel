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57"/>
  </p:notesMasterIdLst>
  <p:handoutMasterIdLst>
    <p:handoutMasterId r:id="rId58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267" r:id="rId5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4" autoAdjust="0"/>
    <p:restoredTop sz="94641" autoAdjust="0"/>
  </p:normalViewPr>
  <p:slideViewPr>
    <p:cSldViewPr snapToGrid="0">
      <p:cViewPr varScale="1">
        <p:scale>
          <a:sx n="49" d="100"/>
          <a:sy n="49" d="100"/>
        </p:scale>
        <p:origin x="39" y="11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61" Type="http://schemas.openxmlformats.org/officeDocument/2006/relationships/theme" Target="theme/them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4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9737</TotalTime>
  <Words>419</Words>
  <Application>Microsoft Office PowerPoint</Application>
  <PresentationFormat>Widescreen</PresentationFormat>
  <Paragraphs>88</Paragraphs>
  <Slides>52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6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59</cp:revision>
  <dcterms:created xsi:type="dcterms:W3CDTF">2026-03-17T00:40:27Z</dcterms:created>
  <dcterms:modified xsi:type="dcterms:W3CDTF">2026-03-29T02:05:55Z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
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4" r:id="rId59"/>
    <p:sldId id="267" r:id="rId6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4D87-4D93-4A18-98B6-602331846D5F}">
          <p14:sldIdLst>
            <p14:sldId id="256"/>
            <p14:sldId id="270"/>
            <p14:sldId id="273"/>
            <p14:sldId id="274"/>
            <p14:sldId id="271"/>
            <p14:sldId id="272"/>
          </p14:sldIdLst>
        </p14:section>
        <p14:section name="Business_Layer" id="{BE012B2F-C749-46CF-BEEF-A16D22C39499}">
          <p14:sldIdLst>
            <p14:sldId id="275"/>
            <p14:sldId id="276"/>
            <p14:sldId id="277"/>
            <p14:sldId id="279"/>
            <p14:sldId id="281"/>
            <p14:sldId id="278"/>
            <p14:sldId id="280"/>
            <p14:sldId id="283"/>
            <p14:sldId id="282"/>
            <p14:sldId id="284"/>
            <p14:sldId id="285"/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  <p14:sldId id="296"/>
            <p14:sldId id="295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</p14:sldIdLst>
        </p14:section>
        <p14:section name="Application_Layer" id="{D2AE7FF9-7C61-4308-9CAD-AF4B81EEF655}">
          <p14:sldIdLst>
            <p14:sldId id="324"/>
          </p14:sldIdLst>
        </p14:section>
        <p14:section name="Information_Layer" id="{91D2F92F-6A77-4060-BC4D-057B76B9D342}">
          <p14:sldIdLst/>
        </p14:section>
        <p14:section name="Technology_Layer" id="{EAC4D6A4-96CD-419F-B787-2374DA96253E}">
          <p14:sldIdLst/>
        </p14:section>
        <p14:section name="Summary" id="{692B0B4A-5957-4A45-A2B9-BA502512D0B7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4" autoAdjust="0"/>
    <p:restoredTop sz="94641" autoAdjust="0"/>
  </p:normalViewPr>
  <p:slideViewPr>
    <p:cSldViewPr snapToGrid="0">
      <p:cViewPr varScale="1">
        <p:scale>
          <a:sx n="49" d="100"/>
          <a:sy n="49" d="100"/>
        </p:scale>
        <p:origin x="60" y="106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CD2-D96E-90E4-51ED-C39265F8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EB506-FD21-590E-9CD4-D40250145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28FED-7CE9-FEDC-70D0-E49E4D0B3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02F2D-BF68-E415-67E8-F28B954F9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12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A65A-B270-1EC5-2C4F-343992F3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AFE69-4712-E688-7113-ADDF2A89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99631-1055-1CB1-66FC-E599E818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8D67-4C37-B79B-ACDD-0B406B13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096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4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9F6B1-753E-426E-E595-BB4B6976B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962" y="2414976"/>
            <a:ext cx="7986602" cy="3546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799F-73C7-E2B4-ECCE-38940044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0C6907-62CB-8258-E16A-F89DF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CAE2A8-8B61-9841-5835-9AB5AE16760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B4B15-870A-5E5F-BA00-33D4F5A6B33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08FCD-84AC-7443-1205-BF3D14D768B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3762D-0D51-6FEE-32C7-91DE8F8F031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8D866-C13A-BD5E-4A5B-3E5187CFAD2F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A09955-6F4A-D0A4-AECC-9265FD2E9893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73187-9CB0-B2C9-AE3B-AD2CF0AF3D3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72B0A9-84B3-2CCD-C3BC-0112E92F2C04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521E24-DD13-7370-1320-44639ADC3BE1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68463-8AC1-AB07-7486-15557EC18C80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E28ED41-62BE-B8CA-2278-D144FA80E02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2090AA-C140-7327-CBEC-AAA28D069EB6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255E5FA7-E75B-0522-422F-51A1A590916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0456945-4A70-207C-366B-B2FADDB3BF6A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29F7E26-2C92-4E3A-5C41-E7A5E70FA0D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65E2F48-3D03-AE8A-6F62-4F248C71372D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3A0989C-8CEB-9A56-8EE3-DA486E321162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EDED6AF-8DCD-C2F8-3DEE-6079CA8EE3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18B4B-16A4-2288-B9AB-DAA8B1674BF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86F2D38-6BB4-B924-F07B-3BD941830E0A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9BD85390-955B-6C6B-02DA-38E1A4AB8073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C6A70FD-82D3-3905-B08A-04FE3353D398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B7E5015-7F76-2B2E-CD45-25F46CAE2CEC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85F69CA-6A5C-F425-2F96-BB7A3A541066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9147CBA-998E-CBF9-AEC2-47376B2CF165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5D39CBF-5B8F-AE81-B25E-34867AA7583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1ADA579-EE96-7A8C-AE46-F7F0C6FCE5E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A6F5F168-90E2-36E2-D4E3-0AA562F0FF7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6A0C9FB-3DA6-158B-FA27-49741E8EC4F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96F7C76-AFE8-CD2A-60F8-1A0CD0628DBD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208A884-479B-2446-14FD-21946609E97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493BC8B-40D8-D94C-780E-A43C686C1D7B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13D24A9-8C8F-5397-4535-D6285EEC91C9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BB0893-4F96-079C-EDEE-CA770CC0E4B8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CBDD68B-37FB-6D15-224E-7588343DCA57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BCD09-6CAD-586A-B485-0AA725DEC35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6D52C2-9A94-BDF5-FC9C-CD7660493A2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9F5F24-79B3-7DDD-D75B-A3FA9C9C593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8723A95-EF99-8259-EA03-1BA5D22C8E9D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494EA4B-C40E-BD86-DCBE-3C80567EF088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6769A7-DCCC-3F3C-8AE9-0F6C582396D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21F4C1F-4396-2E5B-A74D-9C0993AB000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BED162-43A5-7861-0A41-36F37A39D67D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2977AC-3C97-8FB1-B230-52D35F155BA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7F872B-3DDE-92CF-19C4-30CDF87BE8C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53D7C9-22B1-3FFE-8C1C-2016F3E52223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D7CA2F-E813-A481-4C49-78A4DEDF2D7B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093ADC9-BB4E-7FD0-A94A-E73EFB5E7C0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64DFF91-3DAD-DA88-813F-145B4C5217C9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3C257FC-166A-D645-0356-C09F4DC35A23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B533F11-B881-3486-1366-B7FFEC2A5C24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57BCACB-1530-A56A-1D5F-A46D8F975F21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56385F-7BA3-C28F-8B55-3520DC657DE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5610FBB-3EE3-2967-8BAB-8CDA4AFFC1A8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238A6D-64AF-FD6C-3417-28B832E16C95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5A91C-8E7B-FBFA-BC81-6DE2846D220C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A8009AA-C578-75F0-B444-95548A93D804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8A44F80-8BDF-C0FD-FF7F-AFEEA84FA3D6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D00D530-794F-7132-B11C-40B01D88AFBD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A576-1469-E7B8-EBE3-BD51F908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BD6-A184-D7A7-1F4A-0B040EC0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381DA1-B13C-3B11-6A92-C0D10C681F7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CE09-EB56-850B-CEB9-EC425DC57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57BF9D-61CC-9A67-7EF8-28CC4B4A196B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3C9FBF-8477-19D2-20D0-8946F0C3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0AD0B-9B12-1BCE-B7B4-E2B08B9B2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DEA6EC-B588-7CE8-9F37-25E1692FF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BDDA9A-68B9-44AE-2F45-474AA49FF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169" y="3253778"/>
            <a:ext cx="4617990" cy="19416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318C24-D913-BA84-FE06-F844D6CE3A38}"/>
              </a:ext>
            </a:extLst>
          </p:cNvPr>
          <p:cNvSpPr/>
          <p:nvPr/>
        </p:nvSpPr>
        <p:spPr>
          <a:xfrm>
            <a:off x="2562035" y="3693337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45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6011-8CBD-97A5-AB29-B1EB2AE9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51618-D1BD-1708-B4C1-48294D155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084631-93FB-1177-F3D3-78ED993C1863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AC590-AAD9-2A0F-1D86-73F215C95100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B8E77D-DD72-D437-5DF0-1337A9101A7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82FAB3-838B-917E-1F3B-FF59BF9E6C3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80A912-3E91-915D-6BEE-1CA1AA98D39C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8C813B-E739-5DF5-D1B1-66DFD45A963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EE584-9E79-CC7C-4BA7-D16ACEC6CFD0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B15453-FAEB-7F20-C6E9-1F108E08A57B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DE307B-4BDF-02C2-C938-FC3880BC411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85452-212F-40CD-B5F9-950705A70047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8DE6EE-0F93-5C57-F6D5-142712576F8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A4A769-1010-1C1C-0201-7339EAE1517D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FC43A65-397E-8B8C-7FB3-ED1FF425C2B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1061252-78DC-810A-5056-7EC7B01C4E97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317BCA6-708E-182E-EB85-86B24287E71F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DB3522F-B428-367B-70B9-D1A71C1E0986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95BD138-BD57-196F-324B-42976A612DC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5C86EC9-4341-A9BC-F616-97430312B3BF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65F58DA-9B00-2D8B-40D8-A97AA578A28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9E7143D-5ED1-631E-DA36-3E8BBEF60780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B9577ED-FC31-9D0D-007A-966EC10A6002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9283E1F-1EE6-AC10-DE80-7F57D948CDF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26B15B2-BDF0-73AA-8454-8B3BADD3FC9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BB8C0A5-1F02-96A5-CE24-E7074977AC1E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2F25EB9-F81B-F0E7-AC31-2E425F5662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D493984-6CCD-0123-C97E-BC577722CF8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9DEBAD9-458D-1D88-CA19-22529B7FBBE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9CCDF386-55E0-2327-993A-240ACE04576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AB1306A-349E-052C-8C49-A6A0E0DB36C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B4CCEC-6D88-88C6-6D0E-8EA7346E953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D27DB7A-B7E5-1BE8-0B2C-ACD6F931914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E5A5E0-02F3-70CE-F69E-FEB6A2264843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D8E017-AA8A-D9FF-C87C-A30138A77F86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D8B9541-CDBF-06F7-DDC7-36282BBAD66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580886-905E-9589-E420-0A982B35014B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668A075-5D89-6C76-600A-69D2B637A8A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8FF2BF-22E3-6A77-5A9B-A1B79BD14374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B4399A7-C758-B67E-3AA1-4154D7E6256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0CC01E1-C78D-DDEA-71F4-16F1B8361611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0B9832-DD9F-BCFC-0121-57B2922FA7B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6ECC51E-2CBC-B2C5-4203-07C964C0888F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B2DDE8E-3EDC-5BBE-56B3-0EBEE7901917}"/>
              </a:ext>
            </a:extLst>
          </p:cNvPr>
          <p:cNvSpPr/>
          <p:nvPr/>
        </p:nvSpPr>
        <p:spPr>
          <a:xfrm>
            <a:off x="3981450" y="3605212"/>
            <a:ext cx="621372" cy="45719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A9D503F-28E0-8FA3-C677-C035A1704032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E27F89E-5E72-1860-D8F1-2B33DD508112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725496-D4FD-5FF5-7B32-0DCAA57DFCF4}"/>
              </a:ext>
            </a:extLst>
          </p:cNvPr>
          <p:cNvSpPr/>
          <p:nvPr/>
        </p:nvSpPr>
        <p:spPr>
          <a:xfrm>
            <a:off x="3638550" y="3690937"/>
            <a:ext cx="97133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E64D3A-EA1D-8C9F-D9C0-8C2C4FA06CD0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E0355AB-5306-4847-4338-4F3A45AF132E}"/>
              </a:ext>
            </a:extLst>
          </p:cNvPr>
          <p:cNvSpPr/>
          <p:nvPr/>
        </p:nvSpPr>
        <p:spPr>
          <a:xfrm>
            <a:off x="2933700" y="2849880"/>
            <a:ext cx="1711325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A7603F1-2C55-F8B7-B25C-CE8C200A7C5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BA3668F-E043-1AAE-54F3-14347EE84C0C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EA5FD5-5CA4-3BA0-0111-B03A255997F0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91AF0CC-DF6D-416B-58F8-F666E714EB6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21DDF1-50AE-CE4D-A568-54628314835B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88DBA14-D089-A0DB-6234-216C686905F2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94B236-13ED-C950-5904-0CA85E968482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609F5AF-3871-1834-83CD-0C0AB1631709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866C3B-08B3-CA69-7CD8-4820D94B30E2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5298AB-8E8C-B213-04C5-6CB473DA32AB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AA1D04-35A6-A746-1BAF-E3212B169144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35F40D7-792C-11A5-4EA4-F0AB05208A53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A4070E3-E118-161A-223A-0EF6A22D1AF4}"/>
              </a:ext>
            </a:extLst>
          </p:cNvPr>
          <p:cNvSpPr/>
          <p:nvPr/>
        </p:nvSpPr>
        <p:spPr>
          <a:xfrm>
            <a:off x="5019674" y="4856888"/>
            <a:ext cx="606425" cy="162788"/>
          </a:xfrm>
          <a:custGeom>
            <a:avLst/>
            <a:gdLst>
              <a:gd name="csX0" fmla="*/ 0 w 609600"/>
              <a:gd name="csY0" fmla="*/ 190500 h 190500"/>
              <a:gd name="csX1" fmla="*/ 3175 w 609600"/>
              <a:gd name="csY1" fmla="*/ 0 h 190500"/>
              <a:gd name="csX2" fmla="*/ 609600 w 609600"/>
              <a:gd name="csY2" fmla="*/ 31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600" h="190500">
                <a:moveTo>
                  <a:pt x="0" y="190500"/>
                </a:moveTo>
                <a:cubicBezTo>
                  <a:pt x="1058" y="127000"/>
                  <a:pt x="2117" y="63500"/>
                  <a:pt x="3175" y="0"/>
                </a:cubicBezTo>
                <a:lnTo>
                  <a:pt x="609600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44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E7B9-C028-B076-0981-EA506BE52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1040-574F-42D7-3AFD-54B9895CC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 - 01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237B52-52E0-38A3-4A47-21AF7B6974A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47924-C319-858A-F4BF-4B672A397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31CCE-F251-2D7A-0EBD-31E8C0736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763DD-10F3-A7D0-F298-038E6EF5C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D7E85-3188-DDAB-7469-E908AA31C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DAC325-F2B9-EEF6-59CC-BF8BA1E0EBFD}"/>
              </a:ext>
            </a:extLst>
          </p:cNvPr>
          <p:cNvSpPr/>
          <p:nvPr/>
        </p:nvSpPr>
        <p:spPr>
          <a:xfrm>
            <a:off x="2551761" y="2409068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96920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10006</TotalTime>
  <Words>443</Words>
  <Application>Microsoft Office PowerPoint</Application>
  <PresentationFormat>Widescreen</PresentationFormat>
  <Paragraphs>96</Paragraphs>
  <Slides>56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PowerPoint Presentation</vt:lpstr>
      <vt:lpstr>Essential EA Meta-Model - Business Layer - 26</vt:lpstr>
      <vt:lpstr>PowerPoint Presentation</vt:lpstr>
      <vt:lpstr>Essential EA Meta-Model - Application Layer - 01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63</cp:revision>
  <dcterms:created xsi:type="dcterms:W3CDTF">2026-03-17T00:40:27Z</dcterms:created>
  <dcterms:modified xsi:type="dcterms:W3CDTF">2026-03-29T06:34:57Z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
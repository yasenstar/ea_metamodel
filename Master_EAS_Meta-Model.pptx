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67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 varScale="1">
        <p:scale>
          <a:sx n="57" d="100"/>
          <a:sy n="57" d="100"/>
        </p:scale>
        <p:origin x="51" y="9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3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4732</TotalTime>
  <Words>299</Words>
  <Application>Microsoft Office PowerPoint</Application>
  <PresentationFormat>Widescreen</PresentationFormat>
  <Paragraphs>56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38</cp:revision>
  <dcterms:created xsi:type="dcterms:W3CDTF">2026-03-17T00:40:27Z</dcterms:created>
  <dcterms:modified xsi:type="dcterms:W3CDTF">2026-03-25T14:40:36Z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
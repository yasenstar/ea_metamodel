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2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816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2301411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2516</TotalTime>
  <Words>189</Words>
  <Application>Microsoft Office PowerPoint</Application>
  <PresentationFormat>Widescreen</PresentationFormat>
  <Paragraphs>34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</cp:revision>
  <dcterms:created xsi:type="dcterms:W3CDTF">2026-03-17T00:40:27Z</dcterms:created>
  <dcterms:modified xsi:type="dcterms:W3CDTF">2026-03-21T13:28:46Z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
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62"/>
  </p:notesMasterIdLst>
  <p:handoutMasterIdLst>
    <p:handoutMasterId r:id="rId63"/>
  </p:handoutMasterIdLst>
  <p:sldIdLst>
    <p:sldId id="256" r:id="rId5"/>
    <p:sldId id="270" r:id="rId6"/>
    <p:sldId id="273" r:id="rId7"/>
    <p:sldId id="274" r:id="rId8"/>
    <p:sldId id="271" r:id="rId9"/>
    <p:sldId id="272" r:id="rId10"/>
    <p:sldId id="275" r:id="rId11"/>
    <p:sldId id="276" r:id="rId12"/>
    <p:sldId id="277" r:id="rId13"/>
    <p:sldId id="279" r:id="rId14"/>
    <p:sldId id="281" r:id="rId15"/>
    <p:sldId id="278" r:id="rId16"/>
    <p:sldId id="280" r:id="rId17"/>
    <p:sldId id="283" r:id="rId18"/>
    <p:sldId id="282" r:id="rId19"/>
    <p:sldId id="284" r:id="rId20"/>
    <p:sldId id="285" r:id="rId21"/>
    <p:sldId id="287" r:id="rId22"/>
    <p:sldId id="286" r:id="rId23"/>
    <p:sldId id="288" r:id="rId24"/>
    <p:sldId id="289" r:id="rId25"/>
    <p:sldId id="290" r:id="rId26"/>
    <p:sldId id="291" r:id="rId27"/>
    <p:sldId id="292" r:id="rId28"/>
    <p:sldId id="293" r:id="rId29"/>
    <p:sldId id="296" r:id="rId30"/>
    <p:sldId id="295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22" r:id="rId57"/>
    <p:sldId id="323" r:id="rId58"/>
    <p:sldId id="325" r:id="rId59"/>
    <p:sldId id="324" r:id="rId60"/>
    <p:sldId id="267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0F14D87-4D93-4A18-98B6-602331846D5F}">
          <p14:sldIdLst>
            <p14:sldId id="256"/>
            <p14:sldId id="270"/>
            <p14:sldId id="273"/>
            <p14:sldId id="274"/>
            <p14:sldId id="271"/>
            <p14:sldId id="272"/>
          </p14:sldIdLst>
        </p14:section>
        <p14:section name="Business_Layer" id="{BE012B2F-C749-46CF-BEEF-A16D22C39499}">
          <p14:sldIdLst>
            <p14:sldId id="275"/>
            <p14:sldId id="276"/>
            <p14:sldId id="277"/>
            <p14:sldId id="279"/>
            <p14:sldId id="281"/>
            <p14:sldId id="278"/>
            <p14:sldId id="280"/>
            <p14:sldId id="283"/>
            <p14:sldId id="282"/>
            <p14:sldId id="284"/>
            <p14:sldId id="285"/>
            <p14:sldId id="287"/>
            <p14:sldId id="286"/>
            <p14:sldId id="288"/>
            <p14:sldId id="289"/>
            <p14:sldId id="290"/>
            <p14:sldId id="291"/>
            <p14:sldId id="292"/>
            <p14:sldId id="293"/>
            <p14:sldId id="296"/>
            <p14:sldId id="295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5"/>
          </p14:sldIdLst>
        </p14:section>
        <p14:section name="Application_Layer" id="{D2AE7FF9-7C61-4308-9CAD-AF4B81EEF655}">
          <p14:sldIdLst>
            <p14:sldId id="324"/>
          </p14:sldIdLst>
        </p14:section>
        <p14:section name="Information_Layer" id="{91D2F92F-6A77-4060-BC4D-057B76B9D342}">
          <p14:sldIdLst/>
        </p14:section>
        <p14:section name="Technology_Layer" id="{EAC4D6A4-96CD-419F-B787-2374DA96253E}">
          <p14:sldIdLst/>
        </p14:section>
        <p14:section name="Summary" id="{692B0B4A-5957-4A45-A2B9-BA502512D0B7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C133"/>
    <a:srgbClr val="ACD433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4" autoAdjust="0"/>
    <p:restoredTop sz="94641" autoAdjust="0"/>
  </p:normalViewPr>
  <p:slideViewPr>
    <p:cSldViewPr snapToGrid="0">
      <p:cViewPr varScale="1">
        <p:scale>
          <a:sx n="49" d="100"/>
          <a:sy n="49" d="100"/>
        </p:scale>
        <p:origin x="60" y="106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62"/>
    </p:cViewPr>
  </p:sorter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576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CBCD2-D96E-90E4-51ED-C39265F81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EB506-FD21-590E-9CD4-D40250145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28FED-7CE9-FEDC-70D0-E49E4D0B3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02F2D-BF68-E415-67E8-F28B954F9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812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FA65A-B270-1EC5-2C4F-343992F3F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AFE69-4712-E688-7113-ADDF2A895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99631-1055-1CB1-66FC-E599E8187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D8D67-4C37-B79B-ACDD-0B406B13F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96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6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89952ED-BE7B-104F-320E-6EEF21592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39" y="385296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7EA4B0-AF51-48C0-759F-856ED00F6A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39" y="385296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CCDF70-DC45-44E1-D644-134EE4180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B35F26-01CA-66E4-2632-E34E79D9B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2F0297-D013-6C14-E9A5-B10F9BA198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FF0769-0A6B-2BE0-2B44-37EC146583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D96C0B-0C44-D93F-ADC5-24D2EA155A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721AEE-200B-53C1-EA9B-335DCDDA2E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D963E2-6AF5-388B-BB85-29C1467F6B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BBD940-3F8A-E15B-201A-693884A247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1E0F3E-FA9E-302F-3521-A9482EEC6B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EA7A36-DB49-F034-0D2B-B99B57E4C8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20AA9-43F0-09A4-23E6-E8DC988ED7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343B25-C4FD-0656-3F40-DA010D99E4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F9F672-9EAB-0049-C35D-2069EEEDDA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37B27C-DA22-75FF-154B-52F1F848F8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D404BD-5B8C-E289-6E49-7BD1564A59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6.jpe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6237" y="327399"/>
            <a:ext cx="9054612" cy="3329581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Master EAS Meta-Model in Ontology &amp; Graph Perspective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2154" y="3538424"/>
            <a:ext cx="8825658" cy="861420"/>
          </a:xfrm>
        </p:spPr>
        <p:txBody>
          <a:bodyPr anchor="ctr">
            <a:normAutofit/>
          </a:bodyPr>
          <a:lstStyle/>
          <a:p>
            <a:r>
              <a:rPr lang="en-US" dirty="0"/>
              <a:t>Building Up Enterprise Architecture Meta-Model From Scratch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96C580F-38C1-FF79-76EE-387C2193E73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50695D8-97CE-5B8C-815E-9CD5D506DD72}"/>
              </a:ext>
            </a:extLst>
          </p:cNvPr>
          <p:cNvGrpSpPr/>
          <p:nvPr/>
        </p:nvGrpSpPr>
        <p:grpSpPr>
          <a:xfrm>
            <a:off x="1636272" y="4323296"/>
            <a:ext cx="9030493" cy="2226761"/>
            <a:chOff x="1636272" y="4323296"/>
            <a:chExt cx="9030493" cy="222676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7A3EDAE-1B0E-C1CF-8C16-C6F54D1C5488}"/>
                </a:ext>
              </a:extLst>
            </p:cNvPr>
            <p:cNvGrpSpPr/>
            <p:nvPr/>
          </p:nvGrpSpPr>
          <p:grpSpPr>
            <a:xfrm>
              <a:off x="2141549" y="4323296"/>
              <a:ext cx="7766868" cy="2226761"/>
              <a:chOff x="1463863" y="4391350"/>
              <a:chExt cx="7766868" cy="222676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AE0F899-9B30-1477-EF90-A3BFF355E9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49627" y="4399844"/>
                <a:ext cx="1900932" cy="2218267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F92B555-999F-2F3B-6A00-4426832C8B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7188" y="4391350"/>
                <a:ext cx="2339123" cy="2201527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8" name="Arrow: Right 7">
                <a:extLst>
                  <a:ext uri="{FF2B5EF4-FFF2-40B4-BE49-F238E27FC236}">
                    <a16:creationId xmlns:a16="http://schemas.microsoft.com/office/drawing/2014/main" id="{18612BDC-FCFA-4143-D6C2-08664DA7F3EF}"/>
                  </a:ext>
                </a:extLst>
              </p:cNvPr>
              <p:cNvSpPr/>
              <p:nvPr/>
            </p:nvSpPr>
            <p:spPr>
              <a:xfrm>
                <a:off x="4570725" y="5031380"/>
                <a:ext cx="1207911" cy="767644"/>
              </a:xfrm>
              <a:prstGeom prst="rightArrow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796209F-D274-5DEB-45D9-C3402DD8B4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63863" y="4957083"/>
                <a:ext cx="360209" cy="40177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D6C7995A-87F7-91D6-C1F6-318F2C06C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63863" y="5536012"/>
                <a:ext cx="362976" cy="36297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67B15A3-E502-426B-3004-FC2BA59000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59620" y="4951896"/>
                <a:ext cx="362976" cy="36297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FF42F9F-AF6A-3226-86B2-248451228B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59620" y="5438299"/>
                <a:ext cx="371111" cy="460689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6B4B21-2091-A494-3901-B7DE776977CD}"/>
                </a:ext>
              </a:extLst>
            </p:cNvPr>
            <p:cNvSpPr txBox="1"/>
            <p:nvPr/>
          </p:nvSpPr>
          <p:spPr>
            <a:xfrm>
              <a:off x="1636272" y="5467958"/>
              <a:ext cx="5052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3.5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79F436E-B180-CC50-15DC-9E21FD4771FF}"/>
                </a:ext>
              </a:extLst>
            </p:cNvPr>
            <p:cNvSpPr txBox="1"/>
            <p:nvPr/>
          </p:nvSpPr>
          <p:spPr>
            <a:xfrm>
              <a:off x="9980965" y="4872699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5.6+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ED6E28A9-476E-DD13-7581-373C3DC93F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33311" y="2916"/>
            <a:ext cx="676656" cy="67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3F22-8ED0-1925-F839-CE0A5608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What is Metamodel?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F2FE4C-F570-9598-B96E-2D875C9893E2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26C5F8E6-1898-6EF3-FA8C-DD760C08E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896" y="1692503"/>
            <a:ext cx="7221654" cy="43289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6502029-A09B-6808-2CC6-02B3F9FA62E4}"/>
              </a:ext>
            </a:extLst>
          </p:cNvPr>
          <p:cNvSpPr txBox="1"/>
          <p:nvPr/>
        </p:nvSpPr>
        <p:spPr>
          <a:xfrm>
            <a:off x="7743217" y="1696302"/>
            <a:ext cx="4221475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metamodel is a model of a model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and metamodeling is the process of generating such metamodels.</a:t>
            </a:r>
          </a:p>
          <a:p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Metamodeling or meta-modeling is the analysis, construction, and development of the frames, rules, constraints, models, and theories applicable and useful for modeling a predefined class of problems.</a:t>
            </a:r>
          </a:p>
        </p:txBody>
      </p:sp>
    </p:spTree>
    <p:extLst>
      <p:ext uri="{BB962C8B-B14F-4D97-AF65-F5344CB8AC3E}">
        <p14:creationId xmlns:p14="http://schemas.microsoft.com/office/powerpoint/2010/main" val="195562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AE5B6-80DF-D70A-F20B-FEA4ECBA7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0FF8-4E49-6AF6-6543-8EC91803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Understanding EAS Metamodel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EB0D3F-A404-6BB2-1E1D-5CC247487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647" y="1224062"/>
            <a:ext cx="4748944" cy="53896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6D7B0F9-1CC8-9F3C-0657-1F59FC2CBC6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42C48B-BA5B-E812-69AC-BF70DDE30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36" y="3429000"/>
            <a:ext cx="1772040" cy="3987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408417-9471-F069-8916-5C469353E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779" y="1673987"/>
            <a:ext cx="1805255" cy="13539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6ABE23-80C9-5A69-3112-B7949CCA9FC3}"/>
              </a:ext>
            </a:extLst>
          </p:cNvPr>
          <p:cNvSpPr txBox="1"/>
          <p:nvPr/>
        </p:nvSpPr>
        <p:spPr>
          <a:xfrm>
            <a:off x="6503132" y="1298289"/>
            <a:ext cx="5246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MODAF: British Ministry of Defense Architecture Framework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495C7E-5242-C6A4-F1AF-6FDE81C768BB}"/>
              </a:ext>
            </a:extLst>
          </p:cNvPr>
          <p:cNvSpPr txBox="1"/>
          <p:nvPr/>
        </p:nvSpPr>
        <p:spPr>
          <a:xfrm>
            <a:off x="6503132" y="2998269"/>
            <a:ext cx="4374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FEAF: Federal Enterprise Architecture Framework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A6F2B2-B902-0850-51B9-E170D2F5AC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778" y="3329406"/>
            <a:ext cx="1805255" cy="14573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01B92F-574A-7012-85A2-7F69847B32BF}"/>
              </a:ext>
            </a:extLst>
          </p:cNvPr>
          <p:cNvSpPr txBox="1"/>
          <p:nvPr/>
        </p:nvSpPr>
        <p:spPr>
          <a:xfrm>
            <a:off x="6503132" y="4787312"/>
            <a:ext cx="4464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TOGAF: The Open Group Architecture Framework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859B87-CA7F-1075-138D-47F35FAF96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778" y="5119027"/>
            <a:ext cx="1805255" cy="142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96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48F35-04E4-5807-5C2A-620BEA0D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A4448-02F1-CDC2-FAF7-969D8DE4B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Metamodel in Reference EA Frameworks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9AC4B2-6317-9F6B-9FC4-C1FFE15BE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6647" y="2302822"/>
            <a:ext cx="3798427" cy="43109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9EDD144-F22C-74B4-5002-E4C6BD3EE51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560E9C-5AF5-B579-B7B6-716B3573C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36" y="3429000"/>
            <a:ext cx="1772040" cy="3987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1150DD-58EF-EB9E-4760-2BA471636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779" y="1673987"/>
            <a:ext cx="1805255" cy="13539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CC8133-DA27-4A38-9141-8E76F1778C14}"/>
              </a:ext>
            </a:extLst>
          </p:cNvPr>
          <p:cNvSpPr txBox="1"/>
          <p:nvPr/>
        </p:nvSpPr>
        <p:spPr>
          <a:xfrm>
            <a:off x="6503132" y="1298289"/>
            <a:ext cx="5246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MODAF: British Ministry of Defense Architecture Framework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EC4CBA-F1DD-285B-1721-6F45133ACA52}"/>
              </a:ext>
            </a:extLst>
          </p:cNvPr>
          <p:cNvSpPr txBox="1"/>
          <p:nvPr/>
        </p:nvSpPr>
        <p:spPr>
          <a:xfrm>
            <a:off x="6503132" y="2998269"/>
            <a:ext cx="4374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FEAF: Federal Enterprise Architecture Framework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ABF5E1-3BD9-29A5-56A1-16CF02F704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778" y="3329406"/>
            <a:ext cx="1805255" cy="14573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4AFB4A-3D9B-A840-0048-1C71FEB3B770}"/>
              </a:ext>
            </a:extLst>
          </p:cNvPr>
          <p:cNvSpPr txBox="1"/>
          <p:nvPr/>
        </p:nvSpPr>
        <p:spPr>
          <a:xfrm>
            <a:off x="6503132" y="4787312"/>
            <a:ext cx="4464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TOGAF: The Open Group Architecture Framework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B2A9F0-138A-DB81-909E-30C63931F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778" y="5119027"/>
            <a:ext cx="1805255" cy="142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562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89ECA-496A-A03E-437E-F11325327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176F-4D1D-C373-40D4-D16CAC76B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Setup Modeling Environment</a:t>
            </a:r>
            <a:br>
              <a:rPr lang="en-US" b="1" dirty="0"/>
            </a:br>
            <a:r>
              <a:rPr lang="en-US" b="1" dirty="0"/>
              <a:t>- </a:t>
            </a:r>
            <a:r>
              <a:rPr lang="en-US" altLang="zh-CN" b="1" dirty="0"/>
              <a:t>Essential Open Source EA Tool</a:t>
            </a:r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75085BF-0762-04EF-08E2-21385F1A52C9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5AEE0F6-50BA-94EA-A24A-CD6240422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880" y="1995785"/>
            <a:ext cx="10277261" cy="38183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F4B03C-08D5-67E5-1529-5C1342611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0" y="5814174"/>
            <a:ext cx="872107" cy="9727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4675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8C238-12BA-88F3-D9C1-1C208A941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3B5CE-5419-35B0-16E8-86145147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Setup Modeling Environment</a:t>
            </a:r>
            <a:br>
              <a:rPr lang="en-US" b="1" dirty="0"/>
            </a:br>
            <a:r>
              <a:rPr lang="en-US" b="1" dirty="0"/>
              <a:t>- </a:t>
            </a:r>
            <a:r>
              <a:rPr lang="en-US" altLang="zh-CN" b="1" dirty="0"/>
              <a:t>Protégé &amp; Neo4j</a:t>
            </a:r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EB3645-A16E-C6E6-5926-96E8BF14E00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13EAF2-EEC3-E490-C676-6BBD446B8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75" y="2022210"/>
            <a:ext cx="5416020" cy="33584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1ABD6E-E7D8-6644-DD8B-EE481D752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475" y="2025026"/>
            <a:ext cx="5709961" cy="33556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5920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848FE-1D84-B5AB-9432-B35C9850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A4F0-6F9B-8A16-B1C4-03D99B083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- 01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00DAF3-36E5-3DA4-0012-D67C18968779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007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8F42FD-5A89-140B-6C50-A2C200F8D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0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DA41FD-0157-49C4-D9F4-1DD0289BBB08}"/>
              </a:ext>
            </a:extLst>
          </p:cNvPr>
          <p:cNvSpPr/>
          <p:nvPr/>
        </p:nvSpPr>
        <p:spPr>
          <a:xfrm>
            <a:off x="516595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7E3673-4348-0701-8D66-FB5EB7BAA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BDB4F7-AD96-E5FF-FB74-1EF32F3CF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18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45F975-2715-FFCB-B237-6BB44514F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025" y="3799818"/>
            <a:ext cx="3524250" cy="7766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3653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94AB3-81D7-77CA-B199-4BCA514F5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52FC1-9AB6-8A92-0B2F-87613FD1E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Conceptual - 02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035176-1130-3F0C-E45A-EEBAFA2FF24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008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DC183-913D-E016-906D-E7E7978E5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57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ABA8A8-4318-7C44-38E2-85E5EA4F8BFD}"/>
              </a:ext>
            </a:extLst>
          </p:cNvPr>
          <p:cNvSpPr/>
          <p:nvPr/>
        </p:nvSpPr>
        <p:spPr>
          <a:xfrm>
            <a:off x="539252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53E160-0729-9BA3-0260-559EB5A68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57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0E0EDA-EC05-A838-D14B-E51AC5DAB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003" y="3642906"/>
            <a:ext cx="4236271" cy="9335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43606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15740-8931-9432-5022-9B33126AF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D5AE0-97B2-F5A1-20E0-90D7AF83A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9463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- 03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1259266-9EFF-EE1C-8089-9467C74B9C7A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009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B322A-9342-D809-4B0E-2F3FDB884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30BCA1-1E2D-0A36-1368-DC023E3A69D5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C6D78-0D28-D6A3-881E-1F1ECDDE8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8B8198-717B-7CEF-FCEB-94DC41F51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5E8671-9294-A003-D073-84418785CF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7B584FF-98AC-3D51-02D1-574C0597C17D}"/>
              </a:ext>
            </a:extLst>
          </p:cNvPr>
          <p:cNvGrpSpPr/>
          <p:nvPr/>
        </p:nvGrpSpPr>
        <p:grpSpPr>
          <a:xfrm>
            <a:off x="8893082" y="2952750"/>
            <a:ext cx="2508343" cy="2367994"/>
            <a:chOff x="8893082" y="2952750"/>
            <a:chExt cx="2508343" cy="236799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388FF68-E6FE-AFFA-E8A8-224461DAF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93082" y="3197407"/>
              <a:ext cx="2398961" cy="212333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8828B8B-88B8-5ACA-864D-1DD8AD2339B0}"/>
                </a:ext>
              </a:extLst>
            </p:cNvPr>
            <p:cNvSpPr/>
            <p:nvPr/>
          </p:nvSpPr>
          <p:spPr>
            <a:xfrm>
              <a:off x="10582275" y="2952750"/>
              <a:ext cx="819150" cy="857250"/>
            </a:xfrm>
            <a:prstGeom prst="rect">
              <a:avLst/>
            </a:prstGeom>
            <a:solidFill>
              <a:srgbClr val="ACD433">
                <a:alpha val="30196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6598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9F61F-31DA-6EA2-B2F5-8C417DD2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CD06-A8B8-8800-3E33-FD63119E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- 04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CBDB5A-7994-C17D-5CB0-CB1A44CD59D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010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CB3424-D112-59FC-EFAE-07E8B75E6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981AE7-1C7C-E5F2-E9C8-6147D868CBF1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0FE24D-0609-3170-FC8A-A508CA131146}"/>
              </a:ext>
            </a:extLst>
          </p:cNvPr>
          <p:cNvGrpSpPr/>
          <p:nvPr/>
        </p:nvGrpSpPr>
        <p:grpSpPr>
          <a:xfrm>
            <a:off x="8893082" y="3197407"/>
            <a:ext cx="2398961" cy="2123337"/>
            <a:chOff x="8893082" y="3197407"/>
            <a:chExt cx="2398961" cy="212333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22D5555-678C-5743-DCE7-653A7F1D7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93082" y="3197407"/>
              <a:ext cx="2398961" cy="212333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C305A3B-E771-332E-1234-FE8C5CC9953B}"/>
                </a:ext>
              </a:extLst>
            </p:cNvPr>
            <p:cNvSpPr/>
            <p:nvPr/>
          </p:nvSpPr>
          <p:spPr>
            <a:xfrm>
              <a:off x="9231684" y="3429000"/>
              <a:ext cx="819150" cy="1371600"/>
            </a:xfrm>
            <a:prstGeom prst="rect">
              <a:avLst/>
            </a:prstGeom>
            <a:solidFill>
              <a:srgbClr val="ACD433">
                <a:alpha val="30196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7F9A7B1-0A44-AC5D-5EB9-C2D0584E1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C1A182-85B2-BDED-6384-C08CC1A22C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6BA763-D900-AECC-8457-550C879530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4358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125F0-8EC1-6A13-F64A-5AEB3C2D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2A93-5504-6049-D215-E386C384D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- 05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403F24-74EA-DF46-BA09-988604F2595D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02C35D-DF93-A92B-2D08-0D1AB6EFC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E23A13-EAE9-5415-6626-3F97BC70A03B}"/>
              </a:ext>
            </a:extLst>
          </p:cNvPr>
          <p:cNvSpPr/>
          <p:nvPr/>
        </p:nvSpPr>
        <p:spPr>
          <a:xfrm>
            <a:off x="596435" y="2188396"/>
            <a:ext cx="3924193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39B2F5-D4BA-164E-C8DD-1FDA7FA0D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081" y="1457202"/>
            <a:ext cx="2400433" cy="46892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9E9156-231F-2A61-C1A5-D9693BD9E930}"/>
              </a:ext>
            </a:extLst>
          </p:cNvPr>
          <p:cNvSpPr/>
          <p:nvPr/>
        </p:nvSpPr>
        <p:spPr>
          <a:xfrm>
            <a:off x="9965933" y="4438436"/>
            <a:ext cx="164386" cy="595901"/>
          </a:xfrm>
          <a:prstGeom prst="roundRect">
            <a:avLst/>
          </a:prstGeom>
          <a:solidFill>
            <a:srgbClr val="E6C133">
              <a:alpha val="30196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47497-EE95-A854-082B-5ED091E34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5935FF-6419-72BA-DFDD-6F796D76B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AF068F-C46C-2F10-3B3C-DF2825DB9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325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B59808-A26A-6C11-5620-DDFA99D3D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7E7E31-E680-0DF6-548F-D05029F9D691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26F058-AFC9-DC43-BDA3-904A13D99E17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1E7655-6941-F23C-1924-E03767E9FF1F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C54FEF-8C9A-BBFC-0D84-002D10047F7A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24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B59C3-A4DE-6412-5EB2-960BAAD0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558C-3E7A-0B2D-8E7C-143C80CA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- 06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814BE4-3108-4FF6-EEB5-36E033EBAF1F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C58872-12BF-6192-FB02-5943ACCEF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D72E08-612F-05BB-E7EC-D37D30D9AFE9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C999C2-029D-326E-E86C-2BCFB5F77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B82AA0-3739-E689-54E7-31B2DA6EB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A3B4F7-3749-5953-406A-B427A1BEF6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E18703-65FF-42DB-0364-3B0BB299D9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4835" y="2774022"/>
            <a:ext cx="4214205" cy="23704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70692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408E-654F-E922-78EE-EB778BE6A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AC963D-8D22-5ABF-7C3A-BBC645E6E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69C169-EBC8-1297-9E82-7EA2D8D52B6D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BD0E5F-D5BA-C63C-C6C3-E8F716731F66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3751F-E8F8-1BC0-0125-37FD4451EB20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81FDC1-4CEB-F53B-EEC6-ED3D138226FE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307F77-3178-C40A-2B7D-BC784CA0930E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8AA0BC-72F0-708E-A79E-79161FC2A159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06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AEF3F-5FA3-C22D-93F6-7EC2A74C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6D802-2FA7-87A7-F780-5D1DB341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- 07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504B53-13D5-4FCD-0274-0C1531BF03A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614281-3ADF-472D-2931-489A34783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7C01DC-4B1F-E5E6-7F0A-1890A1D4A655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56ADE7-8458-E11A-BC64-E7137E648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3B1AAC-90F0-3B95-B20E-9ADAF5889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004357-1761-1A4F-8DD2-584F94679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D59839-0A82-F3F9-5F5A-B4B3170CF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0683" y="2964557"/>
            <a:ext cx="4544076" cy="19055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25269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1E52D-1F4F-37FD-1A10-F861C13C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93A7D5-95FD-4BBD-199D-FE3727FB9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2D5D00-3B75-7685-E3EE-46133C0150C2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EE5344-B642-2EB0-9C8B-5F6F2D746E8C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368065-3FDD-A3B5-C9DE-0E9AA1F4DDAA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B957A5-E7E6-B333-3B23-F21788BF0DC9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8A5120-4933-6C99-06C1-EC6F01996EAE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079828-8EB6-36A7-FC9B-3B3ECE872C2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918369-011C-95DA-5B4B-7458163B83A1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468BC5-3FAA-311F-BB88-25F91429B294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2A32D1-5AAE-F4A1-4339-F328B076E577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88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CA127-570B-7BA0-1142-69C45478C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1959-6755-3E62-8836-4039E43F0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- 08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8E7F61-C83B-C0BA-325F-28D94952882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0935C3-923A-FA2F-787B-EB5185C6B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FE3CF1-2A59-267E-4F53-5D6E1E4C5C9A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FD72E4-3457-13FE-5449-5BB102D7F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4E7F12-C48D-E3BE-E5AF-5B9E100F2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AB41F1-C5C4-77DD-577F-8368FB729D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325B68-12FD-DF2E-7782-FFC49E92BC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4980" y="2909135"/>
            <a:ext cx="4120179" cy="21765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4312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9946F-D0E4-0012-EC13-F163C0EA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5515BB-71A7-EE8F-5625-58C06C88C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A229C2-E16D-2F65-73E4-51DC69EB3D56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B70BF-BA09-E69C-73A3-903C5C7BCF6E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B25C13-7E86-C236-5AAC-366CAA2BD50C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EC2ACD-B82A-C42F-AB10-4F4944B58CB2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236571-B2CD-41EA-21DC-A9463E8FD294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6D6F6C-C89F-A0DC-CF3D-FCC13BB76F9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C55E19-83EE-AABA-0868-D3193DFB3B96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B47393-366A-EAF4-1256-B1F26EFCFE79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BA5C61-7665-01A0-A858-7818669FC0B0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AFFBAB-6B52-6F38-4D28-DB79EF7E0A86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BB0361-764B-DFBD-B313-A1E2342F1DE0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0422F-EE46-F48B-FCA8-0C8186ED23CD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99F6D8-F86F-3A81-1AF6-6DD67E3C6F9C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13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96D9C-05A9-A9CA-0D45-6929BA37F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E242-9349-AD5E-88C3-9D65A198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- 09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4114FC6-A4C2-0C5C-B3BF-F6A703398EA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CBD2B5-D8D7-A727-D12E-8F3074FB3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2248E4-9922-DE55-57D3-E64B98B14891}"/>
              </a:ext>
            </a:extLst>
          </p:cNvPr>
          <p:cNvSpPr/>
          <p:nvPr/>
        </p:nvSpPr>
        <p:spPr>
          <a:xfrm>
            <a:off x="596436" y="2188396"/>
            <a:ext cx="3975564" cy="158985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D162A1-4BAC-D39C-34E1-254CC366F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E9C6E5-AB88-CF8F-5ECB-475303B79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8FDD88-4432-AC48-777E-3CFD082B8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CC047E-FC1A-5F7D-47FB-A412C3055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0445" y="2688117"/>
            <a:ext cx="4084714" cy="21802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1579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8F48-1C0E-221A-F0D1-4BD337C7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3B4464-C47D-3072-E742-05769886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3C79F7-8319-C40E-9C56-0F3C820BC5C0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6629F1-6A63-864D-4209-626E528D56A2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DD3CFC-2C64-48F0-ABD2-983C849420EC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327F41-04A3-9C8C-7F37-C10C03A0A6E1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271A7-87B1-8A12-A237-9167AAAE8AC8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08268B-ECC0-A4A9-5EAA-72AE0DD32001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C59CEF-3147-9742-B251-A9AFA9CDB26C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D32CA4-10C9-09C5-30FC-FC3770E9F050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A2C931-D144-2AFB-D3D8-8CA966618C61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5946B3-3BE4-23FB-E348-F0EEB3F6947B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CF0E65-068A-674F-096D-CF87EC246C1C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92A37C-53AE-938D-201B-CD7FEAE74869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3CE59B-5947-B186-86C4-2CD3B525AF99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5B081E-4763-98C8-324F-E030C1875920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37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C054F-9A96-2FFD-11A7-277C59F2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A8AFD-C5F3-5BFF-7D4F-FA2D2DE08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- 10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8D5E3A-D93F-CB53-47E8-0F229E9FE496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05571A-32EA-7A11-9C67-83A03E979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B3C632-1540-FA39-E1D6-7730B9120BB0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84AA08-8B0B-09E4-3A7C-88AF0D9C5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30C57D-4D30-71B2-4D54-9BAD21FAF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2B3C7E-EE5F-A19E-7142-505CE4048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7ACAD9-2965-581E-5CB0-EDD0643499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7989" y="2089556"/>
            <a:ext cx="3046248" cy="38078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96391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3E6D-F90F-463C-7114-2BDE175B1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74F856-3F27-06DC-08F7-B4E952611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112E2E-15CD-8309-E120-8CC3F3587FD2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249C8A-7ACD-0B8D-1473-C707EB5133AB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79521F-172E-2360-4969-6D61B2BC10E0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AF1A1C-0BAA-1890-DECA-5AF31191D8B4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F3B6A3-7279-CDAC-2B38-A91991923151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34AE03-89AD-C2DC-1E2D-1F647EDFBF3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0BC1FD-B22D-72EE-E568-F4182B66A89C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C720FF-4460-437F-4DDE-A6C07EE7CEDB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E1049D-6480-B0A9-8BC7-26D3DD37C4CA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439A75-3191-A9BD-E891-8975C12CD433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C9306C-0518-C7AC-8A2B-490647910575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F6A244-0290-9330-E70C-069A87071BB0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750005-EAD0-CA7B-2A77-4608E0362E25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6D2C9A-E95F-8A2B-252E-407E27E654CE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6D46EE-5BFC-14D0-F88F-72A3133ADF8A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48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5F501-2698-E802-E21E-DF1FC7A6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F562-0912-4AA2-2AC7-95B9EC33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- 11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D3F0AF-28B6-0D01-E6CE-CD4369C20C3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017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365840-0192-6E37-6541-91B24686A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6057D6-3363-33B8-69F3-4C006147ED33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8C2ED1-AC4F-B996-5691-C807CF249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406E1A-8CA6-EACD-72C9-5E7ECE07C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121E25-449A-511E-419D-9C638D38D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7B7C76-8639-D3F3-AC67-8D61A7A740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8147" y="2426324"/>
            <a:ext cx="3983743" cy="28237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6200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217D4-7F64-8843-4A1F-EF8FC1C80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E40DE9-C6D2-913A-9544-30DF362E8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3CF5C3-1795-0B4F-F4F6-E47277B88FDF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D159BD-8325-00F3-59D9-726F1117C6D1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A5B280-BDF9-0777-FC48-4A2DC0C06446}"/>
              </a:ext>
            </a:extLst>
          </p:cNvPr>
          <p:cNvSpPr/>
          <p:nvPr/>
        </p:nvSpPr>
        <p:spPr>
          <a:xfrm>
            <a:off x="2913124" y="164641"/>
            <a:ext cx="233295" cy="56878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F085A8-2352-F6C4-C538-A938F854AB5C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E764C2-6991-C064-A7C6-D7DA417968F8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A43FB8-A810-48F0-62BC-BC83A382C724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83BC76-02F3-8CBD-DDF3-B882FAEDEBD3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52C0F6-D24A-7B20-F415-BDA191F5B92C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0ECFE5-D4A2-85A6-DCE5-3C024A83470E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97F4F0-3BCB-56AA-4B3D-2E217E23A75F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69EB8C-2938-39B6-07FC-6E35B0F7FE70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D58E72-C677-FCB0-A4C7-66E90CA3E479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3F2BC-889D-AD36-0DD9-3D16CC65B1E5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742B4F-0B5B-1DC1-989F-3B2DD73DA77D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D93B5A-D985-BB45-36B9-2EB650288B14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FDFAD6-D17C-8786-E900-412110064450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32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78ACB-524B-8769-B412-554D794B5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D6575-5DF8-ADEA-4C89-05A143B60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- 12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D60EDC-1642-A5AC-82E0-D0C3D092616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018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261B83-4D8A-5E40-DAC2-A595BF61D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F74DCB-C246-D691-5B34-D1BE2F16B716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EBC631-E414-8B13-EA2E-6686017FC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37ACB9-7096-E5FD-C852-F4D1B4E97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6A1453-2F6B-3488-214A-FC7C8CA51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4E1C16-77DB-69E6-ACD7-07A9292E64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5712" y="2727711"/>
            <a:ext cx="6299620" cy="25223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31158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844C9-9E44-873A-1C80-A9A351E4E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B92253-0825-A588-A01C-CAE03D7C1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09A0BC6-93AE-40C8-3D99-AC2473032516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5E42CB-BF59-07EE-D4BB-142077E5A1E5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333C65-E3DE-E56F-A7F7-42FFFF38C18E}"/>
              </a:ext>
            </a:extLst>
          </p:cNvPr>
          <p:cNvSpPr/>
          <p:nvPr/>
        </p:nvSpPr>
        <p:spPr>
          <a:xfrm>
            <a:off x="6757680" y="424700"/>
            <a:ext cx="393133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BDFFB7-C174-0525-1CA5-CCB6BAE3981C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D47912-69DF-310E-9B7E-656DCAA699F4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AB6C2E-DD56-959F-A906-51BFC9A75FA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898669-217F-2624-9321-F2F4F3F0229D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273AB-1B3A-9D6B-F6BE-D935BC258C13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0DE1C-A052-2B51-4ACB-983CEA5B3825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23ACCF-9906-AE89-302A-238013ADB653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62E78A-2B07-C967-43F8-C3056D8FFA10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591F4F-5D24-5FEA-EC62-064ED74CAB5E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BA00D9-2338-64F5-C2E9-35D3B47D6587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84B92E-80AE-B581-5C76-F3CDDBB2759B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C033FF-3EC0-7BD0-C1DB-9855DAC4B4F3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F3FFD0-E207-D801-708A-372266F74E0E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41CC32-0076-B628-DE45-F2BCEAE5A61F}"/>
              </a:ext>
            </a:extLst>
          </p:cNvPr>
          <p:cNvSpPr/>
          <p:nvPr/>
        </p:nvSpPr>
        <p:spPr>
          <a:xfrm>
            <a:off x="6191487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F40E1A-3EC6-9FFC-C3D3-4097EF911904}"/>
              </a:ext>
            </a:extLst>
          </p:cNvPr>
          <p:cNvSpPr/>
          <p:nvPr/>
        </p:nvSpPr>
        <p:spPr>
          <a:xfrm>
            <a:off x="7343745" y="424700"/>
            <a:ext cx="393133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8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8D2B6-104F-9F03-8F0C-0441F7CF3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CA520-91FC-43A1-A32E-D707F5899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- 13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F6CF377-58EC-BEE3-7998-5AD10276EC3E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019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A8BFF5-A13B-4165-15DE-B3444A9F9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A1EEAE-9569-11C3-48A3-60567C376C44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AAAD0D-28DA-C72F-8262-A99AC1239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6F3C9E-6F41-C876-1468-6620D04D0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17A6BB-D55C-2FC0-398F-80BB99B3F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5D8BD3-9723-03CD-C60F-22DCD401EE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5056" y="2852393"/>
            <a:ext cx="4944538" cy="27218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00798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FF0A-E3E9-8C90-14DB-8A3FFE90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61628B-858F-3163-AF3A-7539FB7CB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70E9F95-BBDF-4704-C5FE-60BD68105789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9F207-AF3E-01D7-0F3B-783A56D25765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428FEE-CACE-7BC7-6F48-5B6F346819B3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2C9F1-8721-3AEA-F41C-9012273ECC57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DB6A84-A2A3-7C69-A652-08112635245C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554300-C3CF-C564-DC84-72DD85448196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A66A0B-8583-4A42-8705-29DF22275973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17FF6A-5A8A-C9C3-D967-13AE71599701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6556AF-77B1-1187-354C-711DFD6D60BC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4F67B1-7F22-E6F2-B668-29DAE727F62E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AC98B8-AE19-C03A-4FEA-F5CC7428D4BC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6E7C49-0457-FD75-EAE8-4969A6BA38C6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9CA70C-5B83-2165-020D-FE73F598623D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8213F2-4A4B-3450-7119-301850865F9B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2C8D49-FA18-D5E3-882D-27D6A8B74110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9FBA99-7477-8B12-0D6C-F69FD8B9BD5B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4DD104-80A7-00DD-E373-991A61436E72}"/>
              </a:ext>
            </a:extLst>
          </p:cNvPr>
          <p:cNvSpPr/>
          <p:nvPr/>
        </p:nvSpPr>
        <p:spPr>
          <a:xfrm>
            <a:off x="6191487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961A05-A6F4-62BD-E8B9-2403594438E8}"/>
              </a:ext>
            </a:extLst>
          </p:cNvPr>
          <p:cNvSpPr/>
          <p:nvPr/>
        </p:nvSpPr>
        <p:spPr>
          <a:xfrm rot="7689780">
            <a:off x="5689987" y="725525"/>
            <a:ext cx="76042" cy="1357830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C5BD18-06FD-DED1-0A46-68583BF6995C}"/>
              </a:ext>
            </a:extLst>
          </p:cNvPr>
          <p:cNvSpPr/>
          <p:nvPr/>
        </p:nvSpPr>
        <p:spPr>
          <a:xfrm>
            <a:off x="6503542" y="1862159"/>
            <a:ext cx="647271" cy="13173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D81B06-7398-8CDE-41A5-E888C9346985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83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A2CE-7445-09A7-5525-3C0879F85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4DD61-6125-FD95-6876-CCFF9FD35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57BBD4-48E5-1F07-842F-F545960A20D8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020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EF3FAA-7F7D-E1AA-92CA-3D8ABC0CB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CFA9CB-7117-A0AC-50B3-3280A6FF036F}"/>
              </a:ext>
            </a:extLst>
          </p:cNvPr>
          <p:cNvSpPr/>
          <p:nvPr/>
        </p:nvSpPr>
        <p:spPr>
          <a:xfrm>
            <a:off x="596436" y="2188396"/>
            <a:ext cx="2054832" cy="140053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1B5F49-F4F8-4DBA-496A-A45A40887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E4F3DA-7EB5-BF47-E419-725473317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9CE6C0-0359-14DC-3D6C-D2A658482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1EDB8D-8BCF-4675-0A0D-20838A34BD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188396"/>
            <a:ext cx="5868219" cy="38676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291164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FD1D2-8D28-61F1-2F4D-83B5F772C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9AF3C7-5828-A8FC-E06F-1E723C22E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09C5850-9969-F6ED-82E4-23052DBEA7F3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B53E3-2EB8-0983-40DA-F8FF6BB76E19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916A0C-0D77-281D-2AEF-DBA8979744FE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28EFF6-A937-BCB9-71EE-99DCDB534D53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BCEC33-F1ED-58A9-23ED-170B5971174E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15666F-8D97-EE98-A435-A894759C2B4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4B06DC-4ECF-D3D5-2A56-E193CF5F14D2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FAA6CB-A9A0-4470-D6AD-F6DA0333C374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D64265-4583-455F-6A0E-169A27B70578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F8290F-CA94-09E5-EDF6-AB04D4E3BDFE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93AA27-DD56-058D-A6EF-59FF8E437886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6A0D6B-AB2D-F939-483F-CCB8431C8AC1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8C10CC-6EE0-1608-E955-6C04FAC30E43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BB2294-70C6-537E-4920-5AA4F69656DF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7600D5-3CD8-2F55-5271-F9E1D212C74B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992BE2-01FD-73C1-081B-CB4F4FFF5CB6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044647-3E98-14A3-DE5B-39B668E04F1D}"/>
              </a:ext>
            </a:extLst>
          </p:cNvPr>
          <p:cNvSpPr/>
          <p:nvPr/>
        </p:nvSpPr>
        <p:spPr>
          <a:xfrm>
            <a:off x="6191487" y="946721"/>
            <a:ext cx="312055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063CF2-7312-E753-9709-82C3AD0F2DF0}"/>
              </a:ext>
            </a:extLst>
          </p:cNvPr>
          <p:cNvSpPr/>
          <p:nvPr/>
        </p:nvSpPr>
        <p:spPr>
          <a:xfrm rot="7689780">
            <a:off x="5689987" y="725525"/>
            <a:ext cx="76042" cy="1357830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D790A9-E2A0-1463-5845-74A09B126A48}"/>
              </a:ext>
            </a:extLst>
          </p:cNvPr>
          <p:cNvSpPr/>
          <p:nvPr/>
        </p:nvSpPr>
        <p:spPr>
          <a:xfrm>
            <a:off x="6503542" y="1862159"/>
            <a:ext cx="647271" cy="13173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232442-1FB5-AEC8-E309-1598BB5F455A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3A4770-0D0D-732D-C5DB-0B94BADB37D4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E8B063-25E3-6D7F-BA69-AA19CC0DE074}"/>
              </a:ext>
            </a:extLst>
          </p:cNvPr>
          <p:cNvSpPr/>
          <p:nvPr/>
        </p:nvSpPr>
        <p:spPr>
          <a:xfrm>
            <a:off x="5200132" y="2341929"/>
            <a:ext cx="546618" cy="1155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EF6A28-8B48-ADF7-4A69-B91E66662D70}"/>
              </a:ext>
            </a:extLst>
          </p:cNvPr>
          <p:cNvSpPr/>
          <p:nvPr/>
        </p:nvSpPr>
        <p:spPr>
          <a:xfrm rot="8938082">
            <a:off x="5502940" y="1047172"/>
            <a:ext cx="76042" cy="1357830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266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BF546-C819-31CB-F662-7F113770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DD15-7D36-2904-006C-A640B4D62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6230C9-55C6-E71E-32AD-CC518DD01111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0F06A2-1423-EC3C-D0A2-F0BEDB64D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C2DB63-C4E6-25BB-5D7E-255254CD6AFF}"/>
              </a:ext>
            </a:extLst>
          </p:cNvPr>
          <p:cNvSpPr/>
          <p:nvPr/>
        </p:nvSpPr>
        <p:spPr>
          <a:xfrm>
            <a:off x="596436" y="2188396"/>
            <a:ext cx="2054832" cy="2735942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3BBB43-95BB-E59E-4E05-D1A8E57C2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63BDA3-5254-5A98-52E1-271F26EA7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00411C-E68B-134D-10CC-C433ECBFB5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C08381-F8C1-7794-257B-3ACECDD590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6173" y="1623065"/>
            <a:ext cx="4648849" cy="47822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06395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2E4BA-CCB1-C99F-31E4-74ECD5FD2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450F3E-8000-E75A-91FB-8F3249501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ECE290-55C5-40BC-A59C-EE0A01ADBBBF}"/>
              </a:ext>
            </a:extLst>
          </p:cNvPr>
          <p:cNvSpPr/>
          <p:nvPr/>
        </p:nvSpPr>
        <p:spPr>
          <a:xfrm>
            <a:off x="3700530" y="223234"/>
            <a:ext cx="957329" cy="6439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9853E5-D9D3-F4CD-AF1A-2D83B2A84606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04A881-8DB6-8FDD-D8DB-F542DC077117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639855-8541-D312-FFDB-AFA0D980394E}"/>
              </a:ext>
            </a:extLst>
          </p:cNvPr>
          <p:cNvSpPr/>
          <p:nvPr/>
        </p:nvSpPr>
        <p:spPr>
          <a:xfrm>
            <a:off x="2913124" y="996949"/>
            <a:ext cx="115825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2EE214-8D9F-00CF-8926-04DE1B8A697B}"/>
              </a:ext>
            </a:extLst>
          </p:cNvPr>
          <p:cNvSpPr/>
          <p:nvPr/>
        </p:nvSpPr>
        <p:spPr>
          <a:xfrm rot="1551019">
            <a:off x="3573376" y="623121"/>
            <a:ext cx="1093916" cy="1020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F25F32-AA5D-2E91-80B6-F69F6E088A2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375881-E1F9-E7CD-B274-016727D87CD6}"/>
              </a:ext>
            </a:extLst>
          </p:cNvPr>
          <p:cNvSpPr/>
          <p:nvPr/>
        </p:nvSpPr>
        <p:spPr>
          <a:xfrm>
            <a:off x="4886705" y="434974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2273BE-C1ED-EF5C-37DE-7AACF5213FF5}"/>
              </a:ext>
            </a:extLst>
          </p:cNvPr>
          <p:cNvSpPr/>
          <p:nvPr/>
        </p:nvSpPr>
        <p:spPr>
          <a:xfrm>
            <a:off x="5006340" y="478664"/>
            <a:ext cx="6225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50CE9D-AA99-C501-6697-B96F7913DC71}"/>
              </a:ext>
            </a:extLst>
          </p:cNvPr>
          <p:cNvSpPr/>
          <p:nvPr/>
        </p:nvSpPr>
        <p:spPr>
          <a:xfrm>
            <a:off x="5006340" y="587374"/>
            <a:ext cx="114301" cy="2736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B64D3-E557-A17A-2B66-6C91B8F22CCC}"/>
              </a:ext>
            </a:extLst>
          </p:cNvPr>
          <p:cNvSpPr/>
          <p:nvPr/>
        </p:nvSpPr>
        <p:spPr>
          <a:xfrm>
            <a:off x="3382706" y="434974"/>
            <a:ext cx="76700" cy="113347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E5F8E2-04C5-93F9-2D3A-2DDAB823EBBD}"/>
              </a:ext>
            </a:extLst>
          </p:cNvPr>
          <p:cNvSpPr/>
          <p:nvPr/>
        </p:nvSpPr>
        <p:spPr>
          <a:xfrm>
            <a:off x="3565097" y="974398"/>
            <a:ext cx="76700" cy="5940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159988-3F96-D0DA-38E7-72467C0EB5B1}"/>
              </a:ext>
            </a:extLst>
          </p:cNvPr>
          <p:cNvSpPr/>
          <p:nvPr/>
        </p:nvSpPr>
        <p:spPr>
          <a:xfrm>
            <a:off x="3641797" y="958524"/>
            <a:ext cx="993006" cy="10211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070E29-145E-34E1-A825-940F08454EA2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BC2BDE-1C1D-868B-8C90-E761B0C79004}"/>
              </a:ext>
            </a:extLst>
          </p:cNvPr>
          <p:cNvSpPr/>
          <p:nvPr/>
        </p:nvSpPr>
        <p:spPr>
          <a:xfrm rot="4874518">
            <a:off x="4478330" y="985650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9B32D0-82EC-E4A3-CBAA-8C36B86F0C52}"/>
              </a:ext>
            </a:extLst>
          </p:cNvPr>
          <p:cNvSpPr/>
          <p:nvPr/>
        </p:nvSpPr>
        <p:spPr>
          <a:xfrm>
            <a:off x="4904356" y="1176175"/>
            <a:ext cx="81536" cy="42608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2A6016-811E-A807-0676-8CD726EC6C0B}"/>
              </a:ext>
            </a:extLst>
          </p:cNvPr>
          <p:cNvSpPr/>
          <p:nvPr/>
        </p:nvSpPr>
        <p:spPr>
          <a:xfrm>
            <a:off x="5200132" y="946721"/>
            <a:ext cx="428730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A64304-B2C3-6FCD-4668-ACB4680EED7F}"/>
              </a:ext>
            </a:extLst>
          </p:cNvPr>
          <p:cNvSpPr/>
          <p:nvPr/>
        </p:nvSpPr>
        <p:spPr>
          <a:xfrm>
            <a:off x="6191487" y="946721"/>
            <a:ext cx="312055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FA2329-1A8E-891D-4DD4-908879CADBCB}"/>
              </a:ext>
            </a:extLst>
          </p:cNvPr>
          <p:cNvSpPr/>
          <p:nvPr/>
        </p:nvSpPr>
        <p:spPr>
          <a:xfrm rot="7689780">
            <a:off x="5689987" y="725525"/>
            <a:ext cx="76042" cy="1357830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0A786F-F73E-CD57-E048-DFDF070827FF}"/>
              </a:ext>
            </a:extLst>
          </p:cNvPr>
          <p:cNvSpPr/>
          <p:nvPr/>
        </p:nvSpPr>
        <p:spPr>
          <a:xfrm>
            <a:off x="6503542" y="1862159"/>
            <a:ext cx="647271" cy="13173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9424F9-ED50-B28D-8FC8-A58966162251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559C73-859C-C2FC-3BBA-7B6479181214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4B43AA-B2E5-E380-897F-8AC602FEB09E}"/>
              </a:ext>
            </a:extLst>
          </p:cNvPr>
          <p:cNvSpPr/>
          <p:nvPr/>
        </p:nvSpPr>
        <p:spPr>
          <a:xfrm>
            <a:off x="5200132" y="2341929"/>
            <a:ext cx="546618" cy="11552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62138F-B471-5FC6-8D4A-98AE292B212F}"/>
              </a:ext>
            </a:extLst>
          </p:cNvPr>
          <p:cNvSpPr/>
          <p:nvPr/>
        </p:nvSpPr>
        <p:spPr>
          <a:xfrm rot="8938082">
            <a:off x="5502940" y="1047172"/>
            <a:ext cx="76042" cy="1357830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BF704D-8F26-0746-B19B-7350F6D936D2}"/>
              </a:ext>
            </a:extLst>
          </p:cNvPr>
          <p:cNvSpPr/>
          <p:nvPr/>
        </p:nvSpPr>
        <p:spPr>
          <a:xfrm rot="10800000">
            <a:off x="5873291" y="1176175"/>
            <a:ext cx="90481" cy="1117544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C7A53B-99DF-945B-755D-30A06077D5CA}"/>
              </a:ext>
            </a:extLst>
          </p:cNvPr>
          <p:cNvSpPr/>
          <p:nvPr/>
        </p:nvSpPr>
        <p:spPr>
          <a:xfrm rot="12691686" flipH="1">
            <a:off x="5408785" y="1079456"/>
            <a:ext cx="55472" cy="1281028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D0F940-B5DC-F5E4-083E-172056BD78D7}"/>
              </a:ext>
            </a:extLst>
          </p:cNvPr>
          <p:cNvSpPr/>
          <p:nvPr/>
        </p:nvSpPr>
        <p:spPr>
          <a:xfrm>
            <a:off x="4901946" y="2574289"/>
            <a:ext cx="104394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2832E2-4A17-8061-8901-CF1A6780348C}"/>
              </a:ext>
            </a:extLst>
          </p:cNvPr>
          <p:cNvSpPr/>
          <p:nvPr/>
        </p:nvSpPr>
        <p:spPr>
          <a:xfrm>
            <a:off x="6150719" y="2574289"/>
            <a:ext cx="81536" cy="298451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26CAB6-E5AE-370C-6252-FD297C3AB9DA}"/>
              </a:ext>
            </a:extLst>
          </p:cNvPr>
          <p:cNvSpPr/>
          <p:nvPr/>
        </p:nvSpPr>
        <p:spPr>
          <a:xfrm>
            <a:off x="4985891" y="2649403"/>
            <a:ext cx="2164922" cy="1004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DE09C5-AF7F-59D9-AA41-8066C7F77FA6}"/>
              </a:ext>
            </a:extLst>
          </p:cNvPr>
          <p:cNvSpPr/>
          <p:nvPr/>
        </p:nvSpPr>
        <p:spPr>
          <a:xfrm>
            <a:off x="6191486" y="2789463"/>
            <a:ext cx="796053" cy="83277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A2FCF1-03BC-B370-412D-79A02F9A6AED}"/>
              </a:ext>
            </a:extLst>
          </p:cNvPr>
          <p:cNvSpPr/>
          <p:nvPr/>
        </p:nvSpPr>
        <p:spPr>
          <a:xfrm>
            <a:off x="6946770" y="2858780"/>
            <a:ext cx="81536" cy="652755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80CEED-1C41-EF9A-A620-C53178B61913}"/>
              </a:ext>
            </a:extLst>
          </p:cNvPr>
          <p:cNvSpPr/>
          <p:nvPr/>
        </p:nvSpPr>
        <p:spPr>
          <a:xfrm>
            <a:off x="7069277" y="2752609"/>
            <a:ext cx="81536" cy="758926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E7ED695-DEB1-3B02-0B82-D4971DE31931}"/>
              </a:ext>
            </a:extLst>
          </p:cNvPr>
          <p:cNvSpPr/>
          <p:nvPr/>
        </p:nvSpPr>
        <p:spPr>
          <a:xfrm rot="9307021">
            <a:off x="6527495" y="1029611"/>
            <a:ext cx="45719" cy="2689598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74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807F4-5268-AC9D-3045-0972FE0D7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6789-E673-FD50-3677-170ADDA6C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9AFD81-0501-AE7F-F633-3E2EA7CADE02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3C1866-64AD-D032-ACF5-AD5431623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3F3FD8-1211-7079-13DB-FD5838045E99}"/>
              </a:ext>
            </a:extLst>
          </p:cNvPr>
          <p:cNvSpPr/>
          <p:nvPr/>
        </p:nvSpPr>
        <p:spPr>
          <a:xfrm>
            <a:off x="596436" y="2188396"/>
            <a:ext cx="2054832" cy="267128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852B40-289A-7EFF-0CEE-80A4E2403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2AE1B6-3CA4-02A7-8317-540E8F93A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279822-2466-5670-FA1C-2552EBCC1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8DFCE6-6340-49CA-92B7-4BA2E517D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369" y="2517461"/>
            <a:ext cx="5184602" cy="30568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333216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6F7CA-C8CC-D9D5-CE74-5FEB89814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593F9-6B8E-9D52-580D-1A5900396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6857D92-187B-31EC-E6ED-0994B08F91DB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5DE7C5-F2B7-0456-2DF7-1513D678ED9A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28EBDB-C75E-8E69-037B-2F6BEB932E98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574E9E-F5B4-E05E-1009-376803BC2664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F1ACD2-221F-0289-4BC2-725DEEB42794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EE4AA9-7366-1282-EA02-E3D17C0C52A1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47EAA7-A9EA-84FB-AF6E-8AFCC47E644D}"/>
              </a:ext>
            </a:extLst>
          </p:cNvPr>
          <p:cNvSpPr/>
          <p:nvPr/>
        </p:nvSpPr>
        <p:spPr>
          <a:xfrm rot="8938082">
            <a:off x="5502940" y="1047172"/>
            <a:ext cx="76042" cy="1357830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2D2A54-F269-7573-CDEE-B94C0F9B5494}"/>
              </a:ext>
            </a:extLst>
          </p:cNvPr>
          <p:cNvSpPr/>
          <p:nvPr/>
        </p:nvSpPr>
        <p:spPr>
          <a:xfrm rot="10800000">
            <a:off x="5873291" y="1176175"/>
            <a:ext cx="90481" cy="1117544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5D4C1B-596F-9174-ACA4-467F2736FE4D}"/>
              </a:ext>
            </a:extLst>
          </p:cNvPr>
          <p:cNvSpPr/>
          <p:nvPr/>
        </p:nvSpPr>
        <p:spPr>
          <a:xfrm rot="12691686" flipH="1">
            <a:off x="5408785" y="1079456"/>
            <a:ext cx="55472" cy="1281028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3A00AF-C6DD-F505-31CD-17E6C847C008}"/>
              </a:ext>
            </a:extLst>
          </p:cNvPr>
          <p:cNvSpPr/>
          <p:nvPr/>
        </p:nvSpPr>
        <p:spPr>
          <a:xfrm rot="9307021">
            <a:off x="6527495" y="1029611"/>
            <a:ext cx="45719" cy="2689598"/>
          </a:xfrm>
          <a:prstGeom prst="rect">
            <a:avLst/>
          </a:prstGeom>
          <a:solidFill>
            <a:schemeClr val="accent3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5B02E6-CB31-CC93-8B12-61CBCC34CC1E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23580A-49CD-300B-246B-E7A618A76139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E1219D9-39D8-2570-DC2A-0312DE3CE60A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3752DDD-5831-73D0-5796-8C86FA84B651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795464-1595-2E0D-0837-21FE781A4BE2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3F8C04-FEC4-CF44-4930-81F8A56A3C79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3B17625-9BB8-B830-18E7-2C1957CE0128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705E87A-9F91-4912-CCFC-415431A11782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9DDC344-79F7-263B-7B9D-2F4534780F2C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35D7CECE-66E1-6B94-1FDA-926C3D23609A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A394329-D3FD-329C-51C7-132800837F47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47C7B45-F605-0963-A5CB-099AB0B86C65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1011ECF-4292-E943-8926-E6234EA6FA47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C8A3BD9C-168D-BC3F-0AD9-EC95FE993A85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81E4820-0CBC-6BF0-694B-30603702532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2A0F0EE-191D-5199-3571-0BA3E5EC5F7B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CB97D67-84FA-071F-A18B-58E8A0CCE182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9F13761-A4A7-9A53-DCC7-4C5C1D3C448B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568ECF0D-9DBA-B3C9-7A3F-4253ED0547A6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72D67EDB-461B-60E6-B361-CD5816F9A5D1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AAF35B68-C81C-2380-D153-4D62E646870D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C5A3C8F-6C1D-A29A-0168-31B94146FEE3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439BA9BE-C36C-54A2-5A89-FA93C156A82E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1C9E6B3A-8CA7-926D-403D-2E1B5FFE1D49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97ECE-FA3A-41FE-754D-BCA9BB239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E7A87-9289-EC2A-02C9-97DA687D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DBDF6C-C964-1BC5-EE85-14EE2806E8C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EEA8F-A5B3-C76B-7DEF-B53650251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9563B2-F981-DD92-4DE7-B64522230230}"/>
              </a:ext>
            </a:extLst>
          </p:cNvPr>
          <p:cNvSpPr/>
          <p:nvPr/>
        </p:nvSpPr>
        <p:spPr>
          <a:xfrm>
            <a:off x="596436" y="2188396"/>
            <a:ext cx="2054832" cy="267128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6B4F72-91A6-20EE-AE4B-4D35DC9C9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74F60F-2144-8F0A-9F1B-C42A4765A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FFD93E-ACE4-740C-A05D-C11A4B9BA8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98BB5B-1016-862E-9F55-7F20ABEFE3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8476" y="1853248"/>
            <a:ext cx="6510221" cy="43454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39420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17BCF-5909-B942-100F-E65BCB68D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7B8EF9-6F5A-F6A4-B564-A6B307502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AD7B39-1BBC-32BF-6282-A185E398EA7A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45BB57-67F6-63F8-863E-D1336749B22D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B3D784-936E-F040-E993-539CB824FE9D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AABCEF-7171-15E5-61D9-0A731BA1A4F3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97789E-78D2-4EB4-E6BB-12C4E6EDD0D2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EC0391-0D5E-6492-01F6-775742084690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8BA96D-F5F7-A370-CBFA-97B723169683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BDC6863-9329-26C9-278F-41AB9A216099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AF2E9D-353B-8059-5A54-5710F33D4265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47C26A7-8717-11C7-D2C9-6F2DF0C7DF8C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F505AD-9E66-1114-FDC9-F2CC5658780E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A986DB-7E26-CB61-679D-DA0618115D1F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1CC046E-A252-D033-B152-30A657B7A843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A6F5033-29E3-5BF7-632A-F37A48F6E3CF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807AAC3-67A6-C0DF-6708-4D900E681C7E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89E763C-E208-9C9D-E650-90AA83D4064C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4500383-FD19-8A08-9A11-0072F832E748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05E374B1-B80E-DDA3-660A-C50F3C812109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77BCD45-B4CA-2414-C780-BAE085485898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D36A860F-0A7D-0DFF-4ECC-781EE476F507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778F4E96-E4FE-B983-A346-6DA51CBA428D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AE1B7EF0-B810-2A1A-A0CD-EF6ABAD692CD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44201DD5-55C0-4A91-CD80-09B549F509D4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24555C6-841A-499B-0579-17A45F77361B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A9479932-953F-5115-05BD-DE3049740D13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B8621B1A-1BC4-42FE-5E11-A0E3339B79BB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F752B758-E80E-5B6A-5664-B38334D07467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238F7785-6787-090E-4E66-573506126CAF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72049AA-9293-90BD-C2EE-BA4941B93169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2BACC523-31D2-AF04-AB03-9754F674A040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34F66EB-7E02-CB96-8803-AEA365D06354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BFF1D59-2671-AAE9-ECB8-2C3F02397FA8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9753E05-DB1B-AAC7-0A68-960E96B1935C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135A2E3-F732-9F2A-5927-604AB8C8BD60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DC30F13-6D08-583B-0180-F35190353A15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C3AA6E2-70C8-4FD2-C583-54CA951B3AD6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6A5669E-96C0-C847-DC02-5CE0B4AC6255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72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A62F3-E995-E6DE-AE8C-9D046A3F2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6B2B6-8779-E0D3-77E3-FA429EB6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- 18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6A0FD5-D650-90EE-F714-5073B67C2D70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B7D64-982F-CD1E-46C7-A58A922F1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3BD349-2724-3D4E-CD82-42092361C7FB}"/>
              </a:ext>
            </a:extLst>
          </p:cNvPr>
          <p:cNvSpPr/>
          <p:nvPr/>
        </p:nvSpPr>
        <p:spPr>
          <a:xfrm>
            <a:off x="596436" y="2188396"/>
            <a:ext cx="2054832" cy="267128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603F07-F203-CBF4-726B-93F9EAAEE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B62772-748F-2A54-7C3C-82524FC20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D968E0-A26B-188B-AD2D-57E1887B6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C378E4-4C89-0493-C7C0-EA18BA555E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9945" y="1931542"/>
            <a:ext cx="5794652" cy="42389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60352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6522C-FCE3-0D90-5E62-CFC6801D9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7E1451-A284-7E04-6C75-2FA1EDFC9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C8A31F-955A-4EE8-B76B-624F7058EA67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64B650-144F-F92D-1DCD-273B0086CDB5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0212FB-2148-C4C3-3AC4-C1A23D7A44FA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224CC9-AFCB-40CA-6CDF-C33A298C3EA5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118475-7FD8-48FD-10EC-C897DCAE6CA2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F2A97E-BCEA-E51B-C1D2-CD727947289F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054426-6379-7FB0-E776-D13F2C33B8BF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BCA771-AC11-4A04-016E-9B0980913F92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DE9CBB-FE4D-EC4F-24D8-FE281AFD95D4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347601-2392-41EA-DEE1-807F6C8C6316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841F6B-F4D6-CBB1-E7F1-8B395AA52992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11EA41A-815E-5AB4-17D0-C496A1345FF7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8F6A3B0-D83C-717E-5CBB-04C69A8BB1CF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ACFEEB3-F473-2FD9-93B7-DD8EA3E978CD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0B1906A-6E0A-7236-4E1D-25510AC6402E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9F94FBF-18A1-D76E-EFE7-01F95D18DD32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76D0ACE-7AED-BB31-5F86-846EE77E462E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44F22A5-62E5-8AFE-63CA-2F2CCF0EEF44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45B771D-9A3D-0021-0330-7F6D7BD45DA1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BC332D02-C3EA-BE30-4307-E79CD5167AD4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B8E55D3B-2E26-01CF-BBED-63903698452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61CA5B2-F51F-715A-EB45-7351747A200D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FF37583C-153D-203A-CBBD-B240B05569F7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49CE076D-07CB-36BC-5850-23498B4943A7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9C838F6-8F8C-BD7A-3785-45FF04C9CF37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E9700E52-C62E-7970-3977-3BB280FF1336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8378F7F-7646-EEA4-26C5-D789942AFDC9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6F859965-56A5-14C9-A7F1-7916621F6C10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92A1F0A-278F-7C1E-64DA-30BD804AE3DA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B8212ADB-6ED5-E0C9-6758-E459A58EED89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15CCC24-8D70-BD6C-7E5C-51AF10D58116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265EF82-892F-55B3-D976-298029086237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043E53C-8320-AFF5-531B-029F544C8FEE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B450A7-3A0E-59F2-3DB1-9F34A18011B1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9C602B2-0D71-AD34-346E-0F11EE3F01F4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707690B-F929-024B-BE2A-BABF55F6F6F3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D811C5C-8E3A-C09F-A5F7-968F53742862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94AE9E5-07C1-73D5-7F4D-33370B4DF9F8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3CA1F19-8F06-987C-FBAE-ACDB72D382EC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D2DAB03-653E-0B62-34AF-3D64E4093FF3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860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71C09-BB3D-2036-8F1E-C7D015563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E5F5E-F83F-80FA-202C-74D9622B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- 19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F09283-022D-B87B-A804-F17CF8AF90A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025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60768F-50C7-CDAB-2151-F98AFF07B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63AF58-5418-446F-474C-344AA971EACE}"/>
              </a:ext>
            </a:extLst>
          </p:cNvPr>
          <p:cNvSpPr/>
          <p:nvPr/>
        </p:nvSpPr>
        <p:spPr>
          <a:xfrm>
            <a:off x="596436" y="3513762"/>
            <a:ext cx="2033748" cy="134591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A6C4E6-741A-756F-A356-2C2771630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9EBA4A-6121-C5D1-B6A2-0158BEC83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8C93DD-530D-5A7E-3903-A9C635B12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E6658F-C57C-83FD-35B8-AF3EF8D17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6462" y="3253778"/>
            <a:ext cx="6961548" cy="21196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316840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995F0-C5FC-B08C-7B4C-57407698F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DBF0EC-DCE4-BE21-A9E1-F2D7D7ADF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55E4CF5-F904-1F8F-D86D-85DA5774E969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7720CB-DEAA-BE99-E5F1-12FD17C7300C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FEB83E-15C0-283F-D63E-43563B1555C5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3BF14-CC01-4664-B0B8-16CC08145AF6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C817A6-6E60-6E95-8822-5221DD10503D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E6219E-908C-6A7F-3959-46492B3B3EF1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EBE4F9A-5B1C-C38E-93C8-75F45C7FC5A2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C3BA8D-1DC4-8AD3-603D-1D143E81962A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0004A8-B646-61AC-C217-A9A5F6A543DA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5A58633-1939-419E-D55C-6F0DBE42F041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80DCB5-9157-1D45-B6F8-53F9C428D9BC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9ACCD6A-0EA2-6D99-C41D-5E10F3C394FE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EDEE43A-9CEE-971A-5415-07AE465A641F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0A088EA-12D8-4463-A99F-1FE13B1199FE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C39D36A-4A5D-202E-DD2A-B870C1BB6B6E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CE6380EE-88CD-B382-1450-714EB2D2C72B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9210D08-4481-5B63-6D4B-6F7A95E020F8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FBE6B56-D023-F5E8-F1AD-4EE419DCBF57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C832DA1-A1D9-BE1E-4B26-E1D5833DFD26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151F7984-6ECA-EED7-FB05-0471CA712BE2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BF472FAD-8FFA-4852-F4AF-7084E6503B2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C2CF8910-22DA-9478-92C7-F885B95CD897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718EE46C-5051-279D-932F-1792832BF7A0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94104B2-F440-56FF-7E7A-1F261C708435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EEAF3805-7528-4404-7A36-C1135CC6D41F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E41D24D3-A1AF-980B-69E7-1EFF52868806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8C643FE2-476F-148C-6392-F1467C64CB92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1E20B50-8193-5DF7-3904-675B1F75ABB0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7CC9065B-44E9-8069-789E-F15AFCCBFA79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642308F6-960D-6412-8FD4-E7596174CF8E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336E6CE-D36B-192F-9E2A-EBE0292B51BF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D988C10-ADE0-236A-3731-B9169ED1BE69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2B398D6-8A46-0C74-C947-83276010901A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00B211B-D0DE-7074-921E-8FA903AD314C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271D490-50AE-2987-AB94-4BD8E4120F6C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8508A59-8AD5-9953-0AB3-B9F820328EA2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46F8DC0-43D8-5770-212E-904B4CC65F06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EED2848-DB3F-E266-45E0-BA78A32C47FE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5D4481-0B94-1F60-DEE0-C6B3F7FF4EBF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70FFA48-756C-8483-3AD0-07E735BAC2F1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D622EA5-C962-95A7-4D18-9CCB13A6ACE6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82A2D90-8AF2-3F66-1A9B-1DBF8C51C83E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854E31F-B284-6CFE-966F-AE1C0F7B1A21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797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AA3D3-ACB2-0AF1-27EE-C1522E623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8A5D-D0BA-F6AE-C028-E04D49640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7F8950-E521-F267-F89F-048FC3913F37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026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410B64-1BA9-0648-6DAB-B65E6E95C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2B3E22-218A-30F8-9B7B-5B2246E92E01}"/>
              </a:ext>
            </a:extLst>
          </p:cNvPr>
          <p:cNvSpPr/>
          <p:nvPr/>
        </p:nvSpPr>
        <p:spPr>
          <a:xfrm>
            <a:off x="596436" y="2249293"/>
            <a:ext cx="2033748" cy="2600109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5BB086-CA43-55C9-7DBE-A6FCC03C1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196BAC-1B4E-B6A3-2373-24CE0BB74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45E735-F511-BDEB-6207-F2679FC5E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5B08E4B-11FF-E36C-7FCF-0BB29249E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0343" y="904126"/>
            <a:ext cx="4730954" cy="54917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65415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22B4-1A6A-46F8-FC43-2987172A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01A7E6-BD62-A312-CE9B-15C6CD345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B3DD77-B0F0-CF5B-5BB6-C43435182A94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52F0E2-BB7C-0B0F-C5FA-FE74AA6BAD7C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6B6A8A-19E1-F2FF-E027-59352CC91948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C7BFA4-9488-FEB4-0A83-ADC45797D97F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239820-C8EB-25FD-823E-C7FD05FFB137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6D056C-FB7E-7473-CDA4-68D1D5C8CAF2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92B0FF-6CEA-9E5C-7343-93D56A06C706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3E0934-7824-64B7-AE4F-F3F37D111342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34B2BA4-2385-EADA-2E79-FE1FC77257CB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C106C0-E66B-E36A-DC3D-5DEDE336539D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216E36-7083-1D7A-9F66-7A5035186813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531A43-C5E5-1697-F482-FC190C759BCE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F7FD4980-3266-44E3-2183-2BAEE4A2CEAC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DBF736C-9236-5D80-D237-BA9F88728932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D39DA3F-3B3E-DF88-C1AA-61B824060173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EB2A5180-E351-BDC7-9D78-A119DD7D58A0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17369FEE-AA6A-EDC4-E1AB-42C6227FCE03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269CC7F-8F18-BFEF-70F7-0E0E1A76F260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26B839A6-427C-AA0F-6DD7-7A3105DB41FA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9F597EB5-CAEA-D4A5-B042-DFB114184818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D968289-9CAA-FE31-8856-8BD7E638CE1E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1E50490-E82D-9031-CA95-D7755044AF92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992CAA49-A15E-9216-545B-43161E72BE16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9B0F0EA-0BF4-9D58-D3FD-62D848295860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21670D05-272B-2354-4730-CEDC6CB9A02D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E546C66D-DF82-D7E1-749A-A0D5E0157C70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B9690BC7-C991-66B0-80FA-367D9D58CA7F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ED9F6058-1BBF-0574-239E-09EF60389B00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10518BFD-E70E-2E67-2F50-AC3F7447DA12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548674E5-F9A8-4170-9CE7-D9D2C6E3E2E8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523B543-62B7-1ED7-7FC7-C5B65483AB0E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4152BFB-D349-97E9-E750-F213147CA611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0665E0A-4E76-AA18-691C-E5AF3ED4B327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F4B32D-63DD-79C2-EB11-1C6B5134AC22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FF2A21D-2A4C-C56C-478F-136A6DA4F1C0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2DADB3-570D-A90F-D20D-65C5A60C5483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7BA8C59-F106-C12B-A657-1D7108138B1E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9CF54E8-113A-1B8F-88EC-4094C300F5F1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2F0C493-D928-AA9F-A13B-129A80FE9957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8ECC932-F132-34BA-C6CD-ECD99AF720CB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31033C7-30F9-CC8A-AA6D-607352280624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621AC8A-E58F-6B6B-502B-7B9ADEA629AB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F2935DE-BDCE-DA4E-C545-91984074D198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006CEA2-5104-40F4-BA9D-C176CFF58445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892701-3A22-40D7-502A-7BF6B7CF2A07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632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2A57B-0E20-5737-9435-7CE2475F7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6F97-2EE7-C23B-8662-0E4E9DDF3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176413-A55E-AEA5-6BC0-E1A5E667915F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027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8FC06E-9204-FCA6-09A4-C39C34471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090951-728B-4AB1-4D32-C31147ECFAFB}"/>
              </a:ext>
            </a:extLst>
          </p:cNvPr>
          <p:cNvSpPr/>
          <p:nvPr/>
        </p:nvSpPr>
        <p:spPr>
          <a:xfrm>
            <a:off x="596436" y="3534310"/>
            <a:ext cx="2033748" cy="274266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6D718F-362D-5756-E6A0-89DE7A7AF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E8A879-2C15-3C3F-6209-7068D0A7D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1DC338-5CD2-E07B-2901-E8411071EF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243BC4-69A3-EE14-4195-C33925B480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9573" y="1094226"/>
            <a:ext cx="4915586" cy="55062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4251C0-856E-8696-FE2C-4B7E9DC802A0}"/>
              </a:ext>
            </a:extLst>
          </p:cNvPr>
          <p:cNvCxnSpPr/>
          <p:nvPr/>
        </p:nvCxnSpPr>
        <p:spPr>
          <a:xfrm flipH="1">
            <a:off x="9100249" y="3176337"/>
            <a:ext cx="1203158" cy="258132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9278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21D9F-275A-FEF6-FD99-2029888D0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600E97-8D4F-FA73-9B93-4D8BB4ADF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792B02-F0EA-0A4B-AB3E-FDE087D3ACF7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576E6-91A7-7E4F-5160-E4F4CF044413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1ADBFB-953C-EC79-6601-32515E38D41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5A11F9-13F6-9F09-8711-A2464AFCC76B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318EE2-8D98-D164-A332-21D5A5649D8A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23DA7D-F23A-2BCC-F0A9-8E490FE093F6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D5C8035-8C6F-9BED-FB02-9334112511E2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ECBD7E-0CDB-A6D7-9451-68656BE65D1D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EFD298A-DC24-94F2-0454-9A08D2887BEC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2513D2-0F5C-F81A-BF31-710A9CF72D1A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6E5707-C50D-38FC-78E4-8ECE669DC0C3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B6F945-EE6F-6705-5664-DA51C7061754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A38D211-95C9-FC61-5C78-F53D105EF78F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98F3E48A-2722-BA86-9611-FFA11717D543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FE557FF-76AC-A889-CBC5-2896D9A6B24A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2AC591C-DC34-F440-52B2-DF4F969766A9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2FB1858-25DC-5F91-729A-05CF3E028179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60253AAF-68BE-AA98-F355-45FB243D8A84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E5DF044-51F9-D76C-8DFB-06ACAF8869A9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08C5643-CA4C-A089-C73B-505754B61036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57CEAE1-D934-C58C-4B81-CDA7F954AD21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ED2A2F6-A3F5-9C9D-9DCB-77ED0EE1018A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9D2AA50-2C7D-F215-1CD2-0A8C9CA40677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CFA7F6A0-00E1-8D59-C76A-CD89AA39F01D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53356E20-CCA5-5EE0-2341-83C156A0B7D9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99969C9-E4A9-438B-9511-A3DCBEBAB3D2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74CEA05C-B1CC-8746-ACA8-4A87564A0B1A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66A824B9-3305-F717-E460-E26228AD343A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B8398FA5-0A71-99E4-FFA9-4B259FCC33B7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4DC2762F-D248-6762-E902-D5CE07573FC5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97DF462-F54A-4F71-DB92-C948495085DF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A473EE8-E6BE-AE32-032B-8B97A02F3885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CFB8CA4-ECA9-3721-ECA1-B3D6BC233FF7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1530D2-DE11-B08F-24F6-28D028CD790D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B0EAD3A-A2B5-1060-8EA2-27BECB02CECC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1AFA2DE-B403-D75D-EA02-B8215394D174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ACFC45A-FA8A-8DA6-56D2-5BDD5E33D12E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D745F1F-0126-1CC7-2104-A997041C1CD8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01AC840-A9DD-9DBD-AF96-F23733AEBA08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EF01747-0AE5-2DD5-CD23-C1D6E7E01813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58A667E-A2A8-12AF-4E0F-EB6EEAD41127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34B66ED-5A41-D2E0-6B1F-6D99B4E53054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B86A58C-0E1A-C1A1-08E9-A034D0B9CAE8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6A4B5F9-7918-6864-CCE3-2EDBDED7529F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36B8611-157C-5E0C-5E5C-DECA4E446C52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0CAC27-8A27-69B3-1E54-FD076927D47D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7FF0C5-9D33-5B0C-1812-7C63A4E15CC4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387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0D1E9-8854-2DD2-5CB3-727047C2E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D4C96-10BB-ACB1-704A-B2C90348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- 22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A1FC18-03A0-BE34-165D-0ED6A607BF3A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028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9582D7-20A3-A5E0-C093-D0CB5CB32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E2974F-B6A3-A99C-1447-257CBA7DF708}"/>
              </a:ext>
            </a:extLst>
          </p:cNvPr>
          <p:cNvSpPr/>
          <p:nvPr/>
        </p:nvSpPr>
        <p:spPr>
          <a:xfrm>
            <a:off x="596436" y="3534310"/>
            <a:ext cx="2033748" cy="274266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52C3A3-94A8-A1FB-6B6F-0FEE7EE3B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36A2F4-5EF7-06C8-4DB0-2AEF2674E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0FA46D-4A24-7BBC-393D-FE80D8C2B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F40510-86FA-41CB-7B05-C52768EE5A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9364" y="2645340"/>
            <a:ext cx="5207436" cy="27426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345359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BA3ED-6BF4-B794-8962-B14F14611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6EC8E9-1035-963F-5899-97278B5BE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5EE3F0-65A0-830C-2798-4E82878047EF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08517B-1D11-8FCC-B4F8-F4224E6DFE58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6628D0-BD3F-E9E9-C96F-56CBA0507D0E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77C0D7-CC63-1680-C5B1-DC2F3BC9DBD7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2E42ED-A928-F29E-4C13-5FC89DDDFA28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56900F-C887-76CD-32EB-B893C576C357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545341-B6BB-F2EE-6833-7721573CBC01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BFD981-917C-3C5C-58B3-058279E49793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22F6FD-A5D4-2D44-9D5C-2DD68FAF3940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961858-9A6A-0A0F-4A65-BAB8B56FE665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241AC9E-391B-FB3A-946A-E23C241D12F4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E0784E-BBF3-3742-FF8E-A275ED6BB7CB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9FA3420-D5A0-36F7-215B-B20F77E74417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E1570629-92F2-64A3-9F6C-BF6350B7FA16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1E91C27-72E4-101C-FB9E-02A4923B87F9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0B214701-F9C0-0209-A62A-9C9DD13E0D2F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22D6032-0CD8-8FC3-D9B8-B5D26EC20623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F28AC13-EC4F-4661-23B9-5E632F6531A8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B9B6C98-BA00-D0C1-4743-F3D5D43E948B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E0CEC33-1676-2640-A15F-C7FF84FB6747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10F85F4-47C0-3AC3-6163-4D783C0899E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0735FC39-853D-B775-D301-53477B83442D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7DA2BD7D-5D16-B00A-5FF6-C88CD7C3701A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9D0AA46E-7E56-0C95-DC83-8947E2ED5CEA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14CA6B0-6D61-C9AD-AB11-522139F6A318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242DDDDE-BC5E-D512-7A47-501E413379BB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3338E23-A127-28D3-7AF2-949EA3DAC078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501E7781-07FA-9E64-426C-CDC825E3AC43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9E34AC49-3E53-D9EA-B535-978CB0733867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D1468E5F-9466-7DE3-38F5-E7C3D1C879A6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54E023-0A17-F5EC-BB55-738F3A948343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7B30539-18BC-A42C-4088-90F912F29696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B50C34-8DDC-C269-1652-7C71F884A4D2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7726DC-5FF6-8B40-D486-70FE003E6B44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0432147-6327-C6C3-5453-61D3D08C59AA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948F083-1A1A-9692-203C-71FEFFA500A1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FB9E214-9816-0DF5-0585-78F69135D1A6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9F02E39-B884-C372-F6B7-1B0D97839EBA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5FADB22-B032-B158-2425-906500F82287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DD4CA50-DAD1-8D0E-919C-3D5967B19E4B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8934B5C-CD04-F3CC-CECB-88B7E5087F97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2C35467-D7E1-E59F-B181-3EB1E36030A8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3E562C-55CF-5DC3-0E11-B8238FDB5A23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FC37F6A-3205-C27B-7BB7-9A203C832399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30C533F-93BF-F6FF-EB30-4A3FFC56E2FF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E7A980-5DFA-CF0E-69ED-0BA0D74F5FFA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CC7327E-CA67-D655-EDAC-D23798BC84C5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9B5C1E2-8501-606D-95D2-5D292E52D38F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74448A5-D1E9-F290-AA93-730A1E172C42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DD226DF-AF44-EC85-CB89-AFEA320A6D1B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83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63DA4-FA80-4059-F6E6-237C15EC9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79016-2390-5F07-7EEE-C70337665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DC6BFB-F433-13D8-D2DB-BB05C991AF3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029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A64CF6-1B3F-C0F1-8F05-BEABBE44F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07B500-F829-FD4F-A05B-3543117499C7}"/>
              </a:ext>
            </a:extLst>
          </p:cNvPr>
          <p:cNvSpPr/>
          <p:nvPr/>
        </p:nvSpPr>
        <p:spPr>
          <a:xfrm>
            <a:off x="596436" y="3924728"/>
            <a:ext cx="2002926" cy="2352246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7824F4-D967-9584-9FFE-C089C4D20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77C0BB-DB19-F0DE-786D-508B664F7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EAB3AA-788A-ACC6-0ABB-D67DC3AE6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06E917-42D2-23D8-C54D-8C62AAF70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5729" y="2207070"/>
            <a:ext cx="6235516" cy="39621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798517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1002E-0539-5BDA-154E-3DD123C30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DBA436-F71F-F762-10D9-3FCD737F1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059C4A-75F4-34B8-516F-D83B8CC86DD8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59814A-FE1B-BE8C-47CD-9994E6875693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665972-2D5F-3456-A65B-541599E10983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FABDB-D33C-E9B8-20EE-0C63D13A79B9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1428EC-B2AA-0D2D-D461-3970A2CE72D7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A48921-66EC-32CD-3FB0-22F2510F60EA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648519-B321-F9E9-652B-6062DAE85E9D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BCE0AD-D1B0-E10A-6BF7-25E51C3D52E9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50F791-4F24-59EC-2915-771DB9B5DCD9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20E44B-C24F-29FE-743E-B6FDB9AF2035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DE0A1F-438C-3908-21C9-6AA98B9D24F1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93C864-B9CD-458E-1CFF-242EFD3DC86E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7D48F69-1860-773E-CD37-82C326D7505D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66AB25C-C250-CDC8-6899-9326A1C6EB89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9A858E6-5EF2-90A6-0690-2A5E09064DA0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B0F3444-2E7F-E5FB-E198-B5C807B71618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E901566-8788-C68F-E824-76347695019C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D6126A52-BC13-BB56-024B-839EB2A1FC75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CF61D05B-6EBF-7882-9192-E26C3736FA98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8BC9409A-8835-15CF-1317-00F6E0E56BFC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FB9D5C0-FEC5-5967-659C-B2EE858F44FA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B69CDE4-27F5-88C2-56E2-8E402486AF44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E65A090-0826-6EDB-521F-CCC65CC50E60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3119F571-5C0B-012E-5B64-3AB10DE87E72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F3B009F-4E32-66F2-3D73-06DE2ED958B7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5A026883-26A8-97BB-B790-A945EE0FE7E8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10D7BC90-4383-F729-EBFD-9F165656B265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F0524A68-CAC6-48D5-B357-439105FE2E90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D67CCB51-C0EE-7754-12FB-106C5F5971E9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51281755-25BC-4E91-EDE8-A45D7F5D0440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FCA0017-CBFC-3A06-4A87-D26848FA1601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D00A7F-21C6-20DD-6A75-1092F3F2F244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F963CBC-FEFB-E026-DC47-ABC9AA6E6367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85778E2-EB58-B6A1-4FC5-237CA9C7F64D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F424C89-79A1-E36B-2AB2-2FE2F51D84F0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5FD591A-EA3D-1EAF-506A-AACEEA66575F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C029AE2-879E-F0ED-EFB9-9EB0327CFB81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721EB73-6832-21B7-140F-4E07CA379F86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4488A54-46C5-24A5-FB83-C6B7A2900C4E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772F260-3708-2033-E300-2A4DE209747A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E9D630-E590-604F-3E94-B575EE53D74B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F1027D2-9036-C4C2-9280-8E1192B1E034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9D4B1B1-F768-5A6E-A64F-17AF9A544C21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9FC7B68-F07B-009E-CB1F-036046105EEC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A0479D8-E6EF-11FB-6BB8-6C19D2BC52A6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373DC9-9D52-BE2A-0C7F-B8B742BD4C9A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C38D1EF-2313-5EAE-1F67-17522E230331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2681832-DE9D-44FA-C2B9-BD9A7C10EAF9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BDC2DA7-C920-B01E-B15E-BD634CD25FA1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6770CE6-3DB6-1CCF-77AE-357D786028AC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7A0DE4A-0BDA-C61C-4318-2030CD89378D}"/>
              </a:ext>
            </a:extLst>
          </p:cNvPr>
          <p:cNvSpPr/>
          <p:nvPr/>
        </p:nvSpPr>
        <p:spPr>
          <a:xfrm>
            <a:off x="5578867" y="3657600"/>
            <a:ext cx="3770616" cy="2527443"/>
          </a:xfrm>
          <a:custGeom>
            <a:avLst/>
            <a:gdLst>
              <a:gd name="csX0" fmla="*/ 3041151 w 3770616"/>
              <a:gd name="csY0" fmla="*/ 0 h 2527443"/>
              <a:gd name="csX1" fmla="*/ 3760342 w 3770616"/>
              <a:gd name="csY1" fmla="*/ 10274 h 2527443"/>
              <a:gd name="csX2" fmla="*/ 3770616 w 3770616"/>
              <a:gd name="csY2" fmla="*/ 2527443 h 2527443"/>
              <a:gd name="csX3" fmla="*/ 0 w 3770616"/>
              <a:gd name="csY3" fmla="*/ 2527443 h 2527443"/>
              <a:gd name="csX4" fmla="*/ 10275 w 3770616"/>
              <a:gd name="csY4" fmla="*/ 2434975 h 25274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70616" h="2527443">
                <a:moveTo>
                  <a:pt x="3041151" y="0"/>
                </a:moveTo>
                <a:lnTo>
                  <a:pt x="3760342" y="10274"/>
                </a:lnTo>
                <a:cubicBezTo>
                  <a:pt x="3763767" y="849330"/>
                  <a:pt x="3767191" y="1688387"/>
                  <a:pt x="3770616" y="2527443"/>
                </a:cubicBezTo>
                <a:lnTo>
                  <a:pt x="0" y="2527443"/>
                </a:lnTo>
                <a:lnTo>
                  <a:pt x="10275" y="2434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1F4B5F9-0580-B3EB-D95F-F15355F1F996}"/>
              </a:ext>
            </a:extLst>
          </p:cNvPr>
          <p:cNvSpPr/>
          <p:nvPr/>
        </p:nvSpPr>
        <p:spPr>
          <a:xfrm>
            <a:off x="4397339" y="3544584"/>
            <a:ext cx="5054886" cy="3174715"/>
          </a:xfrm>
          <a:custGeom>
            <a:avLst/>
            <a:gdLst>
              <a:gd name="csX0" fmla="*/ 4315146 w 5054886"/>
              <a:gd name="csY0" fmla="*/ 0 h 3174715"/>
              <a:gd name="csX1" fmla="*/ 5054886 w 5054886"/>
              <a:gd name="csY1" fmla="*/ 20549 h 3174715"/>
              <a:gd name="csX2" fmla="*/ 5054886 w 5054886"/>
              <a:gd name="csY2" fmla="*/ 3174715 h 3174715"/>
              <a:gd name="csX3" fmla="*/ 0 w 5054886"/>
              <a:gd name="csY3" fmla="*/ 3154167 h 3174715"/>
              <a:gd name="csX4" fmla="*/ 0 w 5054886"/>
              <a:gd name="csY4" fmla="*/ 2517169 h 3174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54886" h="3174715">
                <a:moveTo>
                  <a:pt x="4315146" y="0"/>
                </a:moveTo>
                <a:lnTo>
                  <a:pt x="5054886" y="20549"/>
                </a:lnTo>
                <a:lnTo>
                  <a:pt x="5054886" y="3174715"/>
                </a:lnTo>
                <a:lnTo>
                  <a:pt x="0" y="3154167"/>
                </a:lnTo>
                <a:lnTo>
                  <a:pt x="0" y="2517169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101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04557-5E85-0893-6E14-68F11A072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809F9-2F34-E3E9-49DD-5741C85F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F05532-7FD2-8B94-6D72-0468A1A91F73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030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D46909-8E0F-739F-E373-18D2F5826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554731-51CB-01AB-77B3-4C6F1A927631}"/>
              </a:ext>
            </a:extLst>
          </p:cNvPr>
          <p:cNvSpPr/>
          <p:nvPr/>
        </p:nvSpPr>
        <p:spPr>
          <a:xfrm>
            <a:off x="596436" y="4479533"/>
            <a:ext cx="2002926" cy="1797441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DBBAA1-9495-85E1-5A64-2FC23E1DC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16DAF9-5205-AF27-DFF1-EB5959AA3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19CF4C-A609-EFE7-2A6A-D1A6B0F26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D12D47-43F1-E49C-311E-EE415448E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2869" y="2545499"/>
            <a:ext cx="6481235" cy="36020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002531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27CC7-C914-230B-9B34-D3EFC0A7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A37AED-6D1E-9A72-D06F-90D1EA343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3DB5D1-ED73-6E7C-B096-BE9EED589DB1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E871BC-99D1-0C74-3BC2-D5318E7720C7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D5246E-D0BD-3AF8-4E12-CDF27F87BC0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C1062C-8655-D974-C5FC-E50911044092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47EEBD-952F-4E27-DA46-8EEE0869BDAA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C10251-C3EA-C168-55B1-F91978CFD857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BF6C09-6BCA-2C2F-D3F9-C133D09B6D45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2252366-B759-29FB-E025-227E4AFBCFED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0AB48C-FB8D-FD8A-1667-F74702E57670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2D19A39-E806-56CE-DDB4-8A5BDA288453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43C6856-F1E5-7837-D1B8-096898BA92EC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B3239BA-9E46-BA74-DFA2-03A14D78F9B8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84416E1-C5C2-0031-EE0E-FA8DD365B850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EE0B12A-3CB7-4A7E-AD96-58659FFDC4DB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36F64AC-2752-E7B8-7C05-13B149B86D33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67A65007-7584-F180-EEFD-B83D23798B3B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66B97B1-B5BD-74A2-F42D-5C33795BF747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1860786-7889-30B6-AB7B-8F8F72B6C03A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C5807622-AE47-EEDD-0400-7006455B15AE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1D80FBAA-FE76-B207-DD79-17539BB0A887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A0422914-1791-A46E-8F7D-01CE00D78857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CAC32791-F503-1601-C23F-704491DAC9F3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EFFE039C-CD1E-4F10-E7B6-7188F4A3FB90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43DD1DEB-8C75-3586-8267-681F115D5FF5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38B4AB3-86D3-907E-71EC-52C855B0D718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5F54D299-5910-5B5E-74B3-76F2B0F584D5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E81EF8A6-02A6-FFA2-6609-5706A35E70AA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FF52DCF8-E510-AADC-6044-875B133977CD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83123427-A92A-A038-04BA-E274496A40CF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816E8BF4-CF95-BE6B-1C58-2C652A97A7A1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18B7CC8-3FCA-559A-C2C5-553A484AA37B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77C67A7-F3B0-61D1-BE85-B471113C88E5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205B7E1-CD92-CA85-3CFA-2003B32C897F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6D1AA4C-661A-95BD-5881-6E0787697B47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CCE1D4F-FAED-C862-89E8-0E632A929E08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7F9E260-722E-BF93-B903-93154E6C4C48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B803C20-2CBD-892C-579C-6FDA02CF6D6B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6296BDF-6E8B-1B47-E24C-B47F849F3539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6775CF2-D4D7-741F-816A-88362B3938CC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D9405C2-3221-63F5-ACD2-98E6F8E84043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65728F6-6AF0-C8FC-7322-FB18976372B5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97E21CE-AC75-C5A6-A62B-A3DFFA4E3DC7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481574A-1554-382C-A7C7-2BDB1E8BBD51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C18B8F-AA37-993B-8977-B7B73A73410B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49755A7-7EB6-BB3B-13B3-4A49CD08930E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4C918F-4664-6333-E187-7CFB0597B457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777A03A-61BE-3338-985F-E04AA48A5A76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164EF4B-EBCD-959E-3CDE-5F371520947A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6CF720D-A073-6930-676C-5E7734C11AA1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333CA8D-9E9E-3650-7A25-FD6B69A5DF0E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B6659DA-FF4C-B29E-39FB-6B1F2940C831}"/>
              </a:ext>
            </a:extLst>
          </p:cNvPr>
          <p:cNvSpPr/>
          <p:nvPr/>
        </p:nvSpPr>
        <p:spPr>
          <a:xfrm>
            <a:off x="5578867" y="3657600"/>
            <a:ext cx="3770616" cy="2527443"/>
          </a:xfrm>
          <a:custGeom>
            <a:avLst/>
            <a:gdLst>
              <a:gd name="csX0" fmla="*/ 3041151 w 3770616"/>
              <a:gd name="csY0" fmla="*/ 0 h 2527443"/>
              <a:gd name="csX1" fmla="*/ 3760342 w 3770616"/>
              <a:gd name="csY1" fmla="*/ 10274 h 2527443"/>
              <a:gd name="csX2" fmla="*/ 3770616 w 3770616"/>
              <a:gd name="csY2" fmla="*/ 2527443 h 2527443"/>
              <a:gd name="csX3" fmla="*/ 0 w 3770616"/>
              <a:gd name="csY3" fmla="*/ 2527443 h 2527443"/>
              <a:gd name="csX4" fmla="*/ 10275 w 3770616"/>
              <a:gd name="csY4" fmla="*/ 2434975 h 25274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70616" h="2527443">
                <a:moveTo>
                  <a:pt x="3041151" y="0"/>
                </a:moveTo>
                <a:lnTo>
                  <a:pt x="3760342" y="10274"/>
                </a:lnTo>
                <a:cubicBezTo>
                  <a:pt x="3763767" y="849330"/>
                  <a:pt x="3767191" y="1688387"/>
                  <a:pt x="3770616" y="2527443"/>
                </a:cubicBezTo>
                <a:lnTo>
                  <a:pt x="0" y="2527443"/>
                </a:lnTo>
                <a:lnTo>
                  <a:pt x="10275" y="2434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C8B26DA-8864-5045-8305-19154A0277BD}"/>
              </a:ext>
            </a:extLst>
          </p:cNvPr>
          <p:cNvSpPr/>
          <p:nvPr/>
        </p:nvSpPr>
        <p:spPr>
          <a:xfrm>
            <a:off x="4397339" y="3544584"/>
            <a:ext cx="5054886" cy="3174715"/>
          </a:xfrm>
          <a:custGeom>
            <a:avLst/>
            <a:gdLst>
              <a:gd name="csX0" fmla="*/ 4315146 w 5054886"/>
              <a:gd name="csY0" fmla="*/ 0 h 3174715"/>
              <a:gd name="csX1" fmla="*/ 5054886 w 5054886"/>
              <a:gd name="csY1" fmla="*/ 20549 h 3174715"/>
              <a:gd name="csX2" fmla="*/ 5054886 w 5054886"/>
              <a:gd name="csY2" fmla="*/ 3174715 h 3174715"/>
              <a:gd name="csX3" fmla="*/ 0 w 5054886"/>
              <a:gd name="csY3" fmla="*/ 3154167 h 3174715"/>
              <a:gd name="csX4" fmla="*/ 0 w 5054886"/>
              <a:gd name="csY4" fmla="*/ 2517169 h 3174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54886" h="3174715">
                <a:moveTo>
                  <a:pt x="4315146" y="0"/>
                </a:moveTo>
                <a:lnTo>
                  <a:pt x="5054886" y="20549"/>
                </a:lnTo>
                <a:lnTo>
                  <a:pt x="5054886" y="3174715"/>
                </a:lnTo>
                <a:lnTo>
                  <a:pt x="0" y="3154167"/>
                </a:lnTo>
                <a:lnTo>
                  <a:pt x="0" y="2517169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1292D11-4A41-624D-3AD9-05F0D4C0016D}"/>
              </a:ext>
            </a:extLst>
          </p:cNvPr>
          <p:cNvSpPr/>
          <p:nvPr/>
        </p:nvSpPr>
        <p:spPr>
          <a:xfrm>
            <a:off x="4562475" y="6067425"/>
            <a:ext cx="104775" cy="361950"/>
          </a:xfrm>
          <a:custGeom>
            <a:avLst/>
            <a:gdLst>
              <a:gd name="csX0" fmla="*/ 0 w 104775"/>
              <a:gd name="csY0" fmla="*/ 0 h 361950"/>
              <a:gd name="csX1" fmla="*/ 0 w 104775"/>
              <a:gd name="csY1" fmla="*/ 361950 h 361950"/>
              <a:gd name="csX2" fmla="*/ 104775 w 104775"/>
              <a:gd name="csY2" fmla="*/ 361950 h 361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75" h="361950">
                <a:moveTo>
                  <a:pt x="0" y="0"/>
                </a:moveTo>
                <a:lnTo>
                  <a:pt x="0" y="361950"/>
                </a:lnTo>
                <a:lnTo>
                  <a:pt x="104775" y="361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7F6D166-AEDE-E1BF-B445-BCFB53B9DA49}"/>
              </a:ext>
            </a:extLst>
          </p:cNvPr>
          <p:cNvSpPr/>
          <p:nvPr/>
        </p:nvSpPr>
        <p:spPr>
          <a:xfrm>
            <a:off x="5329238" y="6062663"/>
            <a:ext cx="100012" cy="371475"/>
          </a:xfrm>
          <a:custGeom>
            <a:avLst/>
            <a:gdLst>
              <a:gd name="csX0" fmla="*/ 100012 w 100012"/>
              <a:gd name="csY0" fmla="*/ 0 h 371475"/>
              <a:gd name="csX1" fmla="*/ 100012 w 100012"/>
              <a:gd name="csY1" fmla="*/ 371475 h 371475"/>
              <a:gd name="csX2" fmla="*/ 0 w 100012"/>
              <a:gd name="csY2" fmla="*/ 371475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0012" h="371475">
                <a:moveTo>
                  <a:pt x="100012" y="0"/>
                </a:moveTo>
                <a:lnTo>
                  <a:pt x="100012" y="371475"/>
                </a:lnTo>
                <a:lnTo>
                  <a:pt x="0" y="3714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CDAF4FC-89C2-8DC4-1068-D0F25AFB3E32}"/>
              </a:ext>
            </a:extLst>
          </p:cNvPr>
          <p:cNvSpPr/>
          <p:nvPr/>
        </p:nvSpPr>
        <p:spPr>
          <a:xfrm>
            <a:off x="5329238" y="6510338"/>
            <a:ext cx="1457325" cy="4762"/>
          </a:xfrm>
          <a:custGeom>
            <a:avLst/>
            <a:gdLst>
              <a:gd name="csX0" fmla="*/ 0 w 1457325"/>
              <a:gd name="csY0" fmla="*/ 4762 h 4762"/>
              <a:gd name="csX1" fmla="*/ 1457325 w 1457325"/>
              <a:gd name="csY1" fmla="*/ 0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57325" h="4762">
                <a:moveTo>
                  <a:pt x="0" y="4762"/>
                </a:moveTo>
                <a:lnTo>
                  <a:pt x="145732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E70CB33-7C1C-AB15-8C8C-536041590A6B}"/>
              </a:ext>
            </a:extLst>
          </p:cNvPr>
          <p:cNvSpPr/>
          <p:nvPr/>
        </p:nvSpPr>
        <p:spPr>
          <a:xfrm>
            <a:off x="4531163" y="6483623"/>
            <a:ext cx="300037" cy="19143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2180823-72EB-EAD1-3FDF-5195D1F4C3A1}"/>
              </a:ext>
            </a:extLst>
          </p:cNvPr>
          <p:cNvCxnSpPr/>
          <p:nvPr/>
        </p:nvCxnSpPr>
        <p:spPr>
          <a:xfrm flipV="1">
            <a:off x="5270643" y="3276600"/>
            <a:ext cx="996593" cy="29845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C1993F49-B27D-1249-605B-40BE5153292D}"/>
              </a:ext>
            </a:extLst>
          </p:cNvPr>
          <p:cNvSpPr/>
          <p:nvPr/>
        </p:nvSpPr>
        <p:spPr>
          <a:xfrm>
            <a:off x="5340350" y="3771900"/>
            <a:ext cx="2692400" cy="1314450"/>
          </a:xfrm>
          <a:custGeom>
            <a:avLst/>
            <a:gdLst>
              <a:gd name="csX0" fmla="*/ 0 w 2692400"/>
              <a:gd name="csY0" fmla="*/ 1308100 h 1314450"/>
              <a:gd name="csX1" fmla="*/ 2533650 w 2692400"/>
              <a:gd name="csY1" fmla="*/ 1314450 h 1314450"/>
              <a:gd name="csX2" fmla="*/ 2692400 w 2692400"/>
              <a:gd name="csY2" fmla="*/ 0 h 1314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92400" h="1314450">
                <a:moveTo>
                  <a:pt x="0" y="1308100"/>
                </a:moveTo>
                <a:lnTo>
                  <a:pt x="2533650" y="1314450"/>
                </a:lnTo>
                <a:lnTo>
                  <a:pt x="269240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333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F1F3-7379-74F0-2698-C2F4575C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9CB4D-B05B-7DC8-95E2-E005AAE0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64F32F-2070-DCC1-4EED-661CB7BDAEBB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031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A48871-01BD-F1EA-C739-11993BAF3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57CECE-F68E-80B0-D49F-B79910C1A418}"/>
              </a:ext>
            </a:extLst>
          </p:cNvPr>
          <p:cNvSpPr/>
          <p:nvPr/>
        </p:nvSpPr>
        <p:spPr>
          <a:xfrm>
            <a:off x="596436" y="4818580"/>
            <a:ext cx="2002926" cy="14583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35F241-9039-85DB-E7DA-B7B6F2FE6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5BBC59-0D83-89A9-F3B9-1D706D2B0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91813B-8251-E52A-FF82-CC3CEA1D27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9F6B1-753E-426E-E595-BB4B6976B8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8962" y="2414976"/>
            <a:ext cx="7986602" cy="35463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241302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C799F-73C7-E2B4-ECCE-38940044E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0C6907-62CB-8258-E16A-F89DF6D78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CAE2A8-8B61-9841-5835-9AB5AE16760E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AB4B15-870A-5E5F-BA00-33D4F5A6B33C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C08FCD-84AC-7443-1205-BF3D14D768B7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B3762D-0D51-6FEE-32C7-91DE8F8F0319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E8D866-C13A-BD5E-4A5B-3E5187CFAD2F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A09955-6F4A-D0A4-AECC-9265FD2E9893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373187-9CB0-B2C9-AE3B-AD2CF0AF3D32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72B0A9-84B3-2CCD-C3BC-0112E92F2C04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521E24-DD13-7370-1320-44639ADC3BE1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768463-8AC1-AB07-7486-15557EC18C80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28ED41-62BE-B8CA-2278-D144FA80E022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2090AA-C140-7327-CBEC-AAA28D069EB6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255E5FA7-E75B-0522-422F-51A1A5909160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10456945-4A70-207C-366B-B2FADDB3BF6A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29F7E26-2C92-4E3A-5C41-E7A5E70FA0D9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565E2F48-3D03-AE8A-6F62-4F248C71372D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3A0989C-8CEB-9A56-8EE3-DA486E321162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EDED6AF-8DCD-C2F8-3DEE-6079CA8EE360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16618B4B-16A4-2288-B9AB-DAA8B1674BF8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D86F2D38-6BB4-B924-F07B-3BD941830E0A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9BD85390-955B-6C6B-02DA-38E1A4AB8073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C6A70FD-82D3-3905-B08A-04FE3353D398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AB7E5015-7F76-2B2E-CD45-25F46CAE2CEC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685F69CA-6A5C-F425-2F96-BB7A3A541066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69147CBA-998E-CBF9-AEC2-47376B2CF165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65D39CBF-5B8F-AE81-B25E-34867AA7583B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1ADA579-EE96-7A8C-AE46-F7F0C6FCE5E8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A6F5F168-90E2-36E2-D4E3-0AA562F0FF7C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76A0C9FB-3DA6-158B-FA27-49741E8EC4FF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496F7C76-AFE8-CD2A-60F8-1A0CD0628DBD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208A884-479B-2446-14FD-21946609E976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93BC8B-40D8-D94C-780E-A43C686C1D7B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13D24A9-8C8F-5397-4535-D6285EEC91C9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BB0893-4F96-079C-EDEE-CA770CC0E4B8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CBDD68B-37FB-6D15-224E-7588343DCA57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4EBCD09-6CAD-586A-B485-0AA725DEC359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6D52C2-9A94-BDF5-FC9C-CD7660493A21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A9F5F24-79B3-7DDD-D75B-A3FA9C9C5936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8723A95-EF99-8259-EA03-1BA5D22C8E9D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494EA4B-C40E-BD86-DCBE-3C80567EF088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96769A7-DCCC-3F3C-8AE9-0F6C582396D6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21F4C1F-4396-2E5B-A74D-9C0993AB0007}"/>
              </a:ext>
            </a:extLst>
          </p:cNvPr>
          <p:cNvSpPr/>
          <p:nvPr/>
        </p:nvSpPr>
        <p:spPr>
          <a:xfrm>
            <a:off x="3981450" y="3605213"/>
            <a:ext cx="642938" cy="0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6BED162-43A5-7861-0A41-36F37A39D67D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D2977AC-3C97-8FB1-B230-52D35F155BA9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B7F872B-3DDE-92CF-19C4-30CDF87BE8CE}"/>
              </a:ext>
            </a:extLst>
          </p:cNvPr>
          <p:cNvSpPr/>
          <p:nvPr/>
        </p:nvSpPr>
        <p:spPr>
          <a:xfrm>
            <a:off x="3638550" y="3690937"/>
            <a:ext cx="98107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53D7C9-22B1-3FFE-8C1C-2016F3E52223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6D7CA2F-E813-A481-4C49-78A4DEDF2D7B}"/>
              </a:ext>
            </a:extLst>
          </p:cNvPr>
          <p:cNvSpPr/>
          <p:nvPr/>
        </p:nvSpPr>
        <p:spPr>
          <a:xfrm>
            <a:off x="2933700" y="2849880"/>
            <a:ext cx="1737360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093ADC9-BB4E-7FD0-A94A-E73EFB5E7C01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64DFF91-3DAD-DA88-813F-145B4C5217C9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3C257FC-166A-D645-0356-C09F4DC35A23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B533F11-B881-3486-1366-B7FFEC2A5C24}"/>
              </a:ext>
            </a:extLst>
          </p:cNvPr>
          <p:cNvSpPr/>
          <p:nvPr/>
        </p:nvSpPr>
        <p:spPr>
          <a:xfrm>
            <a:off x="5578867" y="3657600"/>
            <a:ext cx="3770616" cy="2527443"/>
          </a:xfrm>
          <a:custGeom>
            <a:avLst/>
            <a:gdLst>
              <a:gd name="csX0" fmla="*/ 3041151 w 3770616"/>
              <a:gd name="csY0" fmla="*/ 0 h 2527443"/>
              <a:gd name="csX1" fmla="*/ 3760342 w 3770616"/>
              <a:gd name="csY1" fmla="*/ 10274 h 2527443"/>
              <a:gd name="csX2" fmla="*/ 3770616 w 3770616"/>
              <a:gd name="csY2" fmla="*/ 2527443 h 2527443"/>
              <a:gd name="csX3" fmla="*/ 0 w 3770616"/>
              <a:gd name="csY3" fmla="*/ 2527443 h 2527443"/>
              <a:gd name="csX4" fmla="*/ 10275 w 3770616"/>
              <a:gd name="csY4" fmla="*/ 2434975 h 25274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70616" h="2527443">
                <a:moveTo>
                  <a:pt x="3041151" y="0"/>
                </a:moveTo>
                <a:lnTo>
                  <a:pt x="3760342" y="10274"/>
                </a:lnTo>
                <a:cubicBezTo>
                  <a:pt x="3763767" y="849330"/>
                  <a:pt x="3767191" y="1688387"/>
                  <a:pt x="3770616" y="2527443"/>
                </a:cubicBezTo>
                <a:lnTo>
                  <a:pt x="0" y="2527443"/>
                </a:lnTo>
                <a:lnTo>
                  <a:pt x="10275" y="2434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57BCACB-1530-A56A-1D5F-A46D8F975F21}"/>
              </a:ext>
            </a:extLst>
          </p:cNvPr>
          <p:cNvSpPr/>
          <p:nvPr/>
        </p:nvSpPr>
        <p:spPr>
          <a:xfrm>
            <a:off x="4397339" y="3544584"/>
            <a:ext cx="5054886" cy="3174715"/>
          </a:xfrm>
          <a:custGeom>
            <a:avLst/>
            <a:gdLst>
              <a:gd name="csX0" fmla="*/ 4315146 w 5054886"/>
              <a:gd name="csY0" fmla="*/ 0 h 3174715"/>
              <a:gd name="csX1" fmla="*/ 5054886 w 5054886"/>
              <a:gd name="csY1" fmla="*/ 20549 h 3174715"/>
              <a:gd name="csX2" fmla="*/ 5054886 w 5054886"/>
              <a:gd name="csY2" fmla="*/ 3174715 h 3174715"/>
              <a:gd name="csX3" fmla="*/ 0 w 5054886"/>
              <a:gd name="csY3" fmla="*/ 3154167 h 3174715"/>
              <a:gd name="csX4" fmla="*/ 0 w 5054886"/>
              <a:gd name="csY4" fmla="*/ 2517169 h 3174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54886" h="3174715">
                <a:moveTo>
                  <a:pt x="4315146" y="0"/>
                </a:moveTo>
                <a:lnTo>
                  <a:pt x="5054886" y="20549"/>
                </a:lnTo>
                <a:lnTo>
                  <a:pt x="5054886" y="3174715"/>
                </a:lnTo>
                <a:lnTo>
                  <a:pt x="0" y="3154167"/>
                </a:lnTo>
                <a:lnTo>
                  <a:pt x="0" y="2517169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156385F-7BA3-C28F-8B55-3520DC657DED}"/>
              </a:ext>
            </a:extLst>
          </p:cNvPr>
          <p:cNvSpPr/>
          <p:nvPr/>
        </p:nvSpPr>
        <p:spPr>
          <a:xfrm>
            <a:off x="4562475" y="6067425"/>
            <a:ext cx="104775" cy="361950"/>
          </a:xfrm>
          <a:custGeom>
            <a:avLst/>
            <a:gdLst>
              <a:gd name="csX0" fmla="*/ 0 w 104775"/>
              <a:gd name="csY0" fmla="*/ 0 h 361950"/>
              <a:gd name="csX1" fmla="*/ 0 w 104775"/>
              <a:gd name="csY1" fmla="*/ 361950 h 361950"/>
              <a:gd name="csX2" fmla="*/ 104775 w 104775"/>
              <a:gd name="csY2" fmla="*/ 361950 h 361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75" h="361950">
                <a:moveTo>
                  <a:pt x="0" y="0"/>
                </a:moveTo>
                <a:lnTo>
                  <a:pt x="0" y="361950"/>
                </a:lnTo>
                <a:lnTo>
                  <a:pt x="104775" y="361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5610FBB-3EE3-2967-8BAB-8CDA4AFFC1A8}"/>
              </a:ext>
            </a:extLst>
          </p:cNvPr>
          <p:cNvSpPr/>
          <p:nvPr/>
        </p:nvSpPr>
        <p:spPr>
          <a:xfrm>
            <a:off x="5329238" y="6062663"/>
            <a:ext cx="100012" cy="371475"/>
          </a:xfrm>
          <a:custGeom>
            <a:avLst/>
            <a:gdLst>
              <a:gd name="csX0" fmla="*/ 100012 w 100012"/>
              <a:gd name="csY0" fmla="*/ 0 h 371475"/>
              <a:gd name="csX1" fmla="*/ 100012 w 100012"/>
              <a:gd name="csY1" fmla="*/ 371475 h 371475"/>
              <a:gd name="csX2" fmla="*/ 0 w 100012"/>
              <a:gd name="csY2" fmla="*/ 371475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0012" h="371475">
                <a:moveTo>
                  <a:pt x="100012" y="0"/>
                </a:moveTo>
                <a:lnTo>
                  <a:pt x="100012" y="371475"/>
                </a:lnTo>
                <a:lnTo>
                  <a:pt x="0" y="3714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9238A6D-64AF-FD6C-3417-28B832E16C95}"/>
              </a:ext>
            </a:extLst>
          </p:cNvPr>
          <p:cNvSpPr/>
          <p:nvPr/>
        </p:nvSpPr>
        <p:spPr>
          <a:xfrm>
            <a:off x="5329238" y="6510338"/>
            <a:ext cx="1457325" cy="4762"/>
          </a:xfrm>
          <a:custGeom>
            <a:avLst/>
            <a:gdLst>
              <a:gd name="csX0" fmla="*/ 0 w 1457325"/>
              <a:gd name="csY0" fmla="*/ 4762 h 4762"/>
              <a:gd name="csX1" fmla="*/ 1457325 w 1457325"/>
              <a:gd name="csY1" fmla="*/ 0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57325" h="4762">
                <a:moveTo>
                  <a:pt x="0" y="4762"/>
                </a:moveTo>
                <a:lnTo>
                  <a:pt x="145732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5A91C-8E7B-FBFA-BC81-6DE2846D220C}"/>
              </a:ext>
            </a:extLst>
          </p:cNvPr>
          <p:cNvSpPr/>
          <p:nvPr/>
        </p:nvSpPr>
        <p:spPr>
          <a:xfrm>
            <a:off x="4531163" y="6483623"/>
            <a:ext cx="300037" cy="19143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A8009AA-C578-75F0-B444-95548A93D804}"/>
              </a:ext>
            </a:extLst>
          </p:cNvPr>
          <p:cNvCxnSpPr/>
          <p:nvPr/>
        </p:nvCxnSpPr>
        <p:spPr>
          <a:xfrm flipV="1">
            <a:off x="5270643" y="3276600"/>
            <a:ext cx="996593" cy="29845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58A44F80-8BDF-C0FD-FF7F-AFEEA84FA3D6}"/>
              </a:ext>
            </a:extLst>
          </p:cNvPr>
          <p:cNvSpPr/>
          <p:nvPr/>
        </p:nvSpPr>
        <p:spPr>
          <a:xfrm>
            <a:off x="5340350" y="3771900"/>
            <a:ext cx="2692400" cy="1314450"/>
          </a:xfrm>
          <a:custGeom>
            <a:avLst/>
            <a:gdLst>
              <a:gd name="csX0" fmla="*/ 0 w 2692400"/>
              <a:gd name="csY0" fmla="*/ 1308100 h 1314450"/>
              <a:gd name="csX1" fmla="*/ 2533650 w 2692400"/>
              <a:gd name="csY1" fmla="*/ 1314450 h 1314450"/>
              <a:gd name="csX2" fmla="*/ 2692400 w 2692400"/>
              <a:gd name="csY2" fmla="*/ 0 h 1314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92400" h="1314450">
                <a:moveTo>
                  <a:pt x="0" y="1308100"/>
                </a:moveTo>
                <a:lnTo>
                  <a:pt x="2533650" y="1314450"/>
                </a:lnTo>
                <a:lnTo>
                  <a:pt x="269240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D00D530-794F-7132-B11C-40B01D88AFBD}"/>
              </a:ext>
            </a:extLst>
          </p:cNvPr>
          <p:cNvSpPr/>
          <p:nvPr/>
        </p:nvSpPr>
        <p:spPr>
          <a:xfrm>
            <a:off x="5321300" y="5276850"/>
            <a:ext cx="2641600" cy="1066800"/>
          </a:xfrm>
          <a:custGeom>
            <a:avLst/>
            <a:gdLst>
              <a:gd name="csX0" fmla="*/ 2641600 w 2641600"/>
              <a:gd name="csY0" fmla="*/ 0 h 1066800"/>
              <a:gd name="csX1" fmla="*/ 1327150 w 2641600"/>
              <a:gd name="csY1" fmla="*/ 0 h 1066800"/>
              <a:gd name="csX2" fmla="*/ 1333500 w 2641600"/>
              <a:gd name="csY2" fmla="*/ 1066800 h 1066800"/>
              <a:gd name="csX3" fmla="*/ 0 w 2641600"/>
              <a:gd name="csY3" fmla="*/ 1066800 h 106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41600" h="1066800">
                <a:moveTo>
                  <a:pt x="2641600" y="0"/>
                </a:moveTo>
                <a:lnTo>
                  <a:pt x="1327150" y="0"/>
                </a:lnTo>
                <a:cubicBezTo>
                  <a:pt x="1329267" y="355600"/>
                  <a:pt x="1331383" y="711200"/>
                  <a:pt x="1333500" y="1066800"/>
                </a:cubicBezTo>
                <a:lnTo>
                  <a:pt x="0" y="1066800"/>
                </a:lnTo>
              </a:path>
            </a:pathLst>
          </a:cu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468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3A576-1469-E7B8-EBE3-BD51F908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0BD6-A184-D7A7-1F4A-0B040EC09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381DA1-B13C-3B11-6A92-C0D10C681F7C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032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F0CE09-EB56-850B-CEB9-EC425DC57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57BF9D-61CC-9A67-7EF8-28CC4B4A196B}"/>
              </a:ext>
            </a:extLst>
          </p:cNvPr>
          <p:cNvSpPr/>
          <p:nvPr/>
        </p:nvSpPr>
        <p:spPr>
          <a:xfrm>
            <a:off x="596436" y="4818580"/>
            <a:ext cx="2002926" cy="14583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3C9FBF-8477-19D2-20D0-8946F0C38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30AD0B-9B12-1BCE-B7B4-E2B08B9B2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DEA6EC-B588-7CE8-9F37-25E1692FF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BDDA9A-68B9-44AE-2F45-474AA49FFF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7169" y="3253778"/>
            <a:ext cx="4617990" cy="19416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1318C24-D913-BA84-FE06-F844D6CE3A38}"/>
              </a:ext>
            </a:extLst>
          </p:cNvPr>
          <p:cNvSpPr/>
          <p:nvPr/>
        </p:nvSpPr>
        <p:spPr>
          <a:xfrm>
            <a:off x="2562035" y="3693337"/>
            <a:ext cx="2002926" cy="14583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453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16011-8CBD-97A5-AB29-B1EB2AE9B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851618-D1BD-1708-B4C1-48294D155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309" y="0"/>
            <a:ext cx="700738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8084631-93FB-1177-F3D3-78ED993C1863}"/>
              </a:ext>
            </a:extLst>
          </p:cNvPr>
          <p:cNvSpPr/>
          <p:nvPr/>
        </p:nvSpPr>
        <p:spPr>
          <a:xfrm>
            <a:off x="3619568" y="0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9AC590-AAD9-2A0F-1D86-73F215C95100}"/>
              </a:ext>
            </a:extLst>
          </p:cNvPr>
          <p:cNvSpPr/>
          <p:nvPr/>
        </p:nvSpPr>
        <p:spPr>
          <a:xfrm>
            <a:off x="6757680" y="424700"/>
            <a:ext cx="1028938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B8E77D-DD72-D437-5DF0-1337A9101A7C}"/>
              </a:ext>
            </a:extLst>
          </p:cNvPr>
          <p:cNvSpPr/>
          <p:nvPr/>
        </p:nvSpPr>
        <p:spPr>
          <a:xfrm>
            <a:off x="5065260" y="733425"/>
            <a:ext cx="318398" cy="22509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82FAB3-838B-917E-1F3B-FF59BF9E6C37}"/>
              </a:ext>
            </a:extLst>
          </p:cNvPr>
          <p:cNvSpPr/>
          <p:nvPr/>
        </p:nvSpPr>
        <p:spPr>
          <a:xfrm>
            <a:off x="3788357" y="1447841"/>
            <a:ext cx="23329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80A912-3E91-915D-6BEE-1CA1AA98D39C}"/>
              </a:ext>
            </a:extLst>
          </p:cNvPr>
          <p:cNvSpPr/>
          <p:nvPr/>
        </p:nvSpPr>
        <p:spPr>
          <a:xfrm>
            <a:off x="6285303" y="1568449"/>
            <a:ext cx="1278993" cy="252208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8C813B-E739-5DF5-D1B1-66DFD45A9632}"/>
              </a:ext>
            </a:extLst>
          </p:cNvPr>
          <p:cNvSpPr/>
          <p:nvPr/>
        </p:nvSpPr>
        <p:spPr>
          <a:xfrm>
            <a:off x="6191487" y="2160350"/>
            <a:ext cx="312055" cy="181579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4EE584-9E79-CC7C-4BA7-D16ACEC6CFD0}"/>
              </a:ext>
            </a:extLst>
          </p:cNvPr>
          <p:cNvSpPr/>
          <p:nvPr/>
        </p:nvSpPr>
        <p:spPr>
          <a:xfrm>
            <a:off x="7187151" y="3322342"/>
            <a:ext cx="346323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2B15453-FAEB-7F20-C6E9-1F108E08A57B}"/>
              </a:ext>
            </a:extLst>
          </p:cNvPr>
          <p:cNvSpPr/>
          <p:nvPr/>
        </p:nvSpPr>
        <p:spPr>
          <a:xfrm>
            <a:off x="7459492" y="2574289"/>
            <a:ext cx="1028938" cy="2621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DE307B-4BDF-02C2-C938-FC3880BC411B}"/>
              </a:ext>
            </a:extLst>
          </p:cNvPr>
          <p:cNvSpPr/>
          <p:nvPr/>
        </p:nvSpPr>
        <p:spPr>
          <a:xfrm>
            <a:off x="7742821" y="5340598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885452-212F-40CD-B5F9-950705A70047}"/>
              </a:ext>
            </a:extLst>
          </p:cNvPr>
          <p:cNvSpPr/>
          <p:nvPr/>
        </p:nvSpPr>
        <p:spPr>
          <a:xfrm>
            <a:off x="6425321" y="3740812"/>
            <a:ext cx="1205970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8DE6EE-0F93-5C57-F6D5-142712576F82}"/>
              </a:ext>
            </a:extLst>
          </p:cNvPr>
          <p:cNvSpPr/>
          <p:nvPr/>
        </p:nvSpPr>
        <p:spPr>
          <a:xfrm>
            <a:off x="4531163" y="5340598"/>
            <a:ext cx="986059" cy="436792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A4A769-1010-1C1C-0201-7339EAE1517D}"/>
              </a:ext>
            </a:extLst>
          </p:cNvPr>
          <p:cNvSpPr/>
          <p:nvPr/>
        </p:nvSpPr>
        <p:spPr>
          <a:xfrm>
            <a:off x="4058782" y="3862163"/>
            <a:ext cx="1707898" cy="330837"/>
          </a:xfrm>
          <a:prstGeom prst="rect">
            <a:avLst/>
          </a:prstGeom>
          <a:solidFill>
            <a:schemeClr val="bg2">
              <a:lumMod val="20000"/>
              <a:lumOff val="80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FC43A65-397E-8B8C-7FB3-ED1FF425C2BF}"/>
              </a:ext>
            </a:extLst>
          </p:cNvPr>
          <p:cNvSpPr/>
          <p:nvPr/>
        </p:nvSpPr>
        <p:spPr>
          <a:xfrm>
            <a:off x="6164494" y="2589088"/>
            <a:ext cx="852755" cy="842481"/>
          </a:xfrm>
          <a:custGeom>
            <a:avLst/>
            <a:gdLst>
              <a:gd name="csX0" fmla="*/ 10275 w 852755"/>
              <a:gd name="csY0" fmla="*/ 0 h 842481"/>
              <a:gd name="csX1" fmla="*/ 0 w 852755"/>
              <a:gd name="csY1" fmla="*/ 277402 h 842481"/>
              <a:gd name="csX2" fmla="*/ 842481 w 852755"/>
              <a:gd name="csY2" fmla="*/ 267128 h 842481"/>
              <a:gd name="csX3" fmla="*/ 852755 w 852755"/>
              <a:gd name="csY3" fmla="*/ 842481 h 842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52755" h="842481">
                <a:moveTo>
                  <a:pt x="10275" y="0"/>
                </a:moveTo>
                <a:lnTo>
                  <a:pt x="0" y="277402"/>
                </a:lnTo>
                <a:lnTo>
                  <a:pt x="842481" y="267128"/>
                </a:lnTo>
                <a:lnTo>
                  <a:pt x="852755" y="84248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1061252-78DC-810A-5056-7EC7B01C4E97}"/>
              </a:ext>
            </a:extLst>
          </p:cNvPr>
          <p:cNvSpPr/>
          <p:nvPr/>
        </p:nvSpPr>
        <p:spPr>
          <a:xfrm>
            <a:off x="5054885" y="513708"/>
            <a:ext cx="544531" cy="297950"/>
          </a:xfrm>
          <a:custGeom>
            <a:avLst/>
            <a:gdLst>
              <a:gd name="csX0" fmla="*/ 544531 w 544531"/>
              <a:gd name="csY0" fmla="*/ 0 h 297950"/>
              <a:gd name="csX1" fmla="*/ 0 w 544531"/>
              <a:gd name="csY1" fmla="*/ 0 h 297950"/>
              <a:gd name="csX2" fmla="*/ 0 w 544531"/>
              <a:gd name="csY2" fmla="*/ 297950 h 29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4531" h="297950">
                <a:moveTo>
                  <a:pt x="544531" y="0"/>
                </a:moveTo>
                <a:lnTo>
                  <a:pt x="0" y="0"/>
                </a:lnTo>
                <a:lnTo>
                  <a:pt x="0" y="297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317BCA6-708E-182E-EB85-86B24287E71F}"/>
              </a:ext>
            </a:extLst>
          </p:cNvPr>
          <p:cNvCxnSpPr>
            <a:cxnSpLocks/>
          </p:cNvCxnSpPr>
          <p:nvPr/>
        </p:nvCxnSpPr>
        <p:spPr>
          <a:xfrm>
            <a:off x="3411020" y="424700"/>
            <a:ext cx="0" cy="114374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DB3522F-B428-367B-70B9-D1A71C1E0986}"/>
              </a:ext>
            </a:extLst>
          </p:cNvPr>
          <p:cNvSpPr/>
          <p:nvPr/>
        </p:nvSpPr>
        <p:spPr>
          <a:xfrm>
            <a:off x="3565133" y="996593"/>
            <a:ext cx="1047964" cy="544531"/>
          </a:xfrm>
          <a:custGeom>
            <a:avLst/>
            <a:gdLst>
              <a:gd name="csX0" fmla="*/ 1047964 w 1047964"/>
              <a:gd name="csY0" fmla="*/ 0 h 544531"/>
              <a:gd name="csX1" fmla="*/ 0 w 1047964"/>
              <a:gd name="csY1" fmla="*/ 10274 h 544531"/>
              <a:gd name="csX2" fmla="*/ 10274 w 1047964"/>
              <a:gd name="csY2" fmla="*/ 544531 h 544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964" h="544531">
                <a:moveTo>
                  <a:pt x="1047964" y="0"/>
                </a:moveTo>
                <a:lnTo>
                  <a:pt x="0" y="10274"/>
                </a:lnTo>
                <a:lnTo>
                  <a:pt x="10274" y="544531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95BD138-BD57-196F-324B-42976A612DC9}"/>
              </a:ext>
            </a:extLst>
          </p:cNvPr>
          <p:cNvSpPr/>
          <p:nvPr/>
        </p:nvSpPr>
        <p:spPr>
          <a:xfrm>
            <a:off x="3616503" y="431515"/>
            <a:ext cx="1006868" cy="482885"/>
          </a:xfrm>
          <a:custGeom>
            <a:avLst/>
            <a:gdLst>
              <a:gd name="csX0" fmla="*/ 1006868 w 1006868"/>
              <a:gd name="csY0" fmla="*/ 482885 h 482885"/>
              <a:gd name="csX1" fmla="*/ 0 w 1006868"/>
              <a:gd name="csY1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06868" h="482885">
                <a:moveTo>
                  <a:pt x="1006868" y="4828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5C86EC9-4341-A9BC-F616-97430312B3BF}"/>
              </a:ext>
            </a:extLst>
          </p:cNvPr>
          <p:cNvSpPr/>
          <p:nvPr/>
        </p:nvSpPr>
        <p:spPr>
          <a:xfrm>
            <a:off x="7161088" y="3102796"/>
            <a:ext cx="431514" cy="328773"/>
          </a:xfrm>
          <a:custGeom>
            <a:avLst/>
            <a:gdLst>
              <a:gd name="csX0" fmla="*/ 431514 w 431514"/>
              <a:gd name="csY0" fmla="*/ 0 h 328773"/>
              <a:gd name="csX1" fmla="*/ 431514 w 431514"/>
              <a:gd name="csY1" fmla="*/ 61644 h 328773"/>
              <a:gd name="csX2" fmla="*/ 421240 w 431514"/>
              <a:gd name="csY2" fmla="*/ 184934 h 328773"/>
              <a:gd name="csX3" fmla="*/ 0 w 431514"/>
              <a:gd name="csY3" fmla="*/ 174660 h 328773"/>
              <a:gd name="csX4" fmla="*/ 0 w 431514"/>
              <a:gd name="csY4" fmla="*/ 328773 h 328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1514" h="328773">
                <a:moveTo>
                  <a:pt x="431514" y="0"/>
                </a:moveTo>
                <a:lnTo>
                  <a:pt x="431514" y="61644"/>
                </a:lnTo>
                <a:lnTo>
                  <a:pt x="421240" y="184934"/>
                </a:lnTo>
                <a:lnTo>
                  <a:pt x="0" y="174660"/>
                </a:lnTo>
                <a:lnTo>
                  <a:pt x="0" y="32877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65F58DA-9B00-2D8B-40D8-A97AA578A28A}"/>
              </a:ext>
            </a:extLst>
          </p:cNvPr>
          <p:cNvSpPr/>
          <p:nvPr/>
        </p:nvSpPr>
        <p:spPr>
          <a:xfrm>
            <a:off x="5270643" y="2393879"/>
            <a:ext cx="431514" cy="0"/>
          </a:xfrm>
          <a:custGeom>
            <a:avLst/>
            <a:gdLst>
              <a:gd name="csX0" fmla="*/ 0 w 431514"/>
              <a:gd name="csY0" fmla="*/ 0 h 0"/>
              <a:gd name="csX1" fmla="*/ 431514 w 43151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1514">
                <a:moveTo>
                  <a:pt x="0" y="0"/>
                </a:moveTo>
                <a:lnTo>
                  <a:pt x="43151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9E7143D-5ED1-631E-DA36-3E8BBEF60780}"/>
              </a:ext>
            </a:extLst>
          </p:cNvPr>
          <p:cNvSpPr/>
          <p:nvPr/>
        </p:nvSpPr>
        <p:spPr>
          <a:xfrm>
            <a:off x="4941870" y="2578813"/>
            <a:ext cx="2147299" cy="852756"/>
          </a:xfrm>
          <a:custGeom>
            <a:avLst/>
            <a:gdLst>
              <a:gd name="csX0" fmla="*/ 2147299 w 2147299"/>
              <a:gd name="csY0" fmla="*/ 852756 h 852756"/>
              <a:gd name="csX1" fmla="*/ 2147299 w 2147299"/>
              <a:gd name="csY1" fmla="*/ 102742 h 852756"/>
              <a:gd name="csX2" fmla="*/ 0 w 2147299"/>
              <a:gd name="csY2" fmla="*/ 102742 h 852756"/>
              <a:gd name="csX3" fmla="*/ 10274 w 2147299"/>
              <a:gd name="csY3" fmla="*/ 0 h 852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47299" h="852756">
                <a:moveTo>
                  <a:pt x="2147299" y="852756"/>
                </a:moveTo>
                <a:lnTo>
                  <a:pt x="2147299" y="102742"/>
                </a:lnTo>
                <a:lnTo>
                  <a:pt x="0" y="102742"/>
                </a:lnTo>
                <a:lnTo>
                  <a:pt x="102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B9577ED-FC31-9D0D-007A-966EC10A6002}"/>
              </a:ext>
            </a:extLst>
          </p:cNvPr>
          <p:cNvSpPr/>
          <p:nvPr/>
        </p:nvSpPr>
        <p:spPr>
          <a:xfrm>
            <a:off x="6554912" y="1941816"/>
            <a:ext cx="554805" cy="0"/>
          </a:xfrm>
          <a:custGeom>
            <a:avLst/>
            <a:gdLst>
              <a:gd name="csX0" fmla="*/ 0 w 554805"/>
              <a:gd name="csY0" fmla="*/ 0 h 0"/>
              <a:gd name="csX1" fmla="*/ 554805 w 55480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805">
                <a:moveTo>
                  <a:pt x="0" y="0"/>
                </a:moveTo>
                <a:lnTo>
                  <a:pt x="55480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9283E1F-1EE6-AC10-DE80-7F57D948CDF7}"/>
              </a:ext>
            </a:extLst>
          </p:cNvPr>
          <p:cNvSpPr/>
          <p:nvPr/>
        </p:nvSpPr>
        <p:spPr>
          <a:xfrm>
            <a:off x="4941870" y="431515"/>
            <a:ext cx="0" cy="390418"/>
          </a:xfrm>
          <a:custGeom>
            <a:avLst/>
            <a:gdLst>
              <a:gd name="csX0" fmla="*/ 0 w 0"/>
              <a:gd name="csY0" fmla="*/ 390418 h 390418"/>
              <a:gd name="csX1" fmla="*/ 0 w 0"/>
              <a:gd name="csY1" fmla="*/ 0 h 390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390418">
                <a:moveTo>
                  <a:pt x="0" y="390418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426B15B2-BDF0-73AA-8454-8B3BADD3FC96}"/>
              </a:ext>
            </a:extLst>
          </p:cNvPr>
          <p:cNvSpPr/>
          <p:nvPr/>
        </p:nvSpPr>
        <p:spPr>
          <a:xfrm>
            <a:off x="3750067" y="246420"/>
            <a:ext cx="873304" cy="10434"/>
          </a:xfrm>
          <a:custGeom>
            <a:avLst/>
            <a:gdLst>
              <a:gd name="csX0" fmla="*/ 0 w 873304"/>
              <a:gd name="csY0" fmla="*/ 10434 h 10434"/>
              <a:gd name="csX1" fmla="*/ 0 w 873304"/>
              <a:gd name="csY1" fmla="*/ 10434 h 10434"/>
              <a:gd name="csX2" fmla="*/ 154113 w 873304"/>
              <a:gd name="csY2" fmla="*/ 160 h 10434"/>
              <a:gd name="csX3" fmla="*/ 873304 w 873304"/>
              <a:gd name="csY3" fmla="*/ 160 h 10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73304" h="10434">
                <a:moveTo>
                  <a:pt x="0" y="10434"/>
                </a:moveTo>
                <a:lnTo>
                  <a:pt x="0" y="10434"/>
                </a:lnTo>
                <a:cubicBezTo>
                  <a:pt x="112891" y="-2109"/>
                  <a:pt x="61456" y="160"/>
                  <a:pt x="154113" y="160"/>
                </a:cubicBezTo>
                <a:lnTo>
                  <a:pt x="873304" y="1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BB8C0A5-1F02-96A5-CE24-E7074977AC1E}"/>
              </a:ext>
            </a:extLst>
          </p:cNvPr>
          <p:cNvSpPr/>
          <p:nvPr/>
        </p:nvSpPr>
        <p:spPr>
          <a:xfrm>
            <a:off x="2989780" y="996593"/>
            <a:ext cx="0" cy="205483"/>
          </a:xfrm>
          <a:custGeom>
            <a:avLst/>
            <a:gdLst>
              <a:gd name="csX0" fmla="*/ 0 w 0"/>
              <a:gd name="csY0" fmla="*/ 0 h 205483"/>
              <a:gd name="csX1" fmla="*/ 0 w 0"/>
              <a:gd name="csY1" fmla="*/ 205483 h 2054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205483">
                <a:moveTo>
                  <a:pt x="0" y="0"/>
                </a:moveTo>
                <a:lnTo>
                  <a:pt x="0" y="20548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2F25EB9-F81B-F0E7-AC31-2E425F56621F}"/>
              </a:ext>
            </a:extLst>
          </p:cNvPr>
          <p:cNvSpPr/>
          <p:nvPr/>
        </p:nvSpPr>
        <p:spPr>
          <a:xfrm>
            <a:off x="2989780" y="256854"/>
            <a:ext cx="102741" cy="426359"/>
          </a:xfrm>
          <a:custGeom>
            <a:avLst/>
            <a:gdLst>
              <a:gd name="csX0" fmla="*/ 0 w 113016"/>
              <a:gd name="csY0" fmla="*/ 421240 h 482885"/>
              <a:gd name="csX1" fmla="*/ 0 w 113016"/>
              <a:gd name="csY1" fmla="*/ 482885 h 482885"/>
              <a:gd name="csX2" fmla="*/ 10274 w 113016"/>
              <a:gd name="csY2" fmla="*/ 0 h 482885"/>
              <a:gd name="csX3" fmla="*/ 113016 w 113016"/>
              <a:gd name="csY3" fmla="*/ 0 h 482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16" h="482885">
                <a:moveTo>
                  <a:pt x="0" y="421240"/>
                </a:moveTo>
                <a:lnTo>
                  <a:pt x="0" y="482885"/>
                </a:lnTo>
                <a:lnTo>
                  <a:pt x="10274" y="0"/>
                </a:lnTo>
                <a:lnTo>
                  <a:pt x="113016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3D493984-6CCD-0123-C97E-BC577722CF80}"/>
              </a:ext>
            </a:extLst>
          </p:cNvPr>
          <p:cNvSpPr/>
          <p:nvPr/>
        </p:nvSpPr>
        <p:spPr>
          <a:xfrm>
            <a:off x="5239820" y="1068512"/>
            <a:ext cx="1027416" cy="739740"/>
          </a:xfrm>
          <a:custGeom>
            <a:avLst/>
            <a:gdLst>
              <a:gd name="csX0" fmla="*/ 0 w 1027416"/>
              <a:gd name="csY0" fmla="*/ 0 h 739740"/>
              <a:gd name="csX1" fmla="*/ 1027416 w 1027416"/>
              <a:gd name="csY1" fmla="*/ 739740 h 739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16" h="739740">
                <a:moveTo>
                  <a:pt x="0" y="0"/>
                </a:moveTo>
                <a:lnTo>
                  <a:pt x="1027416" y="73974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79DEBAD9-458D-1D88-CA19-22529B7FBBEA}"/>
              </a:ext>
            </a:extLst>
          </p:cNvPr>
          <p:cNvSpPr/>
          <p:nvPr/>
        </p:nvSpPr>
        <p:spPr>
          <a:xfrm>
            <a:off x="4941870" y="1181528"/>
            <a:ext cx="0" cy="400692"/>
          </a:xfrm>
          <a:custGeom>
            <a:avLst/>
            <a:gdLst>
              <a:gd name="csX0" fmla="*/ 0 w 0"/>
              <a:gd name="csY0" fmla="*/ 0 h 400692"/>
              <a:gd name="csX1" fmla="*/ 0 w 0"/>
              <a:gd name="csY1" fmla="*/ 400692 h 40069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400692">
                <a:moveTo>
                  <a:pt x="0" y="0"/>
                </a:moveTo>
                <a:lnTo>
                  <a:pt x="0" y="40069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9CCDF386-55E0-2327-993A-240ACE04576C}"/>
              </a:ext>
            </a:extLst>
          </p:cNvPr>
          <p:cNvSpPr/>
          <p:nvPr/>
        </p:nvSpPr>
        <p:spPr>
          <a:xfrm>
            <a:off x="4366517" y="1140431"/>
            <a:ext cx="421240" cy="113016"/>
          </a:xfrm>
          <a:custGeom>
            <a:avLst/>
            <a:gdLst>
              <a:gd name="csX0" fmla="*/ 421240 w 421240"/>
              <a:gd name="csY0" fmla="*/ 0 h 113016"/>
              <a:gd name="csX1" fmla="*/ 0 w 421240"/>
              <a:gd name="csY1" fmla="*/ 113016 h 11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1240" h="113016">
                <a:moveTo>
                  <a:pt x="421240" y="0"/>
                </a:moveTo>
                <a:lnTo>
                  <a:pt x="0" y="113016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6AB1306A-349E-052C-8C49-A6A0E0DB36C2}"/>
              </a:ext>
            </a:extLst>
          </p:cNvPr>
          <p:cNvSpPr/>
          <p:nvPr/>
        </p:nvSpPr>
        <p:spPr>
          <a:xfrm>
            <a:off x="5270643" y="1017142"/>
            <a:ext cx="339047" cy="0"/>
          </a:xfrm>
          <a:custGeom>
            <a:avLst/>
            <a:gdLst>
              <a:gd name="csX0" fmla="*/ 0 w 339047"/>
              <a:gd name="csY0" fmla="*/ 0 h 0"/>
              <a:gd name="csX1" fmla="*/ 339047 w 339047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39047">
                <a:moveTo>
                  <a:pt x="0" y="0"/>
                </a:moveTo>
                <a:lnTo>
                  <a:pt x="339047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EB4CCEC-6D88-88C6-6D0E-8EA7346E9530}"/>
              </a:ext>
            </a:extLst>
          </p:cNvPr>
          <p:cNvSpPr/>
          <p:nvPr/>
        </p:nvSpPr>
        <p:spPr>
          <a:xfrm>
            <a:off x="6236413" y="996593"/>
            <a:ext cx="328774" cy="0"/>
          </a:xfrm>
          <a:custGeom>
            <a:avLst/>
            <a:gdLst>
              <a:gd name="csX0" fmla="*/ 0 w 328774"/>
              <a:gd name="csY0" fmla="*/ 0 h 0"/>
              <a:gd name="csX1" fmla="*/ 328774 w 32877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8774">
                <a:moveTo>
                  <a:pt x="0" y="0"/>
                </a:moveTo>
                <a:lnTo>
                  <a:pt x="328774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D27DB7A-B7E5-1BE8-0B2C-ACD6F9319141}"/>
              </a:ext>
            </a:extLst>
          </p:cNvPr>
          <p:cNvSpPr/>
          <p:nvPr/>
        </p:nvSpPr>
        <p:spPr>
          <a:xfrm>
            <a:off x="3648075" y="3009900"/>
            <a:ext cx="4763" cy="442913"/>
          </a:xfrm>
          <a:custGeom>
            <a:avLst/>
            <a:gdLst>
              <a:gd name="csX0" fmla="*/ 0 w 4763"/>
              <a:gd name="csY0" fmla="*/ 0 h 442913"/>
              <a:gd name="csX1" fmla="*/ 4763 w 4763"/>
              <a:gd name="csY1" fmla="*/ 442913 h 442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63" h="442913">
                <a:moveTo>
                  <a:pt x="0" y="0"/>
                </a:moveTo>
                <a:cubicBezTo>
                  <a:pt x="1588" y="147638"/>
                  <a:pt x="3175" y="295275"/>
                  <a:pt x="4763" y="442913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DE5A5E0-02F3-70CE-F69E-FEB6A2264843}"/>
              </a:ext>
            </a:extLst>
          </p:cNvPr>
          <p:cNvSpPr/>
          <p:nvPr/>
        </p:nvSpPr>
        <p:spPr>
          <a:xfrm>
            <a:off x="3810000" y="2414588"/>
            <a:ext cx="809625" cy="1028700"/>
          </a:xfrm>
          <a:custGeom>
            <a:avLst/>
            <a:gdLst>
              <a:gd name="csX0" fmla="*/ 809625 w 809625"/>
              <a:gd name="csY0" fmla="*/ 0 h 1028700"/>
              <a:gd name="csX1" fmla="*/ 261938 w 809625"/>
              <a:gd name="csY1" fmla="*/ 0 h 1028700"/>
              <a:gd name="csX2" fmla="*/ 261938 w 809625"/>
              <a:gd name="csY2" fmla="*/ 866775 h 1028700"/>
              <a:gd name="csX3" fmla="*/ 0 w 809625"/>
              <a:gd name="csY3" fmla="*/ 866775 h 1028700"/>
              <a:gd name="csX4" fmla="*/ 0 w 809625"/>
              <a:gd name="csY4" fmla="*/ 1028700 h 1028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09625" h="1028700">
                <a:moveTo>
                  <a:pt x="809625" y="0"/>
                </a:moveTo>
                <a:lnTo>
                  <a:pt x="261938" y="0"/>
                </a:lnTo>
                <a:lnTo>
                  <a:pt x="261938" y="866775"/>
                </a:lnTo>
                <a:lnTo>
                  <a:pt x="0" y="866775"/>
                </a:lnTo>
                <a:lnTo>
                  <a:pt x="0" y="10287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4D8E017-AA8A-D9FF-C87C-A30138A77F86}"/>
              </a:ext>
            </a:extLst>
          </p:cNvPr>
          <p:cNvSpPr/>
          <p:nvPr/>
        </p:nvSpPr>
        <p:spPr>
          <a:xfrm>
            <a:off x="3750067" y="1839074"/>
            <a:ext cx="852755" cy="1623317"/>
          </a:xfrm>
          <a:custGeom>
            <a:avLst/>
            <a:gdLst>
              <a:gd name="csX0" fmla="*/ 0 w 852755"/>
              <a:gd name="csY0" fmla="*/ 1623317 h 1623317"/>
              <a:gd name="csX1" fmla="*/ 852755 w 852755"/>
              <a:gd name="csY1" fmla="*/ 0 h 1623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755" h="1623317">
                <a:moveTo>
                  <a:pt x="0" y="1623317"/>
                </a:moveTo>
                <a:lnTo>
                  <a:pt x="852755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D8B9541-CDBF-06F7-DDC7-36282BBAD661}"/>
              </a:ext>
            </a:extLst>
          </p:cNvPr>
          <p:cNvSpPr/>
          <p:nvPr/>
        </p:nvSpPr>
        <p:spPr>
          <a:xfrm>
            <a:off x="4952144" y="1150706"/>
            <a:ext cx="821932" cy="1099334"/>
          </a:xfrm>
          <a:custGeom>
            <a:avLst/>
            <a:gdLst>
              <a:gd name="csX0" fmla="*/ 0 w 821932"/>
              <a:gd name="csY0" fmla="*/ 1099334 h 1099334"/>
              <a:gd name="csX1" fmla="*/ 821932 w 821932"/>
              <a:gd name="csY1" fmla="*/ 0 h 109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1932" h="1099334">
                <a:moveTo>
                  <a:pt x="0" y="1099334"/>
                </a:moveTo>
                <a:lnTo>
                  <a:pt x="821932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1580886-905E-9589-E420-0A982B35014B}"/>
              </a:ext>
            </a:extLst>
          </p:cNvPr>
          <p:cNvSpPr/>
          <p:nvPr/>
        </p:nvSpPr>
        <p:spPr>
          <a:xfrm>
            <a:off x="5167901" y="1150706"/>
            <a:ext cx="678095" cy="1130157"/>
          </a:xfrm>
          <a:custGeom>
            <a:avLst/>
            <a:gdLst>
              <a:gd name="csX0" fmla="*/ 678095 w 678095"/>
              <a:gd name="csY0" fmla="*/ 1130157 h 1130157"/>
              <a:gd name="csX1" fmla="*/ 0 w 678095"/>
              <a:gd name="csY1" fmla="*/ 0 h 1130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78095" h="1130157">
                <a:moveTo>
                  <a:pt x="678095" y="1130157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668A075-5D89-6C76-600A-69D2B637A8A9}"/>
              </a:ext>
            </a:extLst>
          </p:cNvPr>
          <p:cNvSpPr/>
          <p:nvPr/>
        </p:nvSpPr>
        <p:spPr>
          <a:xfrm>
            <a:off x="5876819" y="1160980"/>
            <a:ext cx="10274" cy="1150705"/>
          </a:xfrm>
          <a:custGeom>
            <a:avLst/>
            <a:gdLst>
              <a:gd name="csX0" fmla="*/ 0 w 10274"/>
              <a:gd name="csY0" fmla="*/ 1150705 h 1150705"/>
              <a:gd name="csX1" fmla="*/ 10274 w 10274"/>
              <a:gd name="csY1" fmla="*/ 0 h 1150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274" h="1150705">
                <a:moveTo>
                  <a:pt x="0" y="1150705"/>
                </a:moveTo>
                <a:cubicBezTo>
                  <a:pt x="3425" y="767137"/>
                  <a:pt x="6849" y="383568"/>
                  <a:pt x="1027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8FF2BF-22E3-6A77-5A9B-A1B79BD14374}"/>
              </a:ext>
            </a:extLst>
          </p:cNvPr>
          <p:cNvSpPr/>
          <p:nvPr/>
        </p:nvSpPr>
        <p:spPr>
          <a:xfrm>
            <a:off x="6082301" y="1160980"/>
            <a:ext cx="832207" cy="2311685"/>
          </a:xfrm>
          <a:custGeom>
            <a:avLst/>
            <a:gdLst>
              <a:gd name="csX0" fmla="*/ 832207 w 832207"/>
              <a:gd name="csY0" fmla="*/ 2311685 h 2311685"/>
              <a:gd name="csX1" fmla="*/ 0 w 832207"/>
              <a:gd name="csY1" fmla="*/ 0 h 231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32207" h="2311685">
                <a:moveTo>
                  <a:pt x="832207" y="231168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B4399A7-C758-B67E-3AA1-4154D7E6256E}"/>
              </a:ext>
            </a:extLst>
          </p:cNvPr>
          <p:cNvSpPr/>
          <p:nvPr/>
        </p:nvSpPr>
        <p:spPr>
          <a:xfrm>
            <a:off x="5105400" y="2571750"/>
            <a:ext cx="762000" cy="848623"/>
          </a:xfrm>
          <a:custGeom>
            <a:avLst/>
            <a:gdLst>
              <a:gd name="csX0" fmla="*/ 762000 w 762000"/>
              <a:gd name="csY0" fmla="*/ 0 h 863600"/>
              <a:gd name="csX1" fmla="*/ 762000 w 762000"/>
              <a:gd name="csY1" fmla="*/ 273050 h 863600"/>
              <a:gd name="csX2" fmla="*/ 0 w 762000"/>
              <a:gd name="csY2" fmla="*/ 279400 h 863600"/>
              <a:gd name="csX3" fmla="*/ 0 w 762000"/>
              <a:gd name="csY3" fmla="*/ 863600 h 86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2000" h="863600">
                <a:moveTo>
                  <a:pt x="762000" y="0"/>
                </a:moveTo>
                <a:lnTo>
                  <a:pt x="762000" y="273050"/>
                </a:lnTo>
                <a:lnTo>
                  <a:pt x="0" y="279400"/>
                </a:lnTo>
                <a:lnTo>
                  <a:pt x="0" y="86360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0CC01E1-C78D-DDEA-71F4-16F1B8361611}"/>
              </a:ext>
            </a:extLst>
          </p:cNvPr>
          <p:cNvSpPr/>
          <p:nvPr/>
        </p:nvSpPr>
        <p:spPr>
          <a:xfrm>
            <a:off x="4502150" y="3232150"/>
            <a:ext cx="279400" cy="196850"/>
          </a:xfrm>
          <a:custGeom>
            <a:avLst/>
            <a:gdLst>
              <a:gd name="csX0" fmla="*/ 0 w 279400"/>
              <a:gd name="csY0" fmla="*/ 0 h 209550"/>
              <a:gd name="csX1" fmla="*/ 6350 w 279400"/>
              <a:gd name="csY1" fmla="*/ 101600 h 209550"/>
              <a:gd name="csX2" fmla="*/ 273050 w 279400"/>
              <a:gd name="csY2" fmla="*/ 107950 h 209550"/>
              <a:gd name="csX3" fmla="*/ 279400 w 279400"/>
              <a:gd name="csY3" fmla="*/ 209550 h 209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9400" h="209550">
                <a:moveTo>
                  <a:pt x="0" y="0"/>
                </a:moveTo>
                <a:lnTo>
                  <a:pt x="6350" y="101600"/>
                </a:lnTo>
                <a:lnTo>
                  <a:pt x="273050" y="107950"/>
                </a:lnTo>
                <a:lnTo>
                  <a:pt x="279400" y="209550"/>
                </a:lnTo>
              </a:path>
            </a:pathLst>
          </a:cu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B0B9832-DD9F-BCFC-0121-57B2922FA7B1}"/>
              </a:ext>
            </a:extLst>
          </p:cNvPr>
          <p:cNvSpPr/>
          <p:nvPr/>
        </p:nvSpPr>
        <p:spPr>
          <a:xfrm>
            <a:off x="5276850" y="3270250"/>
            <a:ext cx="444500" cy="247650"/>
          </a:xfrm>
          <a:custGeom>
            <a:avLst/>
            <a:gdLst>
              <a:gd name="csX0" fmla="*/ 438150 w 444500"/>
              <a:gd name="csY0" fmla="*/ 0 h 247650"/>
              <a:gd name="csX1" fmla="*/ 444500 w 444500"/>
              <a:gd name="csY1" fmla="*/ 247650 h 247650"/>
              <a:gd name="csX2" fmla="*/ 0 w 444500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4500" h="247650">
                <a:moveTo>
                  <a:pt x="438150" y="0"/>
                </a:moveTo>
                <a:lnTo>
                  <a:pt x="444500" y="247650"/>
                </a:lnTo>
                <a:lnTo>
                  <a:pt x="0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6ECC51E-2CBC-B2C5-4203-07C964C0888F}"/>
              </a:ext>
            </a:extLst>
          </p:cNvPr>
          <p:cNvSpPr/>
          <p:nvPr/>
        </p:nvSpPr>
        <p:spPr>
          <a:xfrm>
            <a:off x="5276850" y="3605213"/>
            <a:ext cx="1400175" cy="0"/>
          </a:xfrm>
          <a:custGeom>
            <a:avLst/>
            <a:gdLst>
              <a:gd name="csX0" fmla="*/ 0 w 1400175"/>
              <a:gd name="csY0" fmla="*/ 0 h 0"/>
              <a:gd name="csX1" fmla="*/ 1400175 w 1400175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00175">
                <a:moveTo>
                  <a:pt x="0" y="0"/>
                </a:moveTo>
                <a:lnTo>
                  <a:pt x="140017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B2DDE8E-3EDC-5BBE-56B3-0EBEE7901917}"/>
              </a:ext>
            </a:extLst>
          </p:cNvPr>
          <p:cNvSpPr/>
          <p:nvPr/>
        </p:nvSpPr>
        <p:spPr>
          <a:xfrm>
            <a:off x="3981450" y="3605212"/>
            <a:ext cx="621372" cy="45719"/>
          </a:xfrm>
          <a:custGeom>
            <a:avLst/>
            <a:gdLst>
              <a:gd name="csX0" fmla="*/ 0 w 642938"/>
              <a:gd name="csY0" fmla="*/ 0 h 0"/>
              <a:gd name="csX1" fmla="*/ 642938 w 64293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938">
                <a:moveTo>
                  <a:pt x="0" y="0"/>
                </a:moveTo>
                <a:lnTo>
                  <a:pt x="642938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A9D503F-28E0-8FA3-C677-C035A1704032}"/>
              </a:ext>
            </a:extLst>
          </p:cNvPr>
          <p:cNvSpPr/>
          <p:nvPr/>
        </p:nvSpPr>
        <p:spPr>
          <a:xfrm>
            <a:off x="6419850" y="3276600"/>
            <a:ext cx="271463" cy="247650"/>
          </a:xfrm>
          <a:custGeom>
            <a:avLst/>
            <a:gdLst>
              <a:gd name="csX0" fmla="*/ 0 w 271463"/>
              <a:gd name="csY0" fmla="*/ 0 h 247650"/>
              <a:gd name="csX1" fmla="*/ 4763 w 271463"/>
              <a:gd name="csY1" fmla="*/ 247650 h 247650"/>
              <a:gd name="csX2" fmla="*/ 271463 w 271463"/>
              <a:gd name="csY2" fmla="*/ 247650 h 247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463" h="247650">
                <a:moveTo>
                  <a:pt x="0" y="0"/>
                </a:moveTo>
                <a:cubicBezTo>
                  <a:pt x="1588" y="82550"/>
                  <a:pt x="3175" y="165100"/>
                  <a:pt x="4763" y="247650"/>
                </a:cubicBezTo>
                <a:lnTo>
                  <a:pt x="271463" y="2476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E27F89E-5E72-1860-D8F1-2B33DD508112}"/>
              </a:ext>
            </a:extLst>
          </p:cNvPr>
          <p:cNvSpPr/>
          <p:nvPr/>
        </p:nvSpPr>
        <p:spPr>
          <a:xfrm rot="631608" flipH="1">
            <a:off x="4335450" y="1100603"/>
            <a:ext cx="304961" cy="3159505"/>
          </a:xfrm>
          <a:custGeom>
            <a:avLst/>
            <a:gdLst>
              <a:gd name="csX0" fmla="*/ 19050 w 19050"/>
              <a:gd name="csY0" fmla="*/ 2276475 h 2276475"/>
              <a:gd name="csX1" fmla="*/ 0 w 19050"/>
              <a:gd name="csY1" fmla="*/ 0 h 227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050" h="2276475">
                <a:moveTo>
                  <a:pt x="19050" y="2276475"/>
                </a:moveTo>
                <a:lnTo>
                  <a:pt x="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6725496-D4FD-5FF5-7B32-0DCAA57DFCF4}"/>
              </a:ext>
            </a:extLst>
          </p:cNvPr>
          <p:cNvSpPr/>
          <p:nvPr/>
        </p:nvSpPr>
        <p:spPr>
          <a:xfrm>
            <a:off x="3638550" y="3690937"/>
            <a:ext cx="971335" cy="2166873"/>
          </a:xfrm>
          <a:custGeom>
            <a:avLst/>
            <a:gdLst>
              <a:gd name="csX0" fmla="*/ 981075 w 1038225"/>
              <a:gd name="csY0" fmla="*/ 0 h 1428750"/>
              <a:gd name="csX1" fmla="*/ 752475 w 1038225"/>
              <a:gd name="csY1" fmla="*/ 0 h 1428750"/>
              <a:gd name="csX2" fmla="*/ 752475 w 1038225"/>
              <a:gd name="csY2" fmla="*/ 138112 h 1428750"/>
              <a:gd name="csX3" fmla="*/ 0 w 1038225"/>
              <a:gd name="csY3" fmla="*/ 138112 h 1428750"/>
              <a:gd name="csX4" fmla="*/ 0 w 1038225"/>
              <a:gd name="csY4" fmla="*/ 1423987 h 1428750"/>
              <a:gd name="csX5" fmla="*/ 1038225 w 103822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52475 w 981075"/>
              <a:gd name="csY2" fmla="*/ 13811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0 w 981075"/>
              <a:gd name="csY3" fmla="*/ 138112 h 1428750"/>
              <a:gd name="csX4" fmla="*/ 0 w 981075"/>
              <a:gd name="csY4" fmla="*/ 1423987 h 1428750"/>
              <a:gd name="csX5" fmla="*/ 627259 w 981075"/>
              <a:gd name="csY5" fmla="*/ 1428750 h 1428750"/>
              <a:gd name="csX0" fmla="*/ 981075 w 981075"/>
              <a:gd name="csY0" fmla="*/ 0 h 1428750"/>
              <a:gd name="csX1" fmla="*/ 752475 w 981075"/>
              <a:gd name="csY1" fmla="*/ 0 h 1428750"/>
              <a:gd name="csX2" fmla="*/ 762749 w 981075"/>
              <a:gd name="csY2" fmla="*/ 90692 h 1428750"/>
              <a:gd name="csX3" fmla="*/ 10274 w 981075"/>
              <a:gd name="csY3" fmla="*/ 83917 h 1428750"/>
              <a:gd name="csX4" fmla="*/ 0 w 981075"/>
              <a:gd name="csY4" fmla="*/ 1423987 h 1428750"/>
              <a:gd name="csX5" fmla="*/ 627259 w 981075"/>
              <a:gd name="csY5" fmla="*/ 1428750 h 1428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81075" h="1428750">
                <a:moveTo>
                  <a:pt x="981075" y="0"/>
                </a:moveTo>
                <a:lnTo>
                  <a:pt x="752475" y="0"/>
                </a:lnTo>
                <a:lnTo>
                  <a:pt x="762749" y="90692"/>
                </a:lnTo>
                <a:lnTo>
                  <a:pt x="10274" y="83917"/>
                </a:lnTo>
                <a:cubicBezTo>
                  <a:pt x="6849" y="530607"/>
                  <a:pt x="3425" y="977297"/>
                  <a:pt x="0" y="1423987"/>
                </a:cubicBezTo>
                <a:lnTo>
                  <a:pt x="627259" y="14287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E64D3A-EA1D-8C9F-D9C0-8C2C4FA06CD0}"/>
              </a:ext>
            </a:extLst>
          </p:cNvPr>
          <p:cNvSpPr/>
          <p:nvPr/>
        </p:nvSpPr>
        <p:spPr>
          <a:xfrm>
            <a:off x="3667124" y="4014092"/>
            <a:ext cx="300037" cy="252208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E0355AB-5306-4847-4338-4F3A45AF132E}"/>
              </a:ext>
            </a:extLst>
          </p:cNvPr>
          <p:cNvSpPr/>
          <p:nvPr/>
        </p:nvSpPr>
        <p:spPr>
          <a:xfrm>
            <a:off x="2933700" y="2849880"/>
            <a:ext cx="1711325" cy="2354580"/>
          </a:xfrm>
          <a:custGeom>
            <a:avLst/>
            <a:gdLst>
              <a:gd name="csX0" fmla="*/ 381000 w 1737360"/>
              <a:gd name="csY0" fmla="*/ 0 h 2354580"/>
              <a:gd name="csX1" fmla="*/ 7620 w 1737360"/>
              <a:gd name="csY1" fmla="*/ 0 h 2354580"/>
              <a:gd name="csX2" fmla="*/ 0 w 1737360"/>
              <a:gd name="csY2" fmla="*/ 2354580 h 2354580"/>
              <a:gd name="csX3" fmla="*/ 1737360 w 1737360"/>
              <a:gd name="csY3" fmla="*/ 2346960 h 2354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7360" h="2354580">
                <a:moveTo>
                  <a:pt x="381000" y="0"/>
                </a:moveTo>
                <a:lnTo>
                  <a:pt x="7620" y="0"/>
                </a:lnTo>
                <a:lnTo>
                  <a:pt x="0" y="2354580"/>
                </a:lnTo>
                <a:lnTo>
                  <a:pt x="1737360" y="234696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A7603F1-2C55-F8B7-B25C-CE8C200A7C51}"/>
              </a:ext>
            </a:extLst>
          </p:cNvPr>
          <p:cNvSpPr/>
          <p:nvPr/>
        </p:nvSpPr>
        <p:spPr>
          <a:xfrm>
            <a:off x="7329488" y="3600450"/>
            <a:ext cx="633412" cy="4763"/>
          </a:xfrm>
          <a:custGeom>
            <a:avLst/>
            <a:gdLst>
              <a:gd name="csX0" fmla="*/ 0 w 633412"/>
              <a:gd name="csY0" fmla="*/ 0 h 4763"/>
              <a:gd name="csX1" fmla="*/ 633412 w 633412"/>
              <a:gd name="csY1" fmla="*/ 4763 h 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33412" h="4763">
                <a:moveTo>
                  <a:pt x="0" y="0"/>
                </a:moveTo>
                <a:lnTo>
                  <a:pt x="633412" y="4763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BA3668F-E043-1AAE-54F3-14347EE84C0C}"/>
              </a:ext>
            </a:extLst>
          </p:cNvPr>
          <p:cNvSpPr/>
          <p:nvPr/>
        </p:nvSpPr>
        <p:spPr>
          <a:xfrm>
            <a:off x="8286750" y="3795713"/>
            <a:ext cx="9525" cy="1223962"/>
          </a:xfrm>
          <a:custGeom>
            <a:avLst/>
            <a:gdLst>
              <a:gd name="csX0" fmla="*/ 0 w 9525"/>
              <a:gd name="csY0" fmla="*/ 0 h 1223962"/>
              <a:gd name="csX1" fmla="*/ 9525 w 9525"/>
              <a:gd name="csY1" fmla="*/ 1223962 h 1223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1223962">
                <a:moveTo>
                  <a:pt x="0" y="0"/>
                </a:moveTo>
                <a:lnTo>
                  <a:pt x="9525" y="1223962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1EA5FD5-5CA4-3BA0-0111-B03A255997F0}"/>
              </a:ext>
            </a:extLst>
          </p:cNvPr>
          <p:cNvSpPr/>
          <p:nvPr/>
        </p:nvSpPr>
        <p:spPr>
          <a:xfrm>
            <a:off x="5324475" y="5191125"/>
            <a:ext cx="2638425" cy="14288"/>
          </a:xfrm>
          <a:custGeom>
            <a:avLst/>
            <a:gdLst>
              <a:gd name="csX0" fmla="*/ 0 w 2638425"/>
              <a:gd name="csY0" fmla="*/ 0 h 14288"/>
              <a:gd name="csX1" fmla="*/ 2638425 w 2638425"/>
              <a:gd name="csY1" fmla="*/ 14288 h 14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8425" h="14288">
                <a:moveTo>
                  <a:pt x="0" y="0"/>
                </a:moveTo>
                <a:lnTo>
                  <a:pt x="2638425" y="14288"/>
                </a:ln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91AF0CC-DF6D-416B-58F8-F666E714EB6D}"/>
              </a:ext>
            </a:extLst>
          </p:cNvPr>
          <p:cNvSpPr/>
          <p:nvPr/>
        </p:nvSpPr>
        <p:spPr>
          <a:xfrm>
            <a:off x="5578867" y="3657600"/>
            <a:ext cx="3770616" cy="2527443"/>
          </a:xfrm>
          <a:custGeom>
            <a:avLst/>
            <a:gdLst>
              <a:gd name="csX0" fmla="*/ 3041151 w 3770616"/>
              <a:gd name="csY0" fmla="*/ 0 h 2527443"/>
              <a:gd name="csX1" fmla="*/ 3760342 w 3770616"/>
              <a:gd name="csY1" fmla="*/ 10274 h 2527443"/>
              <a:gd name="csX2" fmla="*/ 3770616 w 3770616"/>
              <a:gd name="csY2" fmla="*/ 2527443 h 2527443"/>
              <a:gd name="csX3" fmla="*/ 0 w 3770616"/>
              <a:gd name="csY3" fmla="*/ 2527443 h 2527443"/>
              <a:gd name="csX4" fmla="*/ 10275 w 3770616"/>
              <a:gd name="csY4" fmla="*/ 2434975 h 25274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70616" h="2527443">
                <a:moveTo>
                  <a:pt x="3041151" y="0"/>
                </a:moveTo>
                <a:lnTo>
                  <a:pt x="3760342" y="10274"/>
                </a:lnTo>
                <a:cubicBezTo>
                  <a:pt x="3763767" y="849330"/>
                  <a:pt x="3767191" y="1688387"/>
                  <a:pt x="3770616" y="2527443"/>
                </a:cubicBezTo>
                <a:lnTo>
                  <a:pt x="0" y="2527443"/>
                </a:lnTo>
                <a:lnTo>
                  <a:pt x="10275" y="24349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321DDF1-50AE-CE4D-A568-54628314835B}"/>
              </a:ext>
            </a:extLst>
          </p:cNvPr>
          <p:cNvSpPr/>
          <p:nvPr/>
        </p:nvSpPr>
        <p:spPr>
          <a:xfrm>
            <a:off x="4397339" y="3544584"/>
            <a:ext cx="5054886" cy="3174715"/>
          </a:xfrm>
          <a:custGeom>
            <a:avLst/>
            <a:gdLst>
              <a:gd name="csX0" fmla="*/ 4315146 w 5054886"/>
              <a:gd name="csY0" fmla="*/ 0 h 3174715"/>
              <a:gd name="csX1" fmla="*/ 5054886 w 5054886"/>
              <a:gd name="csY1" fmla="*/ 20549 h 3174715"/>
              <a:gd name="csX2" fmla="*/ 5054886 w 5054886"/>
              <a:gd name="csY2" fmla="*/ 3174715 h 3174715"/>
              <a:gd name="csX3" fmla="*/ 0 w 5054886"/>
              <a:gd name="csY3" fmla="*/ 3154167 h 3174715"/>
              <a:gd name="csX4" fmla="*/ 0 w 5054886"/>
              <a:gd name="csY4" fmla="*/ 2517169 h 3174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54886" h="3174715">
                <a:moveTo>
                  <a:pt x="4315146" y="0"/>
                </a:moveTo>
                <a:lnTo>
                  <a:pt x="5054886" y="20549"/>
                </a:lnTo>
                <a:lnTo>
                  <a:pt x="5054886" y="3174715"/>
                </a:lnTo>
                <a:lnTo>
                  <a:pt x="0" y="3154167"/>
                </a:lnTo>
                <a:lnTo>
                  <a:pt x="0" y="2517169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88DBA14-D089-A0DB-6234-216C686905F2}"/>
              </a:ext>
            </a:extLst>
          </p:cNvPr>
          <p:cNvSpPr/>
          <p:nvPr/>
        </p:nvSpPr>
        <p:spPr>
          <a:xfrm>
            <a:off x="4562475" y="6067425"/>
            <a:ext cx="104775" cy="361950"/>
          </a:xfrm>
          <a:custGeom>
            <a:avLst/>
            <a:gdLst>
              <a:gd name="csX0" fmla="*/ 0 w 104775"/>
              <a:gd name="csY0" fmla="*/ 0 h 361950"/>
              <a:gd name="csX1" fmla="*/ 0 w 104775"/>
              <a:gd name="csY1" fmla="*/ 361950 h 361950"/>
              <a:gd name="csX2" fmla="*/ 104775 w 104775"/>
              <a:gd name="csY2" fmla="*/ 361950 h 361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4775" h="361950">
                <a:moveTo>
                  <a:pt x="0" y="0"/>
                </a:moveTo>
                <a:lnTo>
                  <a:pt x="0" y="361950"/>
                </a:lnTo>
                <a:lnTo>
                  <a:pt x="104775" y="36195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94B236-13ED-C950-5904-0CA85E968482}"/>
              </a:ext>
            </a:extLst>
          </p:cNvPr>
          <p:cNvSpPr/>
          <p:nvPr/>
        </p:nvSpPr>
        <p:spPr>
          <a:xfrm>
            <a:off x="5329238" y="6062663"/>
            <a:ext cx="100012" cy="371475"/>
          </a:xfrm>
          <a:custGeom>
            <a:avLst/>
            <a:gdLst>
              <a:gd name="csX0" fmla="*/ 100012 w 100012"/>
              <a:gd name="csY0" fmla="*/ 0 h 371475"/>
              <a:gd name="csX1" fmla="*/ 100012 w 100012"/>
              <a:gd name="csY1" fmla="*/ 371475 h 371475"/>
              <a:gd name="csX2" fmla="*/ 0 w 100012"/>
              <a:gd name="csY2" fmla="*/ 371475 h 371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0012" h="371475">
                <a:moveTo>
                  <a:pt x="100012" y="0"/>
                </a:moveTo>
                <a:lnTo>
                  <a:pt x="100012" y="371475"/>
                </a:lnTo>
                <a:lnTo>
                  <a:pt x="0" y="3714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609F5AF-3871-1834-83CD-0C0AB1631709}"/>
              </a:ext>
            </a:extLst>
          </p:cNvPr>
          <p:cNvSpPr/>
          <p:nvPr/>
        </p:nvSpPr>
        <p:spPr>
          <a:xfrm>
            <a:off x="5329238" y="6510338"/>
            <a:ext cx="1457325" cy="4762"/>
          </a:xfrm>
          <a:custGeom>
            <a:avLst/>
            <a:gdLst>
              <a:gd name="csX0" fmla="*/ 0 w 1457325"/>
              <a:gd name="csY0" fmla="*/ 4762 h 4762"/>
              <a:gd name="csX1" fmla="*/ 1457325 w 1457325"/>
              <a:gd name="csY1" fmla="*/ 0 h 4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57325" h="4762">
                <a:moveTo>
                  <a:pt x="0" y="4762"/>
                </a:moveTo>
                <a:lnTo>
                  <a:pt x="1457325" y="0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866C3B-08B3-CA69-7CD8-4820D94B30E2}"/>
              </a:ext>
            </a:extLst>
          </p:cNvPr>
          <p:cNvSpPr/>
          <p:nvPr/>
        </p:nvSpPr>
        <p:spPr>
          <a:xfrm>
            <a:off x="4531163" y="6483623"/>
            <a:ext cx="300037" cy="191434"/>
          </a:xfrm>
          <a:prstGeom prst="rect">
            <a:avLst/>
          </a:prstGeom>
          <a:solidFill>
            <a:srgbClr val="ACD433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F5298AB-8E8C-B213-04C5-6CB473DA32AB}"/>
              </a:ext>
            </a:extLst>
          </p:cNvPr>
          <p:cNvCxnSpPr/>
          <p:nvPr/>
        </p:nvCxnSpPr>
        <p:spPr>
          <a:xfrm flipV="1">
            <a:off x="5270643" y="3276600"/>
            <a:ext cx="996593" cy="29845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2AA1D04-35A6-A746-1BAF-E3212B169144}"/>
              </a:ext>
            </a:extLst>
          </p:cNvPr>
          <p:cNvSpPr/>
          <p:nvPr/>
        </p:nvSpPr>
        <p:spPr>
          <a:xfrm>
            <a:off x="5340350" y="3771900"/>
            <a:ext cx="2692400" cy="1314450"/>
          </a:xfrm>
          <a:custGeom>
            <a:avLst/>
            <a:gdLst>
              <a:gd name="csX0" fmla="*/ 0 w 2692400"/>
              <a:gd name="csY0" fmla="*/ 1308100 h 1314450"/>
              <a:gd name="csX1" fmla="*/ 2533650 w 2692400"/>
              <a:gd name="csY1" fmla="*/ 1314450 h 1314450"/>
              <a:gd name="csX2" fmla="*/ 2692400 w 2692400"/>
              <a:gd name="csY2" fmla="*/ 0 h 1314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92400" h="1314450">
                <a:moveTo>
                  <a:pt x="0" y="1308100"/>
                </a:moveTo>
                <a:lnTo>
                  <a:pt x="2533650" y="1314450"/>
                </a:lnTo>
                <a:lnTo>
                  <a:pt x="2692400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35F40D7-792C-11A5-4EA4-F0AB05208A53}"/>
              </a:ext>
            </a:extLst>
          </p:cNvPr>
          <p:cNvSpPr/>
          <p:nvPr/>
        </p:nvSpPr>
        <p:spPr>
          <a:xfrm>
            <a:off x="5321300" y="5276850"/>
            <a:ext cx="2641600" cy="1066800"/>
          </a:xfrm>
          <a:custGeom>
            <a:avLst/>
            <a:gdLst>
              <a:gd name="csX0" fmla="*/ 2641600 w 2641600"/>
              <a:gd name="csY0" fmla="*/ 0 h 1066800"/>
              <a:gd name="csX1" fmla="*/ 1327150 w 2641600"/>
              <a:gd name="csY1" fmla="*/ 0 h 1066800"/>
              <a:gd name="csX2" fmla="*/ 1333500 w 2641600"/>
              <a:gd name="csY2" fmla="*/ 1066800 h 1066800"/>
              <a:gd name="csX3" fmla="*/ 0 w 2641600"/>
              <a:gd name="csY3" fmla="*/ 1066800 h 106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41600" h="1066800">
                <a:moveTo>
                  <a:pt x="2641600" y="0"/>
                </a:moveTo>
                <a:lnTo>
                  <a:pt x="1327150" y="0"/>
                </a:lnTo>
                <a:cubicBezTo>
                  <a:pt x="1329267" y="355600"/>
                  <a:pt x="1331383" y="711200"/>
                  <a:pt x="1333500" y="1066800"/>
                </a:cubicBezTo>
                <a:lnTo>
                  <a:pt x="0" y="1066800"/>
                </a:lnTo>
              </a:path>
            </a:pathLst>
          </a:cu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AA4070E3-E118-161A-223A-0EF6A22D1AF4}"/>
              </a:ext>
            </a:extLst>
          </p:cNvPr>
          <p:cNvSpPr/>
          <p:nvPr/>
        </p:nvSpPr>
        <p:spPr>
          <a:xfrm>
            <a:off x="5019674" y="4856888"/>
            <a:ext cx="606425" cy="162788"/>
          </a:xfrm>
          <a:custGeom>
            <a:avLst/>
            <a:gdLst>
              <a:gd name="csX0" fmla="*/ 0 w 609600"/>
              <a:gd name="csY0" fmla="*/ 190500 h 190500"/>
              <a:gd name="csX1" fmla="*/ 3175 w 609600"/>
              <a:gd name="csY1" fmla="*/ 0 h 190500"/>
              <a:gd name="csX2" fmla="*/ 609600 w 609600"/>
              <a:gd name="csY2" fmla="*/ 3175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09600" h="190500">
                <a:moveTo>
                  <a:pt x="0" y="190500"/>
                </a:moveTo>
                <a:cubicBezTo>
                  <a:pt x="1058" y="127000"/>
                  <a:pt x="2117" y="63500"/>
                  <a:pt x="3175" y="0"/>
                </a:cubicBezTo>
                <a:lnTo>
                  <a:pt x="609600" y="3175"/>
                </a:ln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44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CDE7-7668-845B-D18B-AE54CA24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4627A-6E30-EDD4-2A23-6031975C7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Business Layer - Summary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8A08A1-9666-106D-7D72-B0D503266EB5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033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4E358C-6EFD-43D8-BB99-D75479BD6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F38F6E-1184-0E4C-798C-AEDC5D464C9D}"/>
              </a:ext>
            </a:extLst>
          </p:cNvPr>
          <p:cNvSpPr/>
          <p:nvPr/>
        </p:nvSpPr>
        <p:spPr>
          <a:xfrm>
            <a:off x="596436" y="2249294"/>
            <a:ext cx="2002926" cy="4027680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AB6A4A-674A-42A0-850E-0EAA90195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723E84-D51A-7FD6-3E99-A42BF4F5E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BC6AA7-245A-A0C0-5DC3-33254E548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44B53D-0F42-EFE3-B091-AFED1DEC98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5086" y="1337027"/>
            <a:ext cx="5274397" cy="50682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15962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5E7B9-C028-B076-0981-EA506BE52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91040-574F-42D7-3AFD-54B9895CC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188" y="452718"/>
            <a:ext cx="8296646" cy="1400530"/>
          </a:xfrm>
        </p:spPr>
        <p:txBody>
          <a:bodyPr/>
          <a:lstStyle/>
          <a:p>
            <a:r>
              <a:rPr lang="en-US" b="1" dirty="0"/>
              <a:t>Essential EA Meta-Model</a:t>
            </a:r>
            <a:br>
              <a:rPr lang="en-US" b="1" dirty="0"/>
            </a:br>
            <a:r>
              <a:rPr lang="en-US" b="1" dirty="0"/>
              <a:t>- Application Layer - 01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6237B52-52E0-38A3-4A47-21AF7B6974A2}"/>
              </a:ext>
            </a:extLst>
          </p:cNvPr>
          <p:cNvSpPr txBox="1">
            <a:spLocks/>
          </p:cNvSpPr>
          <p:nvPr/>
        </p:nvSpPr>
        <p:spPr>
          <a:xfrm>
            <a:off x="0" y="3143"/>
            <a:ext cx="1754188" cy="1058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034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447924-C319-858A-F4BF-4B672A397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1" y="1853248"/>
            <a:ext cx="8296646" cy="4669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231CCE-F251-2D7A-0EBD-31E8C0736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F763DD-10F3-A7D0-F298-038E6EF5C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1" y="1094226"/>
            <a:ext cx="362976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2D7E85-3188-DDAB-7469-E908AA31C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482" y="1094226"/>
            <a:ext cx="371111" cy="362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7DAC325-F2B9-EEF6-59CC-BF8BA1E0EBFD}"/>
              </a:ext>
            </a:extLst>
          </p:cNvPr>
          <p:cNvSpPr/>
          <p:nvPr/>
        </p:nvSpPr>
        <p:spPr>
          <a:xfrm>
            <a:off x="2551761" y="2409068"/>
            <a:ext cx="2002926" cy="1458394"/>
          </a:xfrm>
          <a:prstGeom prst="roundRect">
            <a:avLst>
              <a:gd name="adj" fmla="val 6916"/>
            </a:avLst>
          </a:prstGeom>
          <a:solidFill>
            <a:srgbClr val="FFCC66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692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336E726C-3DE4-41AA-88A0-C92B0C341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 dirty="0"/>
              <a:t>someone@Example.com</a:t>
            </a:r>
            <a:endParaRPr lang="ru-RU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1F562-7C5B-B39E-2FF0-681E86D50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834" y="0"/>
            <a:ext cx="682228" cy="68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>
  <clbl:label id="{19540963-e559-4020-8a90-fe8a502c2801}" enabled="1" method="Standard" siteId="{f25493ae-1c98-41d7-8a33-0be75f5fe6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10059</TotalTime>
  <Words>453</Words>
  <Application>Microsoft Office PowerPoint</Application>
  <PresentationFormat>Widescreen</PresentationFormat>
  <Paragraphs>98</Paragraphs>
  <Slides>57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Calibri</vt:lpstr>
      <vt:lpstr>Century Gothic</vt:lpstr>
      <vt:lpstr>Wingdings 3</vt:lpstr>
      <vt:lpstr>Ion</vt:lpstr>
      <vt:lpstr>Master EAS Meta-Model in Ontology &amp; Graph Perspective</vt:lpstr>
      <vt:lpstr>What is Metamodel?</vt:lpstr>
      <vt:lpstr>Understanding EAS Metamodel</vt:lpstr>
      <vt:lpstr>Metamodel in Reference EA Frameworks</vt:lpstr>
      <vt:lpstr>Setup Modeling Environment - Essential Open Source EA Tool</vt:lpstr>
      <vt:lpstr>Setup Modeling Environment - Protégé &amp; Neo4j</vt:lpstr>
      <vt:lpstr>Essential EA Meta-Model - Business Layer - 01 </vt:lpstr>
      <vt:lpstr>Essential EA Meta-Model - Business Conceptual - 02 </vt:lpstr>
      <vt:lpstr>Essential EA Meta-Model - Business Layer - 03 </vt:lpstr>
      <vt:lpstr>Essential EA Meta-Model - Business Layer - 04 </vt:lpstr>
      <vt:lpstr>Essential EA Meta-Model - Business Layer - 05 </vt:lpstr>
      <vt:lpstr>PowerPoint Presentation</vt:lpstr>
      <vt:lpstr>Essential EA Meta-Model - Business Layer - 06 </vt:lpstr>
      <vt:lpstr>PowerPoint Presentation</vt:lpstr>
      <vt:lpstr>Essential EA Meta-Model - Business Layer - 07 </vt:lpstr>
      <vt:lpstr>PowerPoint Presentation</vt:lpstr>
      <vt:lpstr>Essential EA Meta-Model - Business Layer - 08 </vt:lpstr>
      <vt:lpstr>PowerPoint Presentation</vt:lpstr>
      <vt:lpstr>Essential EA Meta-Model - Business Layer - 09 </vt:lpstr>
      <vt:lpstr>PowerPoint Presentation</vt:lpstr>
      <vt:lpstr>Essential EA Meta-Model - Business Layer - 10 </vt:lpstr>
      <vt:lpstr>PowerPoint Presentation</vt:lpstr>
      <vt:lpstr>Essential EA Meta-Model - Business Layer - 11 </vt:lpstr>
      <vt:lpstr>PowerPoint Presentation</vt:lpstr>
      <vt:lpstr>Essential EA Meta-Model - Business Layer - 12 </vt:lpstr>
      <vt:lpstr>PowerPoint Presentation</vt:lpstr>
      <vt:lpstr>Essential EA Meta-Model - Business Layer - 13 </vt:lpstr>
      <vt:lpstr>PowerPoint Presentation</vt:lpstr>
      <vt:lpstr>Essential EA Meta-Model - Business Layer - 14</vt:lpstr>
      <vt:lpstr>PowerPoint Presentation</vt:lpstr>
      <vt:lpstr>Essential EA Meta-Model - Business Layer - 15</vt:lpstr>
      <vt:lpstr>PowerPoint Presentation</vt:lpstr>
      <vt:lpstr>Essential EA Meta-Model - Business Layer - 16</vt:lpstr>
      <vt:lpstr>PowerPoint Presentation</vt:lpstr>
      <vt:lpstr>Essential EA Meta-Model - Business Layer - 17</vt:lpstr>
      <vt:lpstr>PowerPoint Presentation</vt:lpstr>
      <vt:lpstr>Essential EA Meta-Model - Business Layer - 18</vt:lpstr>
      <vt:lpstr>PowerPoint Presentation</vt:lpstr>
      <vt:lpstr>Essential EA Meta-Model - Business Layer - 19</vt:lpstr>
      <vt:lpstr>PowerPoint Presentation</vt:lpstr>
      <vt:lpstr>Essential EA Meta-Model - Business Layer - 20</vt:lpstr>
      <vt:lpstr>PowerPoint Presentation</vt:lpstr>
      <vt:lpstr>Essential EA Meta-Model - Business Layer - 21</vt:lpstr>
      <vt:lpstr>PowerPoint Presentation</vt:lpstr>
      <vt:lpstr>Essential EA Meta-Model - Business Layer - 22</vt:lpstr>
      <vt:lpstr>PowerPoint Presentation</vt:lpstr>
      <vt:lpstr>Essential EA Meta-Model - Business Layer - 23</vt:lpstr>
      <vt:lpstr>PowerPoint Presentation</vt:lpstr>
      <vt:lpstr>Essential EA Meta-Model - Business Layer - 24</vt:lpstr>
      <vt:lpstr>PowerPoint Presentation</vt:lpstr>
      <vt:lpstr>Essential EA Meta-Model - Business Layer - 25</vt:lpstr>
      <vt:lpstr>PowerPoint Presentation</vt:lpstr>
      <vt:lpstr>Essential EA Meta-Model - Business Layer - 26</vt:lpstr>
      <vt:lpstr>PowerPoint Presentation</vt:lpstr>
      <vt:lpstr>Essential EA Meta-Model - Business Layer - Summary</vt:lpstr>
      <vt:lpstr>Essential EA Meta-Model - Application Layer - 01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64</cp:revision>
  <dcterms:created xsi:type="dcterms:W3CDTF">2026-03-17T00:40:27Z</dcterms:created>
  <dcterms:modified xsi:type="dcterms:W3CDTF">2026-03-29T07:27:59Z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
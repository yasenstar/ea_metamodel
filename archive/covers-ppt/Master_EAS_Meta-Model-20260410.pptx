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94"/>
  </p:notesMasterIdLst>
  <p:handoutMasterIdLst>
    <p:handoutMasterId r:id="rId95"/>
  </p:handoutMasterIdLst>
  <p:sldIdLst>
    <p:sldId id="256" r:id="rId5"/>
    <p:sldId id="270" r:id="rId6"/>
    <p:sldId id="273" r:id="rId7"/>
    <p:sldId id="274" r:id="rId8"/>
    <p:sldId id="271" r:id="rId9"/>
    <p:sldId id="272" r:id="rId10"/>
    <p:sldId id="275" r:id="rId11"/>
    <p:sldId id="276" r:id="rId12"/>
    <p:sldId id="277" r:id="rId13"/>
    <p:sldId id="279" r:id="rId14"/>
    <p:sldId id="281" r:id="rId15"/>
    <p:sldId id="278" r:id="rId16"/>
    <p:sldId id="280" r:id="rId17"/>
    <p:sldId id="283" r:id="rId18"/>
    <p:sldId id="282" r:id="rId19"/>
    <p:sldId id="284" r:id="rId20"/>
    <p:sldId id="285" r:id="rId21"/>
    <p:sldId id="287" r:id="rId22"/>
    <p:sldId id="286" r:id="rId23"/>
    <p:sldId id="288" r:id="rId24"/>
    <p:sldId id="289" r:id="rId25"/>
    <p:sldId id="290" r:id="rId26"/>
    <p:sldId id="291" r:id="rId27"/>
    <p:sldId id="292" r:id="rId28"/>
    <p:sldId id="293" r:id="rId29"/>
    <p:sldId id="296" r:id="rId30"/>
    <p:sldId id="295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3" r:id="rId58"/>
    <p:sldId id="325" r:id="rId59"/>
    <p:sldId id="327" r:id="rId60"/>
    <p:sldId id="324" r:id="rId61"/>
    <p:sldId id="328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37" r:id="rId70"/>
    <p:sldId id="338" r:id="rId71"/>
    <p:sldId id="339" r:id="rId72"/>
    <p:sldId id="340" r:id="rId73"/>
    <p:sldId id="341" r:id="rId74"/>
    <p:sldId id="342" r:id="rId75"/>
    <p:sldId id="343" r:id="rId76"/>
    <p:sldId id="344" r:id="rId77"/>
    <p:sldId id="345" r:id="rId78"/>
    <p:sldId id="346" r:id="rId79"/>
    <p:sldId id="347" r:id="rId80"/>
    <p:sldId id="348" r:id="rId81"/>
    <p:sldId id="349" r:id="rId82"/>
    <p:sldId id="350" r:id="rId83"/>
    <p:sldId id="351" r:id="rId84"/>
    <p:sldId id="352" r:id="rId85"/>
    <p:sldId id="353" r:id="rId86"/>
    <p:sldId id="354" r:id="rId87"/>
    <p:sldId id="355" r:id="rId88"/>
    <p:sldId id="356" r:id="rId89"/>
    <p:sldId id="357" r:id="rId90"/>
    <p:sldId id="267" r:id="rId91"/>
    <p:sldId id="326" r:id="rId92"/>
    <p:sldId id="336" r:id="rId9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0F14D87-4D93-4A18-98B6-602331846D5F}">
          <p14:sldIdLst>
            <p14:sldId id="256"/>
            <p14:sldId id="270"/>
            <p14:sldId id="273"/>
            <p14:sldId id="274"/>
            <p14:sldId id="271"/>
            <p14:sldId id="272"/>
          </p14:sldIdLst>
        </p14:section>
        <p14:section name="Business_Layer" id="{BE012B2F-C749-46CF-BEEF-A16D22C39499}">
          <p14:sldIdLst>
            <p14:sldId id="275"/>
            <p14:sldId id="276"/>
            <p14:sldId id="277"/>
            <p14:sldId id="279"/>
            <p14:sldId id="281"/>
            <p14:sldId id="278"/>
            <p14:sldId id="280"/>
            <p14:sldId id="283"/>
            <p14:sldId id="282"/>
            <p14:sldId id="284"/>
            <p14:sldId id="285"/>
            <p14:sldId id="287"/>
            <p14:sldId id="286"/>
            <p14:sldId id="288"/>
            <p14:sldId id="289"/>
            <p14:sldId id="290"/>
            <p14:sldId id="291"/>
            <p14:sldId id="292"/>
            <p14:sldId id="293"/>
            <p14:sldId id="296"/>
            <p14:sldId id="295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5"/>
          </p14:sldIdLst>
        </p14:section>
        <p14:section name="Application_Layer" id="{D2AE7FF9-7C61-4308-9CAD-AF4B81EEF655}">
          <p14:sldIdLst>
            <p14:sldId id="327"/>
            <p14:sldId id="324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</p14:sldIdLst>
        </p14:section>
        <p14:section name="Information_Layer" id="{91D2F92F-6A77-4060-BC4D-057B76B9D342}">
          <p14:sldIdLst/>
        </p14:section>
        <p14:section name="Technology_Layer" id="{EAC4D6A4-96CD-419F-B787-2374DA96253E}">
          <p14:sldIdLst/>
        </p14:section>
        <p14:section name="Summary" id="{692B0B4A-5957-4A45-A2B9-BA502512D0B7}">
          <p14:sldIdLst>
            <p14:sldId id="267"/>
            <p14:sldId id="326"/>
            <p14:sldId id="3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D433"/>
    <a:srgbClr val="000000"/>
    <a:srgbClr val="E6C133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4" autoAdjust="0"/>
    <p:restoredTop sz="94641" autoAdjust="0"/>
  </p:normalViewPr>
  <p:slideViewPr>
    <p:cSldViewPr snapToGrid="0">
      <p:cViewPr varScale="1">
        <p:scale>
          <a:sx n="53" d="100"/>
          <a:sy n="53" d="100"/>
        </p:scale>
        <p:origin x="69" y="103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62"/>
    </p:cViewPr>
  </p:sorter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576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BCD2-D96E-90E4-51ED-C39265F81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EB506-FD21-590E-9CD4-D40250145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28FED-7CE9-FEDC-70D0-E49E4D0B3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02F2D-BF68-E415-67E8-F28B954F9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812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FA65A-B270-1EC5-2C4F-343992F3F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AFE69-4712-E688-7113-ADDF2A895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99631-1055-1CB1-66FC-E599E8187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D8D67-4C37-B79B-ACDD-0B406B13F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96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F56D-56CE-3194-2248-D2D527AF3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8E569-925F-30E9-F551-5B0AA0E94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9F6FC-76F3-FB90-320B-07AC8C782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448B8-D210-A87C-1F17-2BCEBBA4E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106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0D7CC-9933-E9DB-74CC-0B7B76DBE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C4D34-F38B-D0D1-D58D-C2BDB1FEF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3944C-F320-9B87-020C-4379F74F8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079AB-0882-1097-3B68-FD9DDC54D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92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11F3D-33B0-31ED-F473-94565EF70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63E83-54AC-C1A7-11CE-BD07A29CD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38904-F67C-D833-5450-9F0A38043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6E942-6E20-3F98-E188-E232863C3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048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51D2A-5A87-473A-1285-809BDB217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190AC-BF14-73E3-E71C-B87920142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AA8E9-F22C-9B37-47F9-A9A4D2188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D57CB-8DBB-D377-3CE0-B8FAC84D7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821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EF0D8-7172-C773-D2C9-429F2B0E6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F2AB1-56DA-D70D-30CB-824B6F856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1555B-5EEB-18A3-55AB-20DCAFBB6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3433C-B337-2FCD-32EF-7EED36952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753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A5E67-534F-7FFC-CA4E-C072BEA9D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27238-42E3-B1C2-ED4A-867AB668A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8C627-ED4D-545C-C8D5-7F7143ADE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07987-9DC2-DE73-C23D-72DF72F1C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416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3869-DA80-2E4B-4437-46897A94E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3C133-B9E8-1FED-FEDB-F303DBE45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D4A76-52D1-3CE0-F3BE-121AF46EF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35789-78BA-2F0C-8040-E52F584E3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347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E72F-6716-8EBD-7111-3F3BAFF90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6346F-E8FC-A715-1E9C-59D23A3F3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71C24-CD9B-4FD7-27A7-915944C0A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10F29-6B7B-6CCD-63EA-AD463FACB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248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7401E-DEFF-7DFC-DC68-7A25DE23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90498-37C6-E26E-BA82-05B494465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9DB2B-2EAE-26B5-D065-108688898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286BC-DDEE-C286-5DFB-EF26ABBA3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3393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96CF6-5EA6-9F87-41F2-9660F3A48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1ED88-E71F-F3D4-C1E1-2CB705ADE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01353-0370-4168-7552-CADE62CD9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6E9E5-2FA2-6E3D-DB68-842A5C03B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6000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B0178-34B6-2D7F-CA1B-F24C01DFF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52BA0-D4DF-022C-0936-7A1A67B78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A32E8-A52E-A6A3-BEF1-21AC78877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6763C-5158-9F1B-9051-D37FE2F7E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3910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120CB-8860-1FE4-3AD7-D8264822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378B8-2368-A08C-E8E8-707F1F4FF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1C1EF-0C39-9618-DC26-EEEBC5020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781FE-2926-93EF-B128-A1498820B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724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B495-E116-6018-2B5C-695F55F19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9D2BA-DFD5-56D4-E612-AA87588F2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C756F-1DF7-4E2A-DDCB-EFD985BE3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77CBC-A8E1-9AD6-4DDA-1452FFDB4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0688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DA39E-E346-8E73-46A5-AAFBFB138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F766B-627B-7C02-5475-E98F22FED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4EB6BA-DD2B-1745-2F25-4F79F0DE8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6CDE6-5BED-C7B8-9084-2F8991560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7422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79B0C-A85A-345E-CF5C-202543244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BA1DB-32C6-36F1-091B-21731853F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87D4D-62A4-F1FD-EA4B-901752519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3BD2A-1992-739C-5388-5ED6B3475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8956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F657C-0627-4A0B-5956-6E4240478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ECC92-E425-3C3D-C097-C6FC28BFE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6C8855-71F9-E55A-E551-C9314DE34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CC2DF-7B68-3700-42BD-93032C8594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8124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6BF48-7469-E5EA-CA71-9E666F92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3D099-CF4D-0247-0B2D-F35667735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D8E6A-B500-1413-C29C-C87E1D1B8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AE7B7-493F-9326-9A4D-097F4DEBE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8471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A35F2-36C3-2A04-4AA8-7174A579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011C4-0C27-7F65-5802-804F22094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E0346D-86D7-7B47-410E-8531865B3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28137-A005-F7DE-3805-FC9107AEB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811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89952ED-BE7B-104F-320E-6EEF2159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39" y="385296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7EA4B0-AF51-48C0-759F-856ED00F6A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39" y="385296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CCDF70-DC45-44E1-D644-134EE4180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B35F26-01CA-66E4-2632-E34E79D9B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2F0297-D013-6C14-E9A5-B10F9BA198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FF0769-0A6B-2BE0-2B44-37EC146583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D96C0B-0C44-D93F-ADC5-24D2EA155A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721AEE-200B-53C1-EA9B-335DCDDA2E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D963E2-6AF5-388B-BB85-29C1467F6B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BBD940-3F8A-E15B-201A-693884A247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1E0F3E-FA9E-302F-3521-A9482EEC6B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EA7A36-DB49-F034-0D2B-B99B57E4C8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20AA9-43F0-09A4-23E6-E8DC988ED7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343B25-C4FD-0656-3F40-DA010D99E4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F9F672-9EAB-0049-C35D-2069EEEDDA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37B27C-DA22-75FF-154B-52F1F848F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D404BD-5B8C-E289-6E49-7BD1564A59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6.jpe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67.jpe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.jpeg"/><Relationship Id="rId4" Type="http://schemas.openxmlformats.org/officeDocument/2006/relationships/image" Target="../media/image67.jpe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6237" y="327399"/>
            <a:ext cx="9054612" cy="3329581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Master EAS Meta-Model in Ontology &amp; Graph Perspective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2154" y="3538424"/>
            <a:ext cx="8825658" cy="861420"/>
          </a:xfrm>
        </p:spPr>
        <p:txBody>
          <a:bodyPr anchor="ctr">
            <a:normAutofit/>
          </a:bodyPr>
          <a:lstStyle/>
          <a:p>
            <a:r>
              <a:rPr lang="en-US" dirty="0"/>
              <a:t>Building Up Enterprise Architecture Meta-Model From Scratch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96C580F-38C1-FF79-76EE-387C2193E73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0695D8-97CE-5B8C-815E-9CD5D506DD72}"/>
              </a:ext>
            </a:extLst>
          </p:cNvPr>
          <p:cNvGrpSpPr/>
          <p:nvPr/>
        </p:nvGrpSpPr>
        <p:grpSpPr>
          <a:xfrm>
            <a:off x="1636272" y="4323296"/>
            <a:ext cx="9030493" cy="2226761"/>
            <a:chOff x="1636272" y="4323296"/>
            <a:chExt cx="9030493" cy="222676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7A3EDAE-1B0E-C1CF-8C16-C6F54D1C5488}"/>
                </a:ext>
              </a:extLst>
            </p:cNvPr>
            <p:cNvGrpSpPr/>
            <p:nvPr/>
          </p:nvGrpSpPr>
          <p:grpSpPr>
            <a:xfrm>
              <a:off x="2141549" y="4323296"/>
              <a:ext cx="7766868" cy="2226761"/>
              <a:chOff x="1463863" y="4391350"/>
              <a:chExt cx="7766868" cy="222676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AE0F899-9B30-1477-EF90-A3BFF355E9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9627" y="4399844"/>
                <a:ext cx="1900932" cy="2218267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F92B555-999F-2F3B-6A00-4426832C8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7188" y="4391350"/>
                <a:ext cx="2339123" cy="2201527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8" name="Arrow: Right 7">
                <a:extLst>
                  <a:ext uri="{FF2B5EF4-FFF2-40B4-BE49-F238E27FC236}">
                    <a16:creationId xmlns:a16="http://schemas.microsoft.com/office/drawing/2014/main" id="{18612BDC-FCFA-4143-D6C2-08664DA7F3EF}"/>
                  </a:ext>
                </a:extLst>
              </p:cNvPr>
              <p:cNvSpPr/>
              <p:nvPr/>
            </p:nvSpPr>
            <p:spPr>
              <a:xfrm>
                <a:off x="4570725" y="5031380"/>
                <a:ext cx="1207911" cy="767644"/>
              </a:xfrm>
              <a:prstGeom prst="rightArrow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796209F-D274-5DEB-45D9-C3402DD8B4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63863" y="4957083"/>
                <a:ext cx="360209" cy="40177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D6C7995A-87F7-91D6-C1F6-318F2C06C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63863" y="5536012"/>
                <a:ext cx="362976" cy="36297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67B15A3-E502-426B-3004-FC2BA5900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59620" y="4951896"/>
                <a:ext cx="362976" cy="36297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FF42F9F-AF6A-3226-86B2-248451228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59620" y="5438299"/>
                <a:ext cx="371111" cy="460689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6B4B21-2091-A494-3901-B7DE776977CD}"/>
                </a:ext>
              </a:extLst>
            </p:cNvPr>
            <p:cNvSpPr txBox="1"/>
            <p:nvPr/>
          </p:nvSpPr>
          <p:spPr>
            <a:xfrm>
              <a:off x="1636272" y="5467958"/>
              <a:ext cx="505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3.5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79F436E-B180-CC50-15DC-9E21FD4771FF}"/>
                </a:ext>
              </a:extLst>
            </p:cNvPr>
            <p:cNvSpPr txBox="1"/>
            <p:nvPr/>
          </p:nvSpPr>
          <p:spPr>
            <a:xfrm>
              <a:off x="9980965" y="4872699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5.6+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ED6E28A9-476E-DD13-7581-373C3DC93F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3311" y="2916"/>
            <a:ext cx="676656" cy="67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3F22-8ED0-1925-F839-CE0A5608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What is Metamodel?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F2FE4C-F570-9598-B96E-2D875C9893E2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26C5F8E6-1898-6EF3-FA8C-DD760C08E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896" y="1692503"/>
            <a:ext cx="7221654" cy="43289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6502029-A09B-6808-2CC6-02B3F9FA62E4}"/>
              </a:ext>
            </a:extLst>
          </p:cNvPr>
          <p:cNvSpPr txBox="1"/>
          <p:nvPr/>
        </p:nvSpPr>
        <p:spPr>
          <a:xfrm>
            <a:off x="7743217" y="1696302"/>
            <a:ext cx="4221475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metamodel is a model of a model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and metamodeling is the process of generating such metamodels.</a:t>
            </a:r>
          </a:p>
          <a:p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Metamodeling or meta-modeling is the analysis, construction, and development of the frames, rules, constraints, models, and theories applicable and useful for modeling a predefined class of problems.</a:t>
            </a:r>
          </a:p>
        </p:txBody>
      </p:sp>
    </p:spTree>
    <p:extLst>
      <p:ext uri="{BB962C8B-B14F-4D97-AF65-F5344CB8AC3E}">
        <p14:creationId xmlns:p14="http://schemas.microsoft.com/office/powerpoint/2010/main" val="195562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AE5B6-80DF-D70A-F20B-FEA4ECBA7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0FF8-4E49-6AF6-6543-8EC91803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Understanding EAS Metamodel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EB0D3F-A404-6BB2-1E1D-5CC247487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647" y="1224062"/>
            <a:ext cx="4748944" cy="53896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6D7B0F9-1CC8-9F3C-0657-1F59FC2CBC6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42C48B-BA5B-E812-69AC-BF70DDE30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36" y="3429000"/>
            <a:ext cx="1772040" cy="3987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408417-9471-F069-8916-5C469353E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779" y="1673987"/>
            <a:ext cx="1805255" cy="1353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6ABE23-80C9-5A69-3112-B7949CCA9FC3}"/>
              </a:ext>
            </a:extLst>
          </p:cNvPr>
          <p:cNvSpPr txBox="1"/>
          <p:nvPr/>
        </p:nvSpPr>
        <p:spPr>
          <a:xfrm>
            <a:off x="6503132" y="1298289"/>
            <a:ext cx="5246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MODAF: British Ministry of Defense Architecture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95C7E-5242-C6A4-F1AF-6FDE81C768BB}"/>
              </a:ext>
            </a:extLst>
          </p:cNvPr>
          <p:cNvSpPr txBox="1"/>
          <p:nvPr/>
        </p:nvSpPr>
        <p:spPr>
          <a:xfrm>
            <a:off x="6503132" y="2998269"/>
            <a:ext cx="4374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FEAF: Federal Enterprise Architecture Framework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A6F2B2-B902-0850-51B9-E170D2F5A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778" y="3329406"/>
            <a:ext cx="1805255" cy="1457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01B92F-574A-7012-85A2-7F69847B32BF}"/>
              </a:ext>
            </a:extLst>
          </p:cNvPr>
          <p:cNvSpPr txBox="1"/>
          <p:nvPr/>
        </p:nvSpPr>
        <p:spPr>
          <a:xfrm>
            <a:off x="6503132" y="4787312"/>
            <a:ext cx="4464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TOGAF: The Open Group Architecture Framework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859B87-CA7F-1075-138D-47F35FAF9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778" y="5119027"/>
            <a:ext cx="1805255" cy="142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96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8F35-04E4-5807-5C2A-620BEA0D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A4448-02F1-CDC2-FAF7-969D8DE4B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Metamodel in Reference EA Frameworks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9AC4B2-6317-9F6B-9FC4-C1FFE15BE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647" y="2302822"/>
            <a:ext cx="3798427" cy="4310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9EDD144-F22C-74B4-5002-E4C6BD3EE51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560E9C-5AF5-B579-B7B6-716B3573C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36" y="3429000"/>
            <a:ext cx="1772040" cy="3987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1150DD-58EF-EB9E-4760-2BA471636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779" y="1673987"/>
            <a:ext cx="1805255" cy="1353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CC8133-DA27-4A38-9141-8E76F1778C14}"/>
              </a:ext>
            </a:extLst>
          </p:cNvPr>
          <p:cNvSpPr txBox="1"/>
          <p:nvPr/>
        </p:nvSpPr>
        <p:spPr>
          <a:xfrm>
            <a:off x="6503132" y="1298289"/>
            <a:ext cx="5246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MODAF: British Ministry of Defense Architecture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C4CBA-F1DD-285B-1721-6F45133ACA52}"/>
              </a:ext>
            </a:extLst>
          </p:cNvPr>
          <p:cNvSpPr txBox="1"/>
          <p:nvPr/>
        </p:nvSpPr>
        <p:spPr>
          <a:xfrm>
            <a:off x="6503132" y="2998269"/>
            <a:ext cx="4374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FEAF: Federal Enterprise Architecture Framework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ABF5E1-3BD9-29A5-56A1-16CF02F704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778" y="3329406"/>
            <a:ext cx="1805255" cy="1457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4AFB4A-3D9B-A840-0048-1C71FEB3B770}"/>
              </a:ext>
            </a:extLst>
          </p:cNvPr>
          <p:cNvSpPr txBox="1"/>
          <p:nvPr/>
        </p:nvSpPr>
        <p:spPr>
          <a:xfrm>
            <a:off x="6503132" y="4787312"/>
            <a:ext cx="4464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TOGAF: The Open Group Architecture Framework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B2A9F0-138A-DB81-909E-30C63931F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778" y="5119027"/>
            <a:ext cx="1805255" cy="142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62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9ECA-496A-A03E-437E-F11325327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176F-4D1D-C373-40D4-D16CAC76B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Setup Modeling Environment</a:t>
            </a:r>
            <a:br>
              <a:rPr lang="en-US" b="1" dirty="0"/>
            </a:br>
            <a:r>
              <a:rPr lang="en-US" b="1" dirty="0"/>
              <a:t>- </a:t>
            </a:r>
            <a:r>
              <a:rPr lang="en-US" altLang="zh-CN" b="1" dirty="0"/>
              <a:t>Essential Open Source EA Tool</a:t>
            </a: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5085BF-0762-04EF-08E2-21385F1A52C9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5AEE0F6-50BA-94EA-A24A-CD6240422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880" y="1995785"/>
            <a:ext cx="10277261" cy="38183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F4B03C-08D5-67E5-1529-5C1342611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0" y="5814174"/>
            <a:ext cx="872107" cy="972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467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8C238-12BA-88F3-D9C1-1C208A941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3B5CE-5419-35B0-16E8-86145147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Setup Modeling Environment</a:t>
            </a:r>
            <a:br>
              <a:rPr lang="en-US" b="1" dirty="0"/>
            </a:br>
            <a:r>
              <a:rPr lang="en-US" b="1" dirty="0"/>
              <a:t>- </a:t>
            </a:r>
            <a:r>
              <a:rPr lang="en-US" altLang="zh-CN" b="1" dirty="0"/>
              <a:t>Protégé &amp; Neo4j</a:t>
            </a: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EB3645-A16E-C6E6-5926-96E8BF14E00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13EAF2-EEC3-E490-C676-6BBD446B8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75" y="2022210"/>
            <a:ext cx="5416020" cy="33584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1ABD6E-E7D8-6644-DD8B-EE481D752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475" y="2025026"/>
            <a:ext cx="5709961" cy="33556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5920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48FE-1D84-B5AB-9432-B35C9850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A4F0-6F9B-8A16-B1C4-03D99B08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- 01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00DAF3-36E5-3DA4-0012-D67C18968779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F42FD-5A89-140B-6C50-A2C200F8D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0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DA41FD-0157-49C4-D9F4-1DD0289BBB08}"/>
              </a:ext>
            </a:extLst>
          </p:cNvPr>
          <p:cNvSpPr/>
          <p:nvPr/>
        </p:nvSpPr>
        <p:spPr>
          <a:xfrm>
            <a:off x="516595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7E3673-4348-0701-8D66-FB5EB7BA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BDB4F7-AD96-E5FF-FB74-1EF32F3CF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18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45F975-2715-FFCB-B237-6BB44514F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025" y="3799818"/>
            <a:ext cx="3524250" cy="7766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3653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4AB3-81D7-77CA-B199-4BCA514F5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52FC1-9AB6-8A92-0B2F-87613FD1E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- 02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035176-1130-3F0C-E45A-EEBAFA2FF24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DC183-913D-E016-906D-E7E7978E5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57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ABA8A8-4318-7C44-38E2-85E5EA4F8BFD}"/>
              </a:ext>
            </a:extLst>
          </p:cNvPr>
          <p:cNvSpPr/>
          <p:nvPr/>
        </p:nvSpPr>
        <p:spPr>
          <a:xfrm>
            <a:off x="539252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53E160-0729-9BA3-0260-559EB5A68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57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0E0EDA-EC05-A838-D14B-E51AC5DAB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003" y="3642906"/>
            <a:ext cx="4236271" cy="9335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43606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15740-8931-9432-5022-9B33126AF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5AE0-97B2-F5A1-20E0-90D7AF83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9463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- 03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1259266-9EFF-EE1C-8089-9467C74B9C7A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B322A-9342-D809-4B0E-2F3FDB884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30BCA1-1E2D-0A36-1368-DC023E3A69D5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C6D78-0D28-D6A3-881E-1F1ECDDE8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8B8198-717B-7CEF-FCEB-94DC41F51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5E8671-9294-A003-D073-84418785C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7B584FF-98AC-3D51-02D1-574C0597C17D}"/>
              </a:ext>
            </a:extLst>
          </p:cNvPr>
          <p:cNvGrpSpPr/>
          <p:nvPr/>
        </p:nvGrpSpPr>
        <p:grpSpPr>
          <a:xfrm>
            <a:off x="8893082" y="2952750"/>
            <a:ext cx="2508343" cy="2367994"/>
            <a:chOff x="8893082" y="2952750"/>
            <a:chExt cx="2508343" cy="236799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388FF68-E6FE-AFFA-E8A8-224461DAF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93082" y="3197407"/>
              <a:ext cx="2398961" cy="212333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8828B8B-88B8-5ACA-864D-1DD8AD2339B0}"/>
                </a:ext>
              </a:extLst>
            </p:cNvPr>
            <p:cNvSpPr/>
            <p:nvPr/>
          </p:nvSpPr>
          <p:spPr>
            <a:xfrm>
              <a:off x="10582275" y="2952750"/>
              <a:ext cx="819150" cy="857250"/>
            </a:xfrm>
            <a:prstGeom prst="rect">
              <a:avLst/>
            </a:prstGeom>
            <a:solidFill>
              <a:srgbClr val="ACD433">
                <a:alpha val="3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6598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9F61F-31DA-6EA2-B2F5-8C417DD2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CD06-A8B8-8800-3E33-FD63119E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- 04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CBDB5A-7994-C17D-5CB0-CB1A44CD59D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CB3424-D112-59FC-EFAE-07E8B75E6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981AE7-1C7C-E5F2-E9C8-6147D868CBF1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0FE24D-0609-3170-FC8A-A508CA131146}"/>
              </a:ext>
            </a:extLst>
          </p:cNvPr>
          <p:cNvGrpSpPr/>
          <p:nvPr/>
        </p:nvGrpSpPr>
        <p:grpSpPr>
          <a:xfrm>
            <a:off x="8893082" y="3197407"/>
            <a:ext cx="2398961" cy="2123337"/>
            <a:chOff x="8893082" y="3197407"/>
            <a:chExt cx="2398961" cy="212333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2D5555-678C-5743-DCE7-653A7F1D7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93082" y="3197407"/>
              <a:ext cx="2398961" cy="212333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305A3B-E771-332E-1234-FE8C5CC9953B}"/>
                </a:ext>
              </a:extLst>
            </p:cNvPr>
            <p:cNvSpPr/>
            <p:nvPr/>
          </p:nvSpPr>
          <p:spPr>
            <a:xfrm>
              <a:off x="9231684" y="3429000"/>
              <a:ext cx="819150" cy="1371600"/>
            </a:xfrm>
            <a:prstGeom prst="rect">
              <a:avLst/>
            </a:prstGeom>
            <a:solidFill>
              <a:srgbClr val="ACD433">
                <a:alpha val="3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7F9A7B1-0A44-AC5D-5EB9-C2D0584E1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C1A182-85B2-BDED-6384-C08CC1A22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6BA763-D900-AECC-8457-550C87953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4358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125F0-8EC1-6A13-F64A-5AEB3C2D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2A93-5504-6049-D215-E386C384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- 05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403F24-74EA-DF46-BA09-988604F2595D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02C35D-DF93-A92B-2D08-0D1AB6EFC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E23A13-EAE9-5415-6626-3F97BC70A03B}"/>
              </a:ext>
            </a:extLst>
          </p:cNvPr>
          <p:cNvSpPr/>
          <p:nvPr/>
        </p:nvSpPr>
        <p:spPr>
          <a:xfrm>
            <a:off x="596435" y="2188396"/>
            <a:ext cx="3924193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39B2F5-D4BA-164E-C8DD-1FDA7FA0D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081" y="1457202"/>
            <a:ext cx="2400433" cy="46892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9E9156-231F-2A61-C1A5-D9693BD9E930}"/>
              </a:ext>
            </a:extLst>
          </p:cNvPr>
          <p:cNvSpPr/>
          <p:nvPr/>
        </p:nvSpPr>
        <p:spPr>
          <a:xfrm>
            <a:off x="9965933" y="4438436"/>
            <a:ext cx="164386" cy="595901"/>
          </a:xfrm>
          <a:prstGeom prst="roundRect">
            <a:avLst/>
          </a:prstGeom>
          <a:solidFill>
            <a:srgbClr val="E6C133">
              <a:alpha val="3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47497-EE95-A854-082B-5ED091E34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5935FF-6419-72BA-DFDD-6F796D76B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AF068F-C46C-2F10-3B3C-DF2825DB9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325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B59808-A26A-6C11-5620-DDFA99D3D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7E7E31-E680-0DF6-548F-D05029F9D691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26F058-AFC9-DC43-BDA3-904A13D99E17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1E7655-6941-F23C-1924-E03767E9FF1F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C54FEF-8C9A-BBFC-0D84-002D10047F7A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24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B59C3-A4DE-6412-5EB2-960BAAD0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558C-3E7A-0B2D-8E7C-143C80CA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- 06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814BE4-3108-4FF6-EEB5-36E033EBAF1F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C58872-12BF-6192-FB02-5943ACCEF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D72E08-612F-05BB-E7EC-D37D30D9AFE9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C999C2-029D-326E-E86C-2BCFB5F77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B82AA0-3739-E689-54E7-31B2DA6EB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A3B4F7-3749-5953-406A-B427A1BEF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E18703-65FF-42DB-0364-3B0BB299D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4835" y="2774022"/>
            <a:ext cx="4214205" cy="23704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70692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408E-654F-E922-78EE-EB778BE6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AC963D-8D22-5ABF-7C3A-BBC645E6E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69C169-EBC8-1297-9E82-7EA2D8D52B6D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BD0E5F-D5BA-C63C-C6C3-E8F716731F66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3751F-E8F8-1BC0-0125-37FD4451EB20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81FDC1-4CEB-F53B-EEC6-ED3D138226FE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307F77-3178-C40A-2B7D-BC784CA0930E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8AA0BC-72F0-708E-A79E-79161FC2A159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06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AEF3F-5FA3-C22D-93F6-7EC2A74C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6D802-2FA7-87A7-F780-5D1DB341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- 07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504B53-13D5-4FCD-0274-0C1531BF03A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14281-3ADF-472D-2931-489A34783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7C01DC-4B1F-E5E6-7F0A-1890A1D4A655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56ADE7-8458-E11A-BC64-E7137E648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3B1AAC-90F0-3B95-B20E-9ADAF5889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004357-1761-1A4F-8DD2-584F94679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D59839-0A82-F3F9-5F5A-B4B3170CF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0683" y="2964557"/>
            <a:ext cx="4544076" cy="19055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25269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E52D-1F4F-37FD-1A10-F861C13C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93A7D5-95FD-4BBD-199D-FE3727FB9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2D5D00-3B75-7685-E3EE-46133C0150C2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EE5344-B642-2EB0-9C8B-5F6F2D746E8C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368065-3FDD-A3B5-C9DE-0E9AA1F4DDAA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B957A5-E7E6-B333-3B23-F21788BF0DC9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A5120-4933-6C99-06C1-EC6F01996EAE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079828-8EB6-36A7-FC9B-3B3ECE872C2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918369-011C-95DA-5B4B-7458163B83A1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468BC5-3FAA-311F-BB88-25F91429B294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2A32D1-5AAE-F4A1-4339-F328B076E577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88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CA127-570B-7BA0-1142-69C45478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1959-6755-3E62-8836-4039E43F0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- 08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8E7F61-C83B-C0BA-325F-28D94952882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0935C3-923A-FA2F-787B-EB5185C6B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FE3CF1-2A59-267E-4F53-5D6E1E4C5C9A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FD72E4-3457-13FE-5449-5BB102D7F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4E7F12-C48D-E3BE-E5AF-5B9E100F2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AB41F1-C5C4-77DD-577F-8368FB729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325B68-12FD-DF2E-7782-FFC49E92BC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4980" y="2909135"/>
            <a:ext cx="4120179" cy="21765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4312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9946F-D0E4-0012-EC13-F163C0EA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5515BB-71A7-EE8F-5625-58C06C88C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A229C2-E16D-2F65-73E4-51DC69EB3D56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B70BF-BA09-E69C-73A3-903C5C7BCF6E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B25C13-7E86-C236-5AAC-366CAA2BD50C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EC2ACD-B82A-C42F-AB10-4F4944B58CB2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236571-B2CD-41EA-21DC-A9463E8FD294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6D6F6C-C89F-A0DC-CF3D-FCC13BB76F9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C55E19-83EE-AABA-0868-D3193DFB3B96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B47393-366A-EAF4-1256-B1F26EFCFE79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BA5C61-7665-01A0-A858-7818669FC0B0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AFFBAB-6B52-6F38-4D28-DB79EF7E0A86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BB0361-764B-DFBD-B313-A1E2342F1DE0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0422F-EE46-F48B-FCA8-0C8186ED23CD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99F6D8-F86F-3A81-1AF6-6DD67E3C6F9C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13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96D9C-05A9-A9CA-0D45-6929BA37F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E242-9349-AD5E-88C3-9D65A198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- 09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4114FC6-A4C2-0C5C-B3BF-F6A703398EA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CBD2B5-D8D7-A727-D12E-8F3074FB3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2248E4-9922-DE55-57D3-E64B98B14891}"/>
              </a:ext>
            </a:extLst>
          </p:cNvPr>
          <p:cNvSpPr/>
          <p:nvPr/>
        </p:nvSpPr>
        <p:spPr>
          <a:xfrm>
            <a:off x="596436" y="2188396"/>
            <a:ext cx="3975564" cy="158985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D162A1-4BAC-D39C-34E1-254CC366F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E9C6E5-AB88-CF8F-5ECB-475303B79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8FDD88-4432-AC48-777E-3CFD082B8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CC047E-FC1A-5F7D-47FB-A412C3055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0445" y="2688117"/>
            <a:ext cx="4084714" cy="21802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1579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8F48-1C0E-221A-F0D1-4BD337C7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3B4464-C47D-3072-E742-05769886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3C79F7-8319-C40E-9C56-0F3C820BC5C0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629F1-6A63-864D-4209-626E528D56A2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DD3CFC-2C64-48F0-ABD2-983C849420EC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327F41-04A3-9C8C-7F37-C10C03A0A6E1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271A7-87B1-8A12-A237-9167AAAE8AC8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08268B-ECC0-A4A9-5EAA-72AE0DD32001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C59CEF-3147-9742-B251-A9AFA9CDB26C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D32CA4-10C9-09C5-30FC-FC3770E9F050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A2C931-D144-2AFB-D3D8-8CA966618C61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5946B3-3BE4-23FB-E348-F0EEB3F6947B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CF0E65-068A-674F-096D-CF87EC246C1C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92A37C-53AE-938D-201B-CD7FEAE74869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3CE59B-5947-B186-86C4-2CD3B525AF99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5B081E-4763-98C8-324F-E030C1875920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37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C054F-9A96-2FFD-11A7-277C59F2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A8AFD-C5F3-5BFF-7D4F-FA2D2DE08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- 10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8D5E3A-D93F-CB53-47E8-0F229E9FE496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05571A-32EA-7A11-9C67-83A03E97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B3C632-1540-FA39-E1D6-7730B9120BB0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84AA08-8B0B-09E4-3A7C-88AF0D9C5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30C57D-4D30-71B2-4D54-9BAD21FAF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2B3C7E-EE5F-A19E-7142-505CE4048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7ACAD9-2965-581E-5CB0-EDD064349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7989" y="2089556"/>
            <a:ext cx="3046248" cy="38078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96391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3E6D-F90F-463C-7114-2BDE175B1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74F856-3F27-06DC-08F7-B4E952611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112E2E-15CD-8309-E120-8CC3F3587FD2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249C8A-7ACD-0B8D-1473-C707EB5133AB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79521F-172E-2360-4969-6D61B2BC10E0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F1A1C-0BAA-1890-DECA-5AF31191D8B4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F3B6A3-7279-CDAC-2B38-A91991923151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34AE03-89AD-C2DC-1E2D-1F647EDFBF3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0BC1FD-B22D-72EE-E568-F4182B66A89C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720FF-4460-437F-4DDE-A6C07EE7CEDB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E1049D-6480-B0A9-8BC7-26D3DD37C4CA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439A75-3191-A9BD-E891-8975C12CD433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C9306C-0518-C7AC-8A2B-490647910575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F6A244-0290-9330-E70C-069A87071BB0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750005-EAD0-CA7B-2A77-4608E0362E25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6D2C9A-E95F-8A2B-252E-407E27E654CE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6D46EE-5BFC-14D0-F88F-72A3133ADF8A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48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5F501-2698-E802-E21E-DF1FC7A6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F562-0912-4AA2-2AC7-95B9EC33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- 11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D3F0AF-28B6-0D01-E6CE-CD4369C20C3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365840-0192-6E37-6541-91B24686A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6057D6-3363-33B8-69F3-4C006147ED33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8C2ED1-AC4F-B996-5691-C807CF249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406E1A-8CA6-EACD-72C9-5E7ECE07C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121E25-449A-511E-419D-9C638D38D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7B7C76-8639-D3F3-AC67-8D61A7A74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147" y="2426324"/>
            <a:ext cx="3983743" cy="28237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6200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217D4-7F64-8843-4A1F-EF8FC1C8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E40DE9-C6D2-913A-9544-30DF362E8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3CF5C3-1795-0B4F-F4F6-E47277B88FDF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159BD-8325-00F3-59D9-726F1117C6D1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A5B280-BDF9-0777-FC48-4A2DC0C06446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F085A8-2352-F6C4-C538-A938F854AB5C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E764C2-6991-C064-A7C6-D7DA417968F8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43FB8-A810-48F0-62BC-BC83A382C724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83BC76-02F3-8CBD-DDF3-B882FAEDEBD3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52C0F6-D24A-7B20-F415-BDA191F5B92C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0ECFE5-D4A2-85A6-DCE5-3C024A83470E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97F4F0-3BCB-56AA-4B3D-2E217E23A75F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69EB8C-2938-39B6-07FC-6E35B0F7FE70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D58E72-C677-FCB0-A4C7-66E90CA3E479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3F2BC-889D-AD36-0DD9-3D16CC65B1E5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742B4F-0B5B-1DC1-989F-3B2DD73DA77D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D93B5A-D985-BB45-36B9-2EB650288B14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FDFAD6-D17C-8786-E900-412110064450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32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78ACB-524B-8769-B412-554D794B5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6575-5DF8-ADEA-4C89-05A143B60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- 12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D60EDC-1642-A5AC-82E0-D0C3D092616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261B83-4D8A-5E40-DAC2-A595BF61D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F74DCB-C246-D691-5B34-D1BE2F16B716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EBC631-E414-8B13-EA2E-6686017FC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37ACB9-7096-E5FD-C852-F4D1B4E97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6A1453-2F6B-3488-214A-FC7C8CA51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4E1C16-77DB-69E6-ACD7-07A9292E64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5712" y="2727711"/>
            <a:ext cx="6299620" cy="25223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31158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844C9-9E44-873A-1C80-A9A351E4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B92253-0825-A588-A01C-CAE03D7C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09A0BC6-93AE-40C8-3D99-AC2473032516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5E42CB-BF59-07EE-D4BB-142077E5A1E5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333C65-E3DE-E56F-A7F7-42FFFF38C18E}"/>
              </a:ext>
            </a:extLst>
          </p:cNvPr>
          <p:cNvSpPr/>
          <p:nvPr/>
        </p:nvSpPr>
        <p:spPr>
          <a:xfrm>
            <a:off x="6757680" y="424700"/>
            <a:ext cx="393133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BDFFB7-C174-0525-1CA5-CCB6BAE3981C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D47912-69DF-310E-9B7E-656DCAA699F4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B6C2E-DD56-959F-A906-51BFC9A75FA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898669-217F-2624-9321-F2F4F3F0229D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273AB-1B3A-9D6B-F6BE-D935BC258C13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0DE1C-A052-2B51-4ACB-983CEA5B3825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23ACCF-9906-AE89-302A-238013ADB653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62E78A-2B07-C967-43F8-C3056D8FFA10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591F4F-5D24-5FEA-EC62-064ED74CAB5E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BA00D9-2338-64F5-C2E9-35D3B47D6587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84B92E-80AE-B581-5C76-F3CDDBB2759B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C033FF-3EC0-7BD0-C1DB-9855DAC4B4F3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F3FFD0-E207-D801-708A-372266F74E0E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41CC32-0076-B628-DE45-F2BCEAE5A61F}"/>
              </a:ext>
            </a:extLst>
          </p:cNvPr>
          <p:cNvSpPr/>
          <p:nvPr/>
        </p:nvSpPr>
        <p:spPr>
          <a:xfrm>
            <a:off x="6191487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F40E1A-3EC6-9FFC-C3D3-4097EF911904}"/>
              </a:ext>
            </a:extLst>
          </p:cNvPr>
          <p:cNvSpPr/>
          <p:nvPr/>
        </p:nvSpPr>
        <p:spPr>
          <a:xfrm>
            <a:off x="7343745" y="424700"/>
            <a:ext cx="393133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8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8D2B6-104F-9F03-8F0C-0441F7CF3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CA520-91FC-43A1-A32E-D707F5899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- 13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F6CF377-58EC-BEE3-7998-5AD10276EC3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A8BFF5-A13B-4165-15DE-B3444A9F9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A1EEAE-9569-11C3-48A3-60567C376C44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AAAD0D-28DA-C72F-8262-A99AC1239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6F3C9E-6F41-C876-1468-6620D04D0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17A6BB-D55C-2FC0-398F-80BB99B3F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5D8BD3-9723-03CD-C60F-22DCD401EE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5056" y="2852393"/>
            <a:ext cx="4944538" cy="27218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00798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FF0A-E3E9-8C90-14DB-8A3FFE90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61628B-858F-3163-AF3A-7539FB7CB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70E9F95-BBDF-4704-C5FE-60BD68105789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9F207-AF3E-01D7-0F3B-783A56D25765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428FEE-CACE-7BC7-6F48-5B6F346819B3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2C9F1-8721-3AEA-F41C-9012273ECC57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DB6A84-A2A3-7C69-A652-08112635245C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554300-C3CF-C564-DC84-72DD85448196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A66A0B-8583-4A42-8705-29DF22275973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17FF6A-5A8A-C9C3-D967-13AE71599701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6556AF-77B1-1187-354C-711DFD6D60BC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4F67B1-7F22-E6F2-B668-29DAE727F62E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AC98B8-AE19-C03A-4FEA-F5CC7428D4BC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6E7C49-0457-FD75-EAE8-4969A6BA38C6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9CA70C-5B83-2165-020D-FE73F598623D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8213F2-4A4B-3450-7119-301850865F9B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2C8D49-FA18-D5E3-882D-27D6A8B74110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9FBA99-7477-8B12-0D6C-F69FD8B9BD5B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4DD104-80A7-00DD-E373-991A61436E72}"/>
              </a:ext>
            </a:extLst>
          </p:cNvPr>
          <p:cNvSpPr/>
          <p:nvPr/>
        </p:nvSpPr>
        <p:spPr>
          <a:xfrm>
            <a:off x="6191487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961A05-A6F4-62BD-E8B9-2403594438E8}"/>
              </a:ext>
            </a:extLst>
          </p:cNvPr>
          <p:cNvSpPr/>
          <p:nvPr/>
        </p:nvSpPr>
        <p:spPr>
          <a:xfrm rot="7689780">
            <a:off x="5689987" y="725525"/>
            <a:ext cx="76042" cy="1357830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C5BD18-06FD-DED1-0A46-68583BF6995C}"/>
              </a:ext>
            </a:extLst>
          </p:cNvPr>
          <p:cNvSpPr/>
          <p:nvPr/>
        </p:nvSpPr>
        <p:spPr>
          <a:xfrm>
            <a:off x="6503542" y="1862159"/>
            <a:ext cx="647271" cy="13173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D81B06-7398-8CDE-41A5-E888C9346985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83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A2CE-7445-09A7-5525-3C0879F85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DD61-6125-FD95-6876-CCFF9FD3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57BBD4-48E5-1F07-842F-F545960A20D8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F3FAA-7F7D-E1AA-92CA-3D8ABC0CB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CFA9CB-7117-A0AC-50B3-3280A6FF036F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1B5F49-F4F8-4DBA-496A-A45A40887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E4F3DA-7EB5-BF47-E419-725473317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9CE6C0-0359-14DC-3D6C-D2A658482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1EDB8D-8BCF-4675-0A0D-20838A34BD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188396"/>
            <a:ext cx="5868219" cy="38676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29116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FD1D2-8D28-61F1-2F4D-83B5F772C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9AF3C7-5828-A8FC-E06F-1E723C22E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9C5850-9969-F6ED-82E4-23052DBEA7F3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B53E3-2EB8-0983-40DA-F8FF6BB76E19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916A0C-0D77-281D-2AEF-DBA8979744FE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28EFF6-A937-BCB9-71EE-99DCDB534D53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BCEC33-F1ED-58A9-23ED-170B5971174E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15666F-8D97-EE98-A435-A894759C2B4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4B06DC-4ECF-D3D5-2A56-E193CF5F14D2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FAA6CB-A9A0-4470-D6AD-F6DA0333C374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D64265-4583-455F-6A0E-169A27B70578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F8290F-CA94-09E5-EDF6-AB04D4E3BDFE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93AA27-DD56-058D-A6EF-59FF8E437886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6A0D6B-AB2D-F939-483F-CCB8431C8AC1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8C10CC-6EE0-1608-E955-6C04FAC30E43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B2294-70C6-537E-4920-5AA4F69656DF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7600D5-3CD8-2F55-5271-F9E1D212C74B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992BE2-01FD-73C1-081B-CB4F4FFF5CB6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044647-3E98-14A3-DE5B-39B668E04F1D}"/>
              </a:ext>
            </a:extLst>
          </p:cNvPr>
          <p:cNvSpPr/>
          <p:nvPr/>
        </p:nvSpPr>
        <p:spPr>
          <a:xfrm>
            <a:off x="6191487" y="946721"/>
            <a:ext cx="312055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063CF2-7312-E753-9709-82C3AD0F2DF0}"/>
              </a:ext>
            </a:extLst>
          </p:cNvPr>
          <p:cNvSpPr/>
          <p:nvPr/>
        </p:nvSpPr>
        <p:spPr>
          <a:xfrm rot="7689780">
            <a:off x="5689987" y="725525"/>
            <a:ext cx="76042" cy="1357830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D790A9-E2A0-1463-5845-74A09B126A48}"/>
              </a:ext>
            </a:extLst>
          </p:cNvPr>
          <p:cNvSpPr/>
          <p:nvPr/>
        </p:nvSpPr>
        <p:spPr>
          <a:xfrm>
            <a:off x="6503542" y="1862159"/>
            <a:ext cx="647271" cy="13173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232442-1FB5-AEC8-E309-1598BB5F455A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3A4770-0D0D-732D-C5DB-0B94BADB37D4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E8B063-25E3-6D7F-BA69-AA19CC0DE074}"/>
              </a:ext>
            </a:extLst>
          </p:cNvPr>
          <p:cNvSpPr/>
          <p:nvPr/>
        </p:nvSpPr>
        <p:spPr>
          <a:xfrm>
            <a:off x="5200132" y="2341929"/>
            <a:ext cx="546618" cy="1155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EF6A28-8B48-ADF7-4A69-B91E66662D70}"/>
              </a:ext>
            </a:extLst>
          </p:cNvPr>
          <p:cNvSpPr/>
          <p:nvPr/>
        </p:nvSpPr>
        <p:spPr>
          <a:xfrm rot="8938082">
            <a:off x="5502940" y="1047172"/>
            <a:ext cx="76042" cy="1357830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26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BF546-C819-31CB-F662-7F113770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DD15-7D36-2904-006C-A640B4D62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6230C9-55C6-E71E-32AD-CC518DD01111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F06A2-1423-EC3C-D0A2-F0BEDB64D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C2DB63-C4E6-25BB-5D7E-255254CD6AFF}"/>
              </a:ext>
            </a:extLst>
          </p:cNvPr>
          <p:cNvSpPr/>
          <p:nvPr/>
        </p:nvSpPr>
        <p:spPr>
          <a:xfrm>
            <a:off x="596436" y="2188396"/>
            <a:ext cx="2054832" cy="2735942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3BBB43-95BB-E59E-4E05-D1A8E57C2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63BDA3-5254-5A98-52E1-271F26EA7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00411C-E68B-134D-10CC-C433ECBFB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C08381-F8C1-7794-257B-3ACECDD590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6173" y="1623065"/>
            <a:ext cx="4648849" cy="47822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06395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2E4BA-CCB1-C99F-31E4-74ECD5FD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450F3E-8000-E75A-91FB-8F3249501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ECE290-55C5-40BC-A59C-EE0A01ADBBBF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9853E5-D9D3-F4CD-AF1A-2D83B2A84606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04A881-8DB6-8FDD-D8DB-F542DC077117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639855-8541-D312-FFDB-AFA0D980394E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2EE214-8D9F-00CF-8926-04DE1B8A697B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F25F32-AA5D-2E91-80B6-F69F6E088A2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375881-E1F9-E7CD-B274-016727D87CD6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2273BE-C1ED-EF5C-37DE-7AACF5213FF5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50CE9D-AA99-C501-6697-B96F7913DC71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B64D3-E557-A17A-2B66-6C91B8F22CCC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E5F8E2-04C5-93F9-2D3A-2DDAB823EBBD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159988-3F96-D0DA-38E7-72467C0EB5B1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070E29-145E-34E1-A825-940F08454EA2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BC2BDE-1C1D-868B-8C90-E761B0C79004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9B32D0-82EC-E4A3-CBAA-8C36B86F0C52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2A6016-811E-A807-0676-8CD726EC6C0B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A64304-B2C3-6FCD-4668-ACB4680EED7F}"/>
              </a:ext>
            </a:extLst>
          </p:cNvPr>
          <p:cNvSpPr/>
          <p:nvPr/>
        </p:nvSpPr>
        <p:spPr>
          <a:xfrm>
            <a:off x="6191487" y="946721"/>
            <a:ext cx="312055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FA2329-1A8E-891D-4DD4-908879CADBCB}"/>
              </a:ext>
            </a:extLst>
          </p:cNvPr>
          <p:cNvSpPr/>
          <p:nvPr/>
        </p:nvSpPr>
        <p:spPr>
          <a:xfrm rot="7689780">
            <a:off x="5689987" y="725525"/>
            <a:ext cx="76042" cy="1357830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0A786F-F73E-CD57-E048-DFDF070827FF}"/>
              </a:ext>
            </a:extLst>
          </p:cNvPr>
          <p:cNvSpPr/>
          <p:nvPr/>
        </p:nvSpPr>
        <p:spPr>
          <a:xfrm>
            <a:off x="6503542" y="1862159"/>
            <a:ext cx="647271" cy="13173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9424F9-ED50-B28D-8FC8-A58966162251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559C73-859C-C2FC-3BBA-7B6479181214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4B43AA-B2E5-E380-897F-8AC602FEB09E}"/>
              </a:ext>
            </a:extLst>
          </p:cNvPr>
          <p:cNvSpPr/>
          <p:nvPr/>
        </p:nvSpPr>
        <p:spPr>
          <a:xfrm>
            <a:off x="5200132" y="2341929"/>
            <a:ext cx="546618" cy="1155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62138F-B471-5FC6-8D4A-98AE292B212F}"/>
              </a:ext>
            </a:extLst>
          </p:cNvPr>
          <p:cNvSpPr/>
          <p:nvPr/>
        </p:nvSpPr>
        <p:spPr>
          <a:xfrm rot="8938082">
            <a:off x="5502940" y="1047172"/>
            <a:ext cx="76042" cy="1357830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BF704D-8F26-0746-B19B-7350F6D936D2}"/>
              </a:ext>
            </a:extLst>
          </p:cNvPr>
          <p:cNvSpPr/>
          <p:nvPr/>
        </p:nvSpPr>
        <p:spPr>
          <a:xfrm rot="10800000">
            <a:off x="5873291" y="1176175"/>
            <a:ext cx="90481" cy="1117544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C7A53B-99DF-945B-755D-30A06077D5CA}"/>
              </a:ext>
            </a:extLst>
          </p:cNvPr>
          <p:cNvSpPr/>
          <p:nvPr/>
        </p:nvSpPr>
        <p:spPr>
          <a:xfrm rot="12691686" flipH="1">
            <a:off x="5408785" y="1079456"/>
            <a:ext cx="55472" cy="128102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D0F940-B5DC-F5E4-083E-172056BD78D7}"/>
              </a:ext>
            </a:extLst>
          </p:cNvPr>
          <p:cNvSpPr/>
          <p:nvPr/>
        </p:nvSpPr>
        <p:spPr>
          <a:xfrm>
            <a:off x="4901946" y="2574289"/>
            <a:ext cx="104394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2832E2-4A17-8061-8901-CF1A6780348C}"/>
              </a:ext>
            </a:extLst>
          </p:cNvPr>
          <p:cNvSpPr/>
          <p:nvPr/>
        </p:nvSpPr>
        <p:spPr>
          <a:xfrm>
            <a:off x="6150719" y="2574289"/>
            <a:ext cx="81536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26CAB6-E5AE-370C-6252-FD297C3AB9DA}"/>
              </a:ext>
            </a:extLst>
          </p:cNvPr>
          <p:cNvSpPr/>
          <p:nvPr/>
        </p:nvSpPr>
        <p:spPr>
          <a:xfrm>
            <a:off x="4985891" y="2649403"/>
            <a:ext cx="21649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DE09C5-AF7F-59D9-AA41-8066C7F77FA6}"/>
              </a:ext>
            </a:extLst>
          </p:cNvPr>
          <p:cNvSpPr/>
          <p:nvPr/>
        </p:nvSpPr>
        <p:spPr>
          <a:xfrm>
            <a:off x="6191486" y="2789463"/>
            <a:ext cx="796053" cy="83277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A2FCF1-03BC-B370-412D-79A02F9A6AED}"/>
              </a:ext>
            </a:extLst>
          </p:cNvPr>
          <p:cNvSpPr/>
          <p:nvPr/>
        </p:nvSpPr>
        <p:spPr>
          <a:xfrm>
            <a:off x="6946770" y="2858780"/>
            <a:ext cx="81536" cy="6527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80CEED-1C41-EF9A-A620-C53178B61913}"/>
              </a:ext>
            </a:extLst>
          </p:cNvPr>
          <p:cNvSpPr/>
          <p:nvPr/>
        </p:nvSpPr>
        <p:spPr>
          <a:xfrm>
            <a:off x="7069277" y="2752609"/>
            <a:ext cx="81536" cy="75892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7ED695-DEB1-3B02-0B82-D4971DE31931}"/>
              </a:ext>
            </a:extLst>
          </p:cNvPr>
          <p:cNvSpPr/>
          <p:nvPr/>
        </p:nvSpPr>
        <p:spPr>
          <a:xfrm rot="9307021">
            <a:off x="6527495" y="1029611"/>
            <a:ext cx="45719" cy="268959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74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807F4-5268-AC9D-3045-0972FE0D7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6789-E673-FD50-3677-170ADDA6C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9AFD81-0501-AE7F-F633-3E2EA7CADE02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3C1866-64AD-D032-ACF5-AD5431623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3F3FD8-1211-7079-13DB-FD5838045E99}"/>
              </a:ext>
            </a:extLst>
          </p:cNvPr>
          <p:cNvSpPr/>
          <p:nvPr/>
        </p:nvSpPr>
        <p:spPr>
          <a:xfrm>
            <a:off x="596436" y="2188396"/>
            <a:ext cx="2054832" cy="26712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852B40-289A-7EFF-0CEE-80A4E2403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2AE1B6-3CA4-02A7-8317-540E8F93A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279822-2466-5670-FA1C-2552EBCC1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8DFCE6-6340-49CA-92B7-4BA2E517D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369" y="2517461"/>
            <a:ext cx="5184602" cy="30568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33321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F7CA-C8CC-D9D5-CE74-5FEB89814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593F9-6B8E-9D52-580D-1A5900396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6857D92-187B-31EC-E6ED-0994B08F91DB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5DE7C5-F2B7-0456-2DF7-1513D678ED9A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28EBDB-C75E-8E69-037B-2F6BEB932E98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574E9E-F5B4-E05E-1009-376803BC2664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F1ACD2-221F-0289-4BC2-725DEEB42794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EE4AA9-7366-1282-EA02-E3D17C0C52A1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47EAA7-A9EA-84FB-AF6E-8AFCC47E644D}"/>
              </a:ext>
            </a:extLst>
          </p:cNvPr>
          <p:cNvSpPr/>
          <p:nvPr/>
        </p:nvSpPr>
        <p:spPr>
          <a:xfrm rot="8938082">
            <a:off x="5502940" y="1047172"/>
            <a:ext cx="76042" cy="1357830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2D2A54-F269-7573-CDEE-B94C0F9B5494}"/>
              </a:ext>
            </a:extLst>
          </p:cNvPr>
          <p:cNvSpPr/>
          <p:nvPr/>
        </p:nvSpPr>
        <p:spPr>
          <a:xfrm rot="10800000">
            <a:off x="5873291" y="1176175"/>
            <a:ext cx="90481" cy="1117544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5D4C1B-596F-9174-ACA4-467F2736FE4D}"/>
              </a:ext>
            </a:extLst>
          </p:cNvPr>
          <p:cNvSpPr/>
          <p:nvPr/>
        </p:nvSpPr>
        <p:spPr>
          <a:xfrm rot="12691686" flipH="1">
            <a:off x="5408785" y="1079456"/>
            <a:ext cx="55472" cy="128102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3A00AF-C6DD-F505-31CD-17E6C847C008}"/>
              </a:ext>
            </a:extLst>
          </p:cNvPr>
          <p:cNvSpPr/>
          <p:nvPr/>
        </p:nvSpPr>
        <p:spPr>
          <a:xfrm rot="9307021">
            <a:off x="6527495" y="1029611"/>
            <a:ext cx="45719" cy="268959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5B02E6-CB31-CC93-8B12-61CBCC34CC1E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23580A-49CD-300B-246B-E7A618A76139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E1219D9-39D8-2570-DC2A-0312DE3CE60A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752DDD-5831-73D0-5796-8C86FA84B651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795464-1595-2E0D-0837-21FE781A4BE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3F8C04-FEC4-CF44-4930-81F8A56A3C79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3B17625-9BB8-B830-18E7-2C1957CE0128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705E87A-9F91-4912-CCFC-415431A11782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9DDC344-79F7-263B-7B9D-2F4534780F2C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5D7CECE-66E1-6B94-1FDA-926C3D23609A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A394329-D3FD-329C-51C7-132800837F47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47C7B45-F605-0963-A5CB-099AB0B86C65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1011ECF-4292-E943-8926-E6234EA6FA47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8A3BD9C-168D-BC3F-0AD9-EC95FE993A85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81E4820-0CBC-6BF0-694B-30603702532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2A0F0EE-191D-5199-3571-0BA3E5EC5F7B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CB97D67-84FA-071F-A18B-58E8A0CCE182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9F13761-A4A7-9A53-DCC7-4C5C1D3C448B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68ECF0D-9DBA-B3C9-7A3F-4253ED0547A6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72D67EDB-461B-60E6-B361-CD5816F9A5D1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AAF35B68-C81C-2380-D153-4D62E646870D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C5A3C8F-6C1D-A29A-0168-31B94146FEE3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439BA9BE-C36C-54A2-5A89-FA93C156A82E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1C9E6B3A-8CA7-926D-403D-2E1B5FFE1D49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7ECE-FA3A-41FE-754D-BCA9BB239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7A87-9289-EC2A-02C9-97DA687D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DBDF6C-C964-1BC5-EE85-14EE2806E8C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EEA8F-A5B3-C76B-7DEF-B53650251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9563B2-F981-DD92-4DE7-B64522230230}"/>
              </a:ext>
            </a:extLst>
          </p:cNvPr>
          <p:cNvSpPr/>
          <p:nvPr/>
        </p:nvSpPr>
        <p:spPr>
          <a:xfrm>
            <a:off x="596436" y="2188396"/>
            <a:ext cx="2054832" cy="26712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6B4F72-91A6-20EE-AE4B-4D35DC9C9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74F60F-2144-8F0A-9F1B-C42A4765A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FFD93E-ACE4-740C-A05D-C11A4B9BA8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98BB5B-1016-862E-9F55-7F20ABEFE3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8476" y="1853248"/>
            <a:ext cx="6510221" cy="43454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39420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17BCF-5909-B942-100F-E65BCB68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7B8EF9-6F5A-F6A4-B564-A6B307502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AD7B39-1BBC-32BF-6282-A185E398EA7A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45BB57-67F6-63F8-863E-D1336749B22D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3D784-936E-F040-E993-539CB824FE9D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AABCEF-7171-15E5-61D9-0A731BA1A4F3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97789E-78D2-4EB4-E6BB-12C4E6EDD0D2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EC0391-0D5E-6492-01F6-775742084690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8BA96D-F5F7-A370-CBFA-97B723169683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DC6863-9329-26C9-278F-41AB9A216099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AF2E9D-353B-8059-5A54-5710F33D4265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47C26A7-8717-11C7-D2C9-6F2DF0C7DF8C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F505AD-9E66-1114-FDC9-F2CC5658780E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A986DB-7E26-CB61-679D-DA0618115D1F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1CC046E-A252-D033-B152-30A657B7A843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A6F5033-29E3-5BF7-632A-F37A48F6E3CF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807AAC3-67A6-C0DF-6708-4D900E681C7E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89E763C-E208-9C9D-E650-90AA83D4064C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4500383-FD19-8A08-9A11-0072F832E748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05E374B1-B80E-DDA3-660A-C50F3C812109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77BCD45-B4CA-2414-C780-BAE085485898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36A860F-0A7D-0DFF-4ECC-781EE476F507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778F4E96-E4FE-B983-A346-6DA51CBA428D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AE1B7EF0-B810-2A1A-A0CD-EF6ABAD692CD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44201DD5-55C0-4A91-CD80-09B549F509D4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24555C6-841A-499B-0579-17A45F77361B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A9479932-953F-5115-05BD-DE3049740D13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B8621B1A-1BC4-42FE-5E11-A0E3339B79BB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F752B758-E80E-5B6A-5664-B38334D07467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238F7785-6787-090E-4E66-573506126CAF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72049AA-9293-90BD-C2EE-BA4941B93169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2BACC523-31D2-AF04-AB03-9754F674A040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34F66EB-7E02-CB96-8803-AEA365D06354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BFF1D59-2671-AAE9-ECB8-2C3F02397FA8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9753E05-DB1B-AAC7-0A68-960E96B1935C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135A2E3-F732-9F2A-5927-604AB8C8BD60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DC30F13-6D08-583B-0180-F35190353A15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C3AA6E2-70C8-4FD2-C583-54CA951B3AD6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6A5669E-96C0-C847-DC02-5CE0B4AC6255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72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A62F3-E995-E6DE-AE8C-9D046A3F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B2B6-8779-E0D3-77E3-FA429EB6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6A0FD5-D650-90EE-F714-5073B67C2D7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B7D64-982F-CD1E-46C7-A58A922F1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3BD349-2724-3D4E-CD82-42092361C7FB}"/>
              </a:ext>
            </a:extLst>
          </p:cNvPr>
          <p:cNvSpPr/>
          <p:nvPr/>
        </p:nvSpPr>
        <p:spPr>
          <a:xfrm>
            <a:off x="596436" y="2188396"/>
            <a:ext cx="2054832" cy="26712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603F07-F203-CBF4-726B-93F9EAAEE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B62772-748F-2A54-7C3C-82524FC20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D968E0-A26B-188B-AD2D-57E1887B6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C378E4-4C89-0493-C7C0-EA18BA555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9945" y="1931542"/>
            <a:ext cx="5794652" cy="42389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60352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522C-FCE3-0D90-5E62-CFC6801D9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7E1451-A284-7E04-6C75-2FA1EDFC9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C8A31F-955A-4EE8-B76B-624F7058EA67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64B650-144F-F92D-1DCD-273B0086CDB5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0212FB-2148-C4C3-3AC4-C1A23D7A44FA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224CC9-AFCB-40CA-6CDF-C33A298C3EA5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118475-7FD8-48FD-10EC-C897DCAE6CA2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F2A97E-BCEA-E51B-C1D2-CD727947289F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054426-6379-7FB0-E776-D13F2C33B8BF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BCA771-AC11-4A04-016E-9B0980913F92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DE9CBB-FE4D-EC4F-24D8-FE281AFD95D4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347601-2392-41EA-DEE1-807F6C8C6316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841F6B-F4D6-CBB1-E7F1-8B395AA5299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1EA41A-815E-5AB4-17D0-C496A1345FF7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8F6A3B0-D83C-717E-5CBB-04C69A8BB1C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ACFEEB3-F473-2FD9-93B7-DD8EA3E978CD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0B1906A-6E0A-7236-4E1D-25510AC6402E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9F94FBF-18A1-D76E-EFE7-01F95D18DD32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76D0ACE-7AED-BB31-5F86-846EE77E462E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44F22A5-62E5-8AFE-63CA-2F2CCF0EEF44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45B771D-9A3D-0021-0330-7F6D7BD45DA1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BC332D02-C3EA-BE30-4307-E79CD5167AD4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B8E55D3B-2E26-01CF-BBED-63903698452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61CA5B2-F51F-715A-EB45-7351747A200D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FF37583C-153D-203A-CBBD-B240B05569F7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9CE076D-07CB-36BC-5850-23498B4943A7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9C838F6-8F8C-BD7A-3785-45FF04C9CF37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9700E52-C62E-7970-3977-3BB280FF1336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8378F7F-7646-EEA4-26C5-D789942AFDC9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F859965-56A5-14C9-A7F1-7916621F6C1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92A1F0A-278F-7C1E-64DA-30BD804AE3DA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B8212ADB-6ED5-E0C9-6758-E459A58EED89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15CCC24-8D70-BD6C-7E5C-51AF10D58116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265EF82-892F-55B3-D976-298029086237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043E53C-8320-AFF5-531B-029F544C8FEE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B450A7-3A0E-59F2-3DB1-9F34A18011B1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9C602B2-0D71-AD34-346E-0F11EE3F01F4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707690B-F929-024B-BE2A-BABF55F6F6F3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D811C5C-8E3A-C09F-A5F7-968F53742862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94AE9E5-07C1-73D5-7F4D-33370B4DF9F8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3CA1F19-8F06-987C-FBAE-ACDB72D382EC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2DAB03-653E-0B62-34AF-3D64E4093FF3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860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71C09-BB3D-2036-8F1E-C7D015563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E5F5E-F83F-80FA-202C-74D9622B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- 19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F09283-022D-B87B-A804-F17CF8AF90A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60768F-50C7-CDAB-2151-F98AFF07B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63AF58-5418-446F-474C-344AA971EACE}"/>
              </a:ext>
            </a:extLst>
          </p:cNvPr>
          <p:cNvSpPr/>
          <p:nvPr/>
        </p:nvSpPr>
        <p:spPr>
          <a:xfrm>
            <a:off x="596436" y="3513762"/>
            <a:ext cx="2033748" cy="134591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A6C4E6-741A-756F-A356-2C2771630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9EBA4A-6121-C5D1-B6A2-0158BEC83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8C93DD-530D-5A7E-3903-A9C635B12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E6658F-C57C-83FD-35B8-AF3EF8D17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462" y="3253778"/>
            <a:ext cx="6961548" cy="21196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316840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95F0-C5FC-B08C-7B4C-57407698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DBF0EC-DCE4-BE21-A9E1-F2D7D7ADF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55E4CF5-F904-1F8F-D86D-85DA5774E969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7720CB-DEAA-BE99-E5F1-12FD17C7300C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FEB83E-15C0-283F-D63E-43563B1555C5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3BF14-CC01-4664-B0B8-16CC08145AF6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C817A6-6E60-6E95-8822-5221DD10503D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E6219E-908C-6A7F-3959-46492B3B3EF1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EBE4F9A-5B1C-C38E-93C8-75F45C7FC5A2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C3BA8D-1DC4-8AD3-603D-1D143E81962A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0004A8-B646-61AC-C217-A9A5F6A543DA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A58633-1939-419E-D55C-6F0DBE42F041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80DCB5-9157-1D45-B6F8-53F9C428D9BC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ACCD6A-0EA2-6D99-C41D-5E10F3C394FE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EDEE43A-9CEE-971A-5415-07AE465A641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0A088EA-12D8-4463-A99F-1FE13B1199FE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C39D36A-4A5D-202E-DD2A-B870C1BB6B6E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E6380EE-88CD-B382-1450-714EB2D2C72B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9210D08-4481-5B63-6D4B-6F7A95E020F8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FBE6B56-D023-F5E8-F1AD-4EE419DCBF57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C832DA1-A1D9-BE1E-4B26-E1D5833DFD26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51F7984-6ECA-EED7-FB05-0471CA712BE2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BF472FAD-8FFA-4852-F4AF-7084E6503B2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C2CF8910-22DA-9478-92C7-F885B95CD897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18EE46C-5051-279D-932F-1792832BF7A0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94104B2-F440-56FF-7E7A-1F261C708435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EEAF3805-7528-4404-7A36-C1135CC6D41F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41D24D3-A1AF-980B-69E7-1EFF52868806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8C643FE2-476F-148C-6392-F1467C64CB92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1E20B50-8193-5DF7-3904-675B1F75ABB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7CC9065B-44E9-8069-789E-F15AFCCBFA79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42308F6-960D-6412-8FD4-E7596174CF8E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336E6CE-D36B-192F-9E2A-EBE0292B51BF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D988C10-ADE0-236A-3731-B9169ED1BE69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2B398D6-8A46-0C74-C947-83276010901A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00B211B-D0DE-7074-921E-8FA903AD314C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271D490-50AE-2987-AB94-4BD8E4120F6C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8508A59-8AD5-9953-0AB3-B9F820328EA2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46F8DC0-43D8-5770-212E-904B4CC65F06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EED2848-DB3F-E266-45E0-BA78A32C47FE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5D4481-0B94-1F60-DEE0-C6B3F7FF4EBF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70FFA48-756C-8483-3AD0-07E735BAC2F1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D622EA5-C962-95A7-4D18-9CCB13A6ACE6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82A2D90-8AF2-3F66-1A9B-1DBF8C51C83E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854E31F-B284-6CFE-966F-AE1C0F7B1A21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797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AA3D3-ACB2-0AF1-27EE-C1522E62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8A5D-D0BA-F6AE-C028-E04D49640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7F8950-E521-F267-F89F-048FC3913F37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410B64-1BA9-0648-6DAB-B65E6E95C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2B3E22-218A-30F8-9B7B-5B2246E92E01}"/>
              </a:ext>
            </a:extLst>
          </p:cNvPr>
          <p:cNvSpPr/>
          <p:nvPr/>
        </p:nvSpPr>
        <p:spPr>
          <a:xfrm>
            <a:off x="596436" y="2249293"/>
            <a:ext cx="2033748" cy="2600109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5BB086-CA43-55C9-7DBE-A6FCC03C1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196BAC-1B4E-B6A3-2373-24CE0BB74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45E735-F511-BDEB-6207-F2679FC5E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B08E4B-11FF-E36C-7FCF-0BB29249E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343" y="904126"/>
            <a:ext cx="4730954" cy="54917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65415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22B4-1A6A-46F8-FC43-2987172A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01A7E6-BD62-A312-CE9B-15C6CD345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B3DD77-B0F0-CF5B-5BB6-C43435182A94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52F0E2-BB7C-0B0F-C5FA-FE74AA6BAD7C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6B6A8A-19E1-F2FF-E027-59352CC91948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C7BFA4-9488-FEB4-0A83-ADC45797D97F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239820-C8EB-25FD-823E-C7FD05FFB137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6D056C-FB7E-7473-CDA4-68D1D5C8CAF2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92B0FF-6CEA-9E5C-7343-93D56A06C706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3E0934-7824-64B7-AE4F-F3F37D111342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4B2BA4-2385-EADA-2E79-FE1FC77257CB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C106C0-E66B-E36A-DC3D-5DEDE336539D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216E36-7083-1D7A-9F66-7A5035186813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531A43-C5E5-1697-F482-FC190C759BCE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F7FD4980-3266-44E3-2183-2BAEE4A2CEAC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DBF736C-9236-5D80-D237-BA9F88728932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D39DA3F-3B3E-DF88-C1AA-61B824060173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EB2A5180-E351-BDC7-9D78-A119DD7D58A0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7369FEE-AA6A-EDC4-E1AB-42C6227FCE03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269CC7F-8F18-BFEF-70F7-0E0E1A76F260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26B839A6-427C-AA0F-6DD7-7A3105DB41FA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F597EB5-CAEA-D4A5-B042-DFB114184818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D968289-9CAA-FE31-8856-8BD7E638CE1E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1E50490-E82D-9031-CA95-D7755044AF92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992CAA49-A15E-9216-545B-43161E72BE16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9B0F0EA-0BF4-9D58-D3FD-62D848295860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21670D05-272B-2354-4730-CEDC6CB9A02D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546C66D-DF82-D7E1-749A-A0D5E0157C70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B9690BC7-C991-66B0-80FA-367D9D58CA7F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ED9F6058-1BBF-0574-239E-09EF60389B0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10518BFD-E70E-2E67-2F50-AC3F7447DA12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48674E5-F9A8-4170-9CE7-D9D2C6E3E2E8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523B543-62B7-1ED7-7FC7-C5B65483AB0E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4152BFB-D349-97E9-E750-F213147CA611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0665E0A-4E76-AA18-691C-E5AF3ED4B327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F4B32D-63DD-79C2-EB11-1C6B5134AC22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FF2A21D-2A4C-C56C-478F-136A6DA4F1C0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2DADB3-570D-A90F-D20D-65C5A60C5483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7BA8C59-F106-C12B-A657-1D7108138B1E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9CF54E8-113A-1B8F-88EC-4094C300F5F1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2F0C493-D928-AA9F-A13B-129A80FE9957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8ECC932-F132-34BA-C6CD-ECD99AF720CB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1033C7-30F9-CC8A-AA6D-607352280624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21AC8A-E58F-6B6B-502B-7B9ADEA629AB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F2935DE-BDCE-DA4E-C545-91984074D198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006CEA2-5104-40F4-BA9D-C176CFF58445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892701-3A22-40D7-502A-7BF6B7CF2A07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632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2A57B-0E20-5737-9435-7CE2475F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6F97-2EE7-C23B-8662-0E4E9DDF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176413-A55E-AEA5-6BC0-E1A5E667915F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8FC06E-9204-FCA6-09A4-C39C34471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090951-728B-4AB1-4D32-C31147ECFAFB}"/>
              </a:ext>
            </a:extLst>
          </p:cNvPr>
          <p:cNvSpPr/>
          <p:nvPr/>
        </p:nvSpPr>
        <p:spPr>
          <a:xfrm>
            <a:off x="596436" y="3534310"/>
            <a:ext cx="2033748" cy="274266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6D718F-362D-5756-E6A0-89DE7A7AF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E8A879-2C15-3C3F-6209-7068D0A7D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1DC338-5CD2-E07B-2901-E8411071E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243BC4-69A3-EE14-4195-C33925B480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9573" y="1094226"/>
            <a:ext cx="4915586" cy="55062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4251C0-856E-8696-FE2C-4B7E9DC802A0}"/>
              </a:ext>
            </a:extLst>
          </p:cNvPr>
          <p:cNvCxnSpPr/>
          <p:nvPr/>
        </p:nvCxnSpPr>
        <p:spPr>
          <a:xfrm flipH="1">
            <a:off x="9100249" y="3176337"/>
            <a:ext cx="1203158" cy="258132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927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21D9F-275A-FEF6-FD99-2029888D0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600E97-8D4F-FA73-9B93-4D8BB4ADF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792B02-F0EA-0A4B-AB3E-FDE087D3ACF7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576E6-91A7-7E4F-5160-E4F4CF044413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1ADBFB-953C-EC79-6601-32515E38D41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5A11F9-13F6-9F09-8711-A2464AFCC76B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318EE2-8D98-D164-A332-21D5A5649D8A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23DA7D-F23A-2BCC-F0A9-8E490FE093F6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5C8035-8C6F-9BED-FB02-9334112511E2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ECBD7E-0CDB-A6D7-9451-68656BE65D1D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FD298A-DC24-94F2-0454-9A08D2887BEC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2513D2-0F5C-F81A-BF31-710A9CF72D1A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6E5707-C50D-38FC-78E4-8ECE669DC0C3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B6F945-EE6F-6705-5664-DA51C7061754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A38D211-95C9-FC61-5C78-F53D105EF78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98F3E48A-2722-BA86-9611-FFA11717D543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FE557FF-76AC-A889-CBC5-2896D9A6B24A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2AC591C-DC34-F440-52B2-DF4F969766A9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2FB1858-25DC-5F91-729A-05CF3E028179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60253AAF-68BE-AA98-F355-45FB243D8A84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E5DF044-51F9-D76C-8DFB-06ACAF8869A9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08C5643-CA4C-A089-C73B-505754B61036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57CEAE1-D934-C58C-4B81-CDA7F954AD21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ED2A2F6-A3F5-9C9D-9DCB-77ED0EE1018A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9D2AA50-2C7D-F215-1CD2-0A8C9CA40677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CFA7F6A0-00E1-8D59-C76A-CD89AA39F01D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3356E20-CCA5-5EE0-2341-83C156A0B7D9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99969C9-E4A9-438B-9511-A3DCBEBAB3D2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74CEA05C-B1CC-8746-ACA8-4A87564A0B1A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6A824B9-3305-F717-E460-E26228AD343A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B8398FA5-0A71-99E4-FFA9-4B259FCC33B7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4DC2762F-D248-6762-E902-D5CE07573FC5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97DF462-F54A-4F71-DB92-C948495085DF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A473EE8-E6BE-AE32-032B-8B97A02F3885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CFB8CA4-ECA9-3721-ECA1-B3D6BC233FF7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1530D2-DE11-B08F-24F6-28D028CD790D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B0EAD3A-A2B5-1060-8EA2-27BECB02CECC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1AFA2DE-B403-D75D-EA02-B8215394D174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ACFC45A-FA8A-8DA6-56D2-5BDD5E33D12E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D745F1F-0126-1CC7-2104-A997041C1CD8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1AC840-A9DD-9DBD-AF96-F23733AEBA08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EF01747-0AE5-2DD5-CD23-C1D6E7E01813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58A667E-A2A8-12AF-4E0F-EB6EEAD41127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34B66ED-5A41-D2E0-6B1F-6D99B4E53054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B86A58C-0E1A-C1A1-08E9-A034D0B9CAE8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6A4B5F9-7918-6864-CCE3-2EDBDED7529F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36B8611-157C-5E0C-5E5C-DECA4E446C52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0CAC27-8A27-69B3-1E54-FD076927D47D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7FF0C5-9D33-5B0C-1812-7C63A4E15CC4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387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D1E9-8854-2DD2-5CB3-727047C2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D4C96-10BB-ACB1-704A-B2C90348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A1FC18-03A0-BE34-165D-0ED6A607BF3A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9582D7-20A3-A5E0-C093-D0CB5CB32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E2974F-B6A3-A99C-1447-257CBA7DF708}"/>
              </a:ext>
            </a:extLst>
          </p:cNvPr>
          <p:cNvSpPr/>
          <p:nvPr/>
        </p:nvSpPr>
        <p:spPr>
          <a:xfrm>
            <a:off x="596436" y="3534310"/>
            <a:ext cx="2033748" cy="274266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52C3A3-94A8-A1FB-6B6F-0FEE7EE3B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36A2F4-5EF7-06C8-4DB0-2AEF2674E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0FA46D-4A24-7BBC-393D-FE80D8C2B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F40510-86FA-41CB-7B05-C52768EE5A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9364" y="2645340"/>
            <a:ext cx="5207436" cy="27426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345359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BA3ED-6BF4-B794-8962-B14F1461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6EC8E9-1035-963F-5899-97278B5BE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5EE3F0-65A0-830C-2798-4E82878047EF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08517B-1D11-8FCC-B4F8-F4224E6DFE58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6628D0-BD3F-E9E9-C96F-56CBA0507D0E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77C0D7-CC63-1680-C5B1-DC2F3BC9DBD7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2E42ED-A928-F29E-4C13-5FC89DDDFA28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56900F-C887-76CD-32EB-B893C576C357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545341-B6BB-F2EE-6833-7721573CBC01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BFD981-917C-3C5C-58B3-058279E49793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22F6FD-A5D4-2D44-9D5C-2DD68FAF3940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961858-9A6A-0A0F-4A65-BAB8B56FE665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41AC9E-391B-FB3A-946A-E23C241D12F4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E0784E-BBF3-3742-FF8E-A275ED6BB7CB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9FA3420-D5A0-36F7-215B-B20F77E74417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E1570629-92F2-64A3-9F6C-BF6350B7FA16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1E91C27-72E4-101C-FB9E-02A4923B87F9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B214701-F9C0-0209-A62A-9C9DD13E0D2F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22D6032-0CD8-8FC3-D9B8-B5D26EC20623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F28AC13-EC4F-4661-23B9-5E632F6531A8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B9B6C98-BA00-D0C1-4743-F3D5D43E948B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E0CEC33-1676-2640-A15F-C7FF84FB6747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10F85F4-47C0-3AC3-6163-4D783C0899E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735FC39-853D-B775-D301-53477B83442D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DA2BD7D-5D16-B00A-5FF6-C88CD7C3701A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9D0AA46E-7E56-0C95-DC83-8947E2ED5CEA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14CA6B0-6D61-C9AD-AB11-522139F6A318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242DDDDE-BC5E-D512-7A47-501E413379BB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3338E23-A127-28D3-7AF2-949EA3DAC078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501E7781-07FA-9E64-426C-CDC825E3AC43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9E34AC49-3E53-D9EA-B535-978CB0733867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D1468E5F-9466-7DE3-38F5-E7C3D1C879A6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54E023-0A17-F5EC-BB55-738F3A948343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7B30539-18BC-A42C-4088-90F912F29696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B50C34-8DDC-C269-1652-7C71F884A4D2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7726DC-5FF6-8B40-D486-70FE003E6B44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0432147-6327-C6C3-5453-61D3D08C59AA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948F083-1A1A-9692-203C-71FEFFA500A1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FB9E214-9816-0DF5-0585-78F69135D1A6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9F02E39-B884-C372-F6B7-1B0D97839EBA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5FADB22-B032-B158-2425-906500F82287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DD4CA50-DAD1-8D0E-919C-3D5967B19E4B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8934B5C-CD04-F3CC-CECB-88B7E5087F97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2C35467-D7E1-E59F-B181-3EB1E36030A8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3E562C-55CF-5DC3-0E11-B8238FDB5A23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FC37F6A-3205-C27B-7BB7-9A203C832399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30C533F-93BF-F6FF-EB30-4A3FFC56E2FF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E7A980-5DFA-CF0E-69ED-0BA0D74F5FFA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CC7327E-CA67-D655-EDAC-D23798BC84C5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9B5C1E2-8501-606D-95D2-5D292E52D38F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74448A5-D1E9-F290-AA93-730A1E172C42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DD226DF-AF44-EC85-CB89-AFEA320A6D1B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83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3DA4-FA80-4059-F6E6-237C15EC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79016-2390-5F07-7EEE-C70337665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DC6BFB-F433-13D8-D2DB-BB05C991AF3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A64CF6-1B3F-C0F1-8F05-BEABBE44F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07B500-F829-FD4F-A05B-3543117499C7}"/>
              </a:ext>
            </a:extLst>
          </p:cNvPr>
          <p:cNvSpPr/>
          <p:nvPr/>
        </p:nvSpPr>
        <p:spPr>
          <a:xfrm>
            <a:off x="596436" y="3924728"/>
            <a:ext cx="2002926" cy="2352246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7824F4-D967-9584-9FFE-C089C4D20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77C0BB-DB19-F0DE-786D-508B664F7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EAB3AA-788A-ACC6-0ABB-D67DC3AE6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06E917-42D2-23D8-C54D-8C62AAF70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5729" y="2207070"/>
            <a:ext cx="6235516" cy="39621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798517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1002E-0539-5BDA-154E-3DD123C30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DBA436-F71F-F762-10D9-3FCD737F1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059C4A-75F4-34B8-516F-D83B8CC86DD8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59814A-FE1B-BE8C-47CD-9994E6875693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665972-2D5F-3456-A65B-541599E10983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FABDB-D33C-E9B8-20EE-0C63D13A79B9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1428EC-B2AA-0D2D-D461-3970A2CE72D7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A48921-66EC-32CD-3FB0-22F2510F60EA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648519-B321-F9E9-652B-6062DAE85E9D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BCE0AD-D1B0-E10A-6BF7-25E51C3D52E9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50F791-4F24-59EC-2915-771DB9B5DCD9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20E44B-C24F-29FE-743E-B6FDB9AF2035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DE0A1F-438C-3908-21C9-6AA98B9D24F1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93C864-B9CD-458E-1CFF-242EFD3DC86E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7D48F69-1860-773E-CD37-82C326D7505D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66AB25C-C250-CDC8-6899-9326A1C6EB89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9A858E6-5EF2-90A6-0690-2A5E09064DA0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B0F3444-2E7F-E5FB-E198-B5C807B71618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E901566-8788-C68F-E824-76347695019C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D6126A52-BC13-BB56-024B-839EB2A1FC75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CF61D05B-6EBF-7882-9192-E26C3736FA98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BC9409A-8835-15CF-1317-00F6E0E56BFC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FB9D5C0-FEC5-5967-659C-B2EE858F44F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B69CDE4-27F5-88C2-56E2-8E402486AF44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E65A090-0826-6EDB-521F-CCC65CC50E60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3119F571-5C0B-012E-5B64-3AB10DE87E72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F3B009F-4E32-66F2-3D73-06DE2ED958B7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A026883-26A8-97BB-B790-A945EE0FE7E8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10D7BC90-4383-F729-EBFD-9F165656B265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F0524A68-CAC6-48D5-B357-439105FE2E9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D67CCB51-C0EE-7754-12FB-106C5F5971E9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1281755-25BC-4E91-EDE8-A45D7F5D0440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FCA0017-CBFC-3A06-4A87-D26848FA1601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D00A7F-21C6-20DD-6A75-1092F3F2F244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F963CBC-FEFB-E026-DC47-ABC9AA6E6367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85778E2-EB58-B6A1-4FC5-237CA9C7F64D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F424C89-79A1-E36B-2AB2-2FE2F51D84F0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FD591A-EA3D-1EAF-506A-AACEEA66575F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C029AE2-879E-F0ED-EFB9-9EB0327CFB81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721EB73-6832-21B7-140F-4E07CA379F86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4488A54-46C5-24A5-FB83-C6B7A2900C4E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772F260-3708-2033-E300-2A4DE209747A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E9D630-E590-604F-3E94-B575EE53D74B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F1027D2-9036-C4C2-9280-8E1192B1E034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9D4B1B1-F768-5A6E-A64F-17AF9A544C21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9FC7B68-F07B-009E-CB1F-036046105EEC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A0479D8-E6EF-11FB-6BB8-6C19D2BC52A6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373DC9-9D52-BE2A-0C7F-B8B742BD4C9A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C38D1EF-2313-5EAE-1F67-17522E230331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2681832-DE9D-44FA-C2B9-BD9A7C10EAF9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BDC2DA7-C920-B01E-B15E-BD634CD25FA1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6770CE6-3DB6-1CCF-77AE-357D786028AC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7A0DE4A-0BDA-C61C-4318-2030CD89378D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1F4B5F9-0580-B3EB-D95F-F15355F1F996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101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04557-5E85-0893-6E14-68F11A072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09F9-2F34-E3E9-49DD-5741C85F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F05532-7FD2-8B94-6D72-0468A1A91F7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D46909-8E0F-739F-E373-18D2F5826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554731-51CB-01AB-77B3-4C6F1A927631}"/>
              </a:ext>
            </a:extLst>
          </p:cNvPr>
          <p:cNvSpPr/>
          <p:nvPr/>
        </p:nvSpPr>
        <p:spPr>
          <a:xfrm>
            <a:off x="596436" y="4479533"/>
            <a:ext cx="2002926" cy="1797441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DBBAA1-9495-85E1-5A64-2FC23E1DC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16DAF9-5205-AF27-DFF1-EB5959AA3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19CF4C-A609-EFE7-2A6A-D1A6B0F26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D12D47-43F1-E49C-311E-EE415448E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869" y="2545499"/>
            <a:ext cx="6481235" cy="36020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002531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7CC7-C914-230B-9B34-D3EFC0A7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A37AED-6D1E-9A72-D06F-90D1EA343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3DB5D1-ED73-6E7C-B096-BE9EED589DB1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E871BC-99D1-0C74-3BC2-D5318E7720C7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D5246E-D0BD-3AF8-4E12-CDF27F87BC0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C1062C-8655-D974-C5FC-E50911044092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47EEBD-952F-4E27-DA46-8EEE0869BDAA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C10251-C3EA-C168-55B1-F91978CFD857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BF6C09-6BCA-2C2F-D3F9-C133D09B6D45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2252366-B759-29FB-E025-227E4AFBCFED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0AB48C-FB8D-FD8A-1667-F74702E57670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2D19A39-E806-56CE-DDB4-8A5BDA288453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43C6856-F1E5-7837-D1B8-096898BA92EC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B3239BA-9E46-BA74-DFA2-03A14D78F9B8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84416E1-C5C2-0031-EE0E-FA8DD365B850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EE0B12A-3CB7-4A7E-AD96-58659FFDC4DB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36F64AC-2752-E7B8-7C05-13B149B86D33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67A65007-7584-F180-EEFD-B83D23798B3B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66B97B1-B5BD-74A2-F42D-5C33795BF747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1860786-7889-30B6-AB7B-8F8F72B6C03A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C5807622-AE47-EEDD-0400-7006455B15AE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D80FBAA-FE76-B207-DD79-17539BB0A887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A0422914-1791-A46E-8F7D-01CE00D78857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CAC32791-F503-1601-C23F-704491DAC9F3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EFFE039C-CD1E-4F10-E7B6-7188F4A3FB90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3DD1DEB-8C75-3586-8267-681F115D5FF5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38B4AB3-86D3-907E-71EC-52C855B0D718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F54D299-5910-5B5E-74B3-76F2B0F584D5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E81EF8A6-02A6-FFA2-6609-5706A35E70AA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FF52DCF8-E510-AADC-6044-875B133977CD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83123427-A92A-A038-04BA-E274496A40CF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816E8BF4-CF95-BE6B-1C58-2C652A97A7A1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18B7CC8-3FCA-559A-C2C5-553A484AA37B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77C67A7-F3B0-61D1-BE85-B471113C88E5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205B7E1-CD92-CA85-3CFA-2003B32C897F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6D1AA4C-661A-95BD-5881-6E0787697B47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CE1D4F-FAED-C862-89E8-0E632A929E08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7F9E260-722E-BF93-B903-93154E6C4C48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B803C20-2CBD-892C-579C-6FDA02CF6D6B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6296BDF-6E8B-1B47-E24C-B47F849F3539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6775CF2-D4D7-741F-816A-88362B3938CC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D9405C2-3221-63F5-ACD2-98E6F8E84043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65728F6-6AF0-C8FC-7322-FB18976372B5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97E21CE-AC75-C5A6-A62B-A3DFFA4E3DC7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481574A-1554-382C-A7C7-2BDB1E8BBD51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C18B8F-AA37-993B-8977-B7B73A73410B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49755A7-7EB6-BB3B-13B3-4A49CD08930E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4C918F-4664-6333-E187-7CFB0597B457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777A03A-61BE-3338-985F-E04AA48A5A76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164EF4B-EBCD-959E-3CDE-5F371520947A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6CF720D-A073-6930-676C-5E7734C11AA1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333CA8D-9E9E-3650-7A25-FD6B69A5DF0E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B6659DA-FF4C-B29E-39FB-6B1F2940C831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C8B26DA-8864-5045-8305-19154A0277BD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1292D11-4A41-624D-3AD9-05F0D4C0016D}"/>
              </a:ext>
            </a:extLst>
          </p:cNvPr>
          <p:cNvSpPr/>
          <p:nvPr/>
        </p:nvSpPr>
        <p:spPr>
          <a:xfrm>
            <a:off x="4562475" y="6067425"/>
            <a:ext cx="104775" cy="361950"/>
          </a:xfrm>
          <a:custGeom>
            <a:avLst/>
            <a:gdLst>
              <a:gd name="csX0" fmla="*/ 0 w 104775"/>
              <a:gd name="csY0" fmla="*/ 0 h 361950"/>
              <a:gd name="csX1" fmla="*/ 0 w 104775"/>
              <a:gd name="csY1" fmla="*/ 361950 h 361950"/>
              <a:gd name="csX2" fmla="*/ 104775 w 104775"/>
              <a:gd name="csY2" fmla="*/ 3619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75" h="361950">
                <a:moveTo>
                  <a:pt x="0" y="0"/>
                </a:moveTo>
                <a:lnTo>
                  <a:pt x="0" y="361950"/>
                </a:lnTo>
                <a:lnTo>
                  <a:pt x="104775" y="361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7F6D166-AEDE-E1BF-B445-BCFB53B9DA49}"/>
              </a:ext>
            </a:extLst>
          </p:cNvPr>
          <p:cNvSpPr/>
          <p:nvPr/>
        </p:nvSpPr>
        <p:spPr>
          <a:xfrm>
            <a:off x="5329238" y="6062663"/>
            <a:ext cx="100012" cy="371475"/>
          </a:xfrm>
          <a:custGeom>
            <a:avLst/>
            <a:gdLst>
              <a:gd name="csX0" fmla="*/ 100012 w 100012"/>
              <a:gd name="csY0" fmla="*/ 0 h 371475"/>
              <a:gd name="csX1" fmla="*/ 100012 w 100012"/>
              <a:gd name="csY1" fmla="*/ 371475 h 371475"/>
              <a:gd name="csX2" fmla="*/ 0 w 100012"/>
              <a:gd name="csY2" fmla="*/ 371475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012" h="371475">
                <a:moveTo>
                  <a:pt x="100012" y="0"/>
                </a:moveTo>
                <a:lnTo>
                  <a:pt x="100012" y="371475"/>
                </a:lnTo>
                <a:lnTo>
                  <a:pt x="0" y="3714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CDAF4FC-89C2-8DC4-1068-D0F25AFB3E32}"/>
              </a:ext>
            </a:extLst>
          </p:cNvPr>
          <p:cNvSpPr/>
          <p:nvPr/>
        </p:nvSpPr>
        <p:spPr>
          <a:xfrm>
            <a:off x="5329238" y="6510338"/>
            <a:ext cx="1457325" cy="4762"/>
          </a:xfrm>
          <a:custGeom>
            <a:avLst/>
            <a:gdLst>
              <a:gd name="csX0" fmla="*/ 0 w 1457325"/>
              <a:gd name="csY0" fmla="*/ 4762 h 4762"/>
              <a:gd name="csX1" fmla="*/ 1457325 w 1457325"/>
              <a:gd name="csY1" fmla="*/ 0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57325" h="4762">
                <a:moveTo>
                  <a:pt x="0" y="4762"/>
                </a:moveTo>
                <a:lnTo>
                  <a:pt x="145732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70CB33-7C1C-AB15-8C8C-536041590A6B}"/>
              </a:ext>
            </a:extLst>
          </p:cNvPr>
          <p:cNvSpPr/>
          <p:nvPr/>
        </p:nvSpPr>
        <p:spPr>
          <a:xfrm>
            <a:off x="4531163" y="6483623"/>
            <a:ext cx="300037" cy="19143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2180823-72EB-EAD1-3FDF-5195D1F4C3A1}"/>
              </a:ext>
            </a:extLst>
          </p:cNvPr>
          <p:cNvCxnSpPr/>
          <p:nvPr/>
        </p:nvCxnSpPr>
        <p:spPr>
          <a:xfrm flipV="1">
            <a:off x="5270643" y="3276600"/>
            <a:ext cx="996593" cy="29845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1993F49-B27D-1249-605B-40BE5153292D}"/>
              </a:ext>
            </a:extLst>
          </p:cNvPr>
          <p:cNvSpPr/>
          <p:nvPr/>
        </p:nvSpPr>
        <p:spPr>
          <a:xfrm>
            <a:off x="5340350" y="3771900"/>
            <a:ext cx="2692400" cy="1314450"/>
          </a:xfrm>
          <a:custGeom>
            <a:avLst/>
            <a:gdLst>
              <a:gd name="csX0" fmla="*/ 0 w 2692400"/>
              <a:gd name="csY0" fmla="*/ 1308100 h 1314450"/>
              <a:gd name="csX1" fmla="*/ 2533650 w 2692400"/>
              <a:gd name="csY1" fmla="*/ 1314450 h 1314450"/>
              <a:gd name="csX2" fmla="*/ 2692400 w 2692400"/>
              <a:gd name="csY2" fmla="*/ 0 h 1314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92400" h="1314450">
                <a:moveTo>
                  <a:pt x="0" y="1308100"/>
                </a:moveTo>
                <a:lnTo>
                  <a:pt x="2533650" y="1314450"/>
                </a:lnTo>
                <a:lnTo>
                  <a:pt x="269240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333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F1F3-7379-74F0-2698-C2F4575C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9CB4D-B05B-7DC8-95E2-E005AAE0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64F32F-2070-DCC1-4EED-661CB7BDAEBB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A48871-01BD-F1EA-C739-11993BAF3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57CECE-F68E-80B0-D49F-B79910C1A418}"/>
              </a:ext>
            </a:extLst>
          </p:cNvPr>
          <p:cNvSpPr/>
          <p:nvPr/>
        </p:nvSpPr>
        <p:spPr>
          <a:xfrm>
            <a:off x="596436" y="4818580"/>
            <a:ext cx="2002926" cy="14583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35F241-9039-85DB-E7DA-B7B6F2FE6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5BBC59-0D83-89A9-F3B9-1D706D2B0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91813B-8251-E52A-FF82-CC3CEA1D2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9F6B1-753E-426E-E595-BB4B6976B8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8962" y="2414976"/>
            <a:ext cx="7986602" cy="35463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241302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C799F-73C7-E2B4-ECCE-38940044E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0C6907-62CB-8258-E16A-F89DF6D78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CAE2A8-8B61-9841-5835-9AB5AE16760E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AB4B15-870A-5E5F-BA00-33D4F5A6B33C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C08FCD-84AC-7443-1205-BF3D14D768B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B3762D-0D51-6FEE-32C7-91DE8F8F0319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E8D866-C13A-BD5E-4A5B-3E5187CFAD2F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A09955-6F4A-D0A4-AECC-9265FD2E9893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373187-9CB0-B2C9-AE3B-AD2CF0AF3D32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72B0A9-84B3-2CCD-C3BC-0112E92F2C04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521E24-DD13-7370-1320-44639ADC3BE1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768463-8AC1-AB07-7486-15557EC18C80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28ED41-62BE-B8CA-2278-D144FA80E02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2090AA-C140-7327-CBEC-AAA28D069EB6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55E5FA7-E75B-0522-422F-51A1A5909160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10456945-4A70-207C-366B-B2FADDB3BF6A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29F7E26-2C92-4E3A-5C41-E7A5E70FA0D9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565E2F48-3D03-AE8A-6F62-4F248C71372D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3A0989C-8CEB-9A56-8EE3-DA486E321162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EDED6AF-8DCD-C2F8-3DEE-6079CA8EE360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6618B4B-16A4-2288-B9AB-DAA8B1674BF8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86F2D38-6BB4-B924-F07B-3BD941830E0A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9BD85390-955B-6C6B-02DA-38E1A4AB8073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C6A70FD-82D3-3905-B08A-04FE3353D398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B7E5015-7F76-2B2E-CD45-25F46CAE2CEC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685F69CA-6A5C-F425-2F96-BB7A3A541066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69147CBA-998E-CBF9-AEC2-47376B2CF165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5D39CBF-5B8F-AE81-B25E-34867AA7583B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1ADA579-EE96-7A8C-AE46-F7F0C6FCE5E8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A6F5F168-90E2-36E2-D4E3-0AA562F0FF7C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76A0C9FB-3DA6-158B-FA27-49741E8EC4FF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496F7C76-AFE8-CD2A-60F8-1A0CD0628DBD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208A884-479B-2446-14FD-21946609E976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93BC8B-40D8-D94C-780E-A43C686C1D7B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13D24A9-8C8F-5397-4535-D6285EEC91C9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BB0893-4F96-079C-EDEE-CA770CC0E4B8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CBDD68B-37FB-6D15-224E-7588343DCA57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4EBCD09-6CAD-586A-B485-0AA725DEC359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6D52C2-9A94-BDF5-FC9C-CD7660493A21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A9F5F24-79B3-7DDD-D75B-A3FA9C9C5936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8723A95-EF99-8259-EA03-1BA5D22C8E9D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494EA4B-C40E-BD86-DCBE-3C80567EF088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96769A7-DCCC-3F3C-8AE9-0F6C582396D6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21F4C1F-4396-2E5B-A74D-9C0993AB0007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BED162-43A5-7861-0A41-36F37A39D67D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D2977AC-3C97-8FB1-B230-52D35F155BA9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B7F872B-3DDE-92CF-19C4-30CDF87BE8CE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53D7C9-22B1-3FFE-8C1C-2016F3E52223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6D7CA2F-E813-A481-4C49-78A4DEDF2D7B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093ADC9-BB4E-7FD0-A94A-E73EFB5E7C01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64DFF91-3DAD-DA88-813F-145B4C5217C9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3C257FC-166A-D645-0356-C09F4DC35A23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B533F11-B881-3486-1366-B7FFEC2A5C24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57BCACB-1530-A56A-1D5F-A46D8F975F21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156385F-7BA3-C28F-8B55-3520DC657DED}"/>
              </a:ext>
            </a:extLst>
          </p:cNvPr>
          <p:cNvSpPr/>
          <p:nvPr/>
        </p:nvSpPr>
        <p:spPr>
          <a:xfrm>
            <a:off x="4562475" y="6067425"/>
            <a:ext cx="104775" cy="361950"/>
          </a:xfrm>
          <a:custGeom>
            <a:avLst/>
            <a:gdLst>
              <a:gd name="csX0" fmla="*/ 0 w 104775"/>
              <a:gd name="csY0" fmla="*/ 0 h 361950"/>
              <a:gd name="csX1" fmla="*/ 0 w 104775"/>
              <a:gd name="csY1" fmla="*/ 361950 h 361950"/>
              <a:gd name="csX2" fmla="*/ 104775 w 104775"/>
              <a:gd name="csY2" fmla="*/ 3619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75" h="361950">
                <a:moveTo>
                  <a:pt x="0" y="0"/>
                </a:moveTo>
                <a:lnTo>
                  <a:pt x="0" y="361950"/>
                </a:lnTo>
                <a:lnTo>
                  <a:pt x="104775" y="361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5610FBB-3EE3-2967-8BAB-8CDA4AFFC1A8}"/>
              </a:ext>
            </a:extLst>
          </p:cNvPr>
          <p:cNvSpPr/>
          <p:nvPr/>
        </p:nvSpPr>
        <p:spPr>
          <a:xfrm>
            <a:off x="5329238" y="6062663"/>
            <a:ext cx="100012" cy="371475"/>
          </a:xfrm>
          <a:custGeom>
            <a:avLst/>
            <a:gdLst>
              <a:gd name="csX0" fmla="*/ 100012 w 100012"/>
              <a:gd name="csY0" fmla="*/ 0 h 371475"/>
              <a:gd name="csX1" fmla="*/ 100012 w 100012"/>
              <a:gd name="csY1" fmla="*/ 371475 h 371475"/>
              <a:gd name="csX2" fmla="*/ 0 w 100012"/>
              <a:gd name="csY2" fmla="*/ 371475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012" h="371475">
                <a:moveTo>
                  <a:pt x="100012" y="0"/>
                </a:moveTo>
                <a:lnTo>
                  <a:pt x="100012" y="371475"/>
                </a:lnTo>
                <a:lnTo>
                  <a:pt x="0" y="3714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9238A6D-64AF-FD6C-3417-28B832E16C95}"/>
              </a:ext>
            </a:extLst>
          </p:cNvPr>
          <p:cNvSpPr/>
          <p:nvPr/>
        </p:nvSpPr>
        <p:spPr>
          <a:xfrm>
            <a:off x="5329238" y="6510338"/>
            <a:ext cx="1457325" cy="4762"/>
          </a:xfrm>
          <a:custGeom>
            <a:avLst/>
            <a:gdLst>
              <a:gd name="csX0" fmla="*/ 0 w 1457325"/>
              <a:gd name="csY0" fmla="*/ 4762 h 4762"/>
              <a:gd name="csX1" fmla="*/ 1457325 w 1457325"/>
              <a:gd name="csY1" fmla="*/ 0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57325" h="4762">
                <a:moveTo>
                  <a:pt x="0" y="4762"/>
                </a:moveTo>
                <a:lnTo>
                  <a:pt x="145732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5A91C-8E7B-FBFA-BC81-6DE2846D220C}"/>
              </a:ext>
            </a:extLst>
          </p:cNvPr>
          <p:cNvSpPr/>
          <p:nvPr/>
        </p:nvSpPr>
        <p:spPr>
          <a:xfrm>
            <a:off x="4531163" y="6483623"/>
            <a:ext cx="300037" cy="19143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A8009AA-C578-75F0-B444-95548A93D804}"/>
              </a:ext>
            </a:extLst>
          </p:cNvPr>
          <p:cNvCxnSpPr/>
          <p:nvPr/>
        </p:nvCxnSpPr>
        <p:spPr>
          <a:xfrm flipV="1">
            <a:off x="5270643" y="3276600"/>
            <a:ext cx="996593" cy="29845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8A44F80-8BDF-C0FD-FF7F-AFEEA84FA3D6}"/>
              </a:ext>
            </a:extLst>
          </p:cNvPr>
          <p:cNvSpPr/>
          <p:nvPr/>
        </p:nvSpPr>
        <p:spPr>
          <a:xfrm>
            <a:off x="5340350" y="3771900"/>
            <a:ext cx="2692400" cy="1314450"/>
          </a:xfrm>
          <a:custGeom>
            <a:avLst/>
            <a:gdLst>
              <a:gd name="csX0" fmla="*/ 0 w 2692400"/>
              <a:gd name="csY0" fmla="*/ 1308100 h 1314450"/>
              <a:gd name="csX1" fmla="*/ 2533650 w 2692400"/>
              <a:gd name="csY1" fmla="*/ 1314450 h 1314450"/>
              <a:gd name="csX2" fmla="*/ 2692400 w 2692400"/>
              <a:gd name="csY2" fmla="*/ 0 h 1314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92400" h="1314450">
                <a:moveTo>
                  <a:pt x="0" y="1308100"/>
                </a:moveTo>
                <a:lnTo>
                  <a:pt x="2533650" y="1314450"/>
                </a:lnTo>
                <a:lnTo>
                  <a:pt x="269240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D00D530-794F-7132-B11C-40B01D88AFBD}"/>
              </a:ext>
            </a:extLst>
          </p:cNvPr>
          <p:cNvSpPr/>
          <p:nvPr/>
        </p:nvSpPr>
        <p:spPr>
          <a:xfrm>
            <a:off x="5321300" y="5276850"/>
            <a:ext cx="2641600" cy="1066800"/>
          </a:xfrm>
          <a:custGeom>
            <a:avLst/>
            <a:gdLst>
              <a:gd name="csX0" fmla="*/ 2641600 w 2641600"/>
              <a:gd name="csY0" fmla="*/ 0 h 1066800"/>
              <a:gd name="csX1" fmla="*/ 1327150 w 2641600"/>
              <a:gd name="csY1" fmla="*/ 0 h 1066800"/>
              <a:gd name="csX2" fmla="*/ 1333500 w 2641600"/>
              <a:gd name="csY2" fmla="*/ 1066800 h 1066800"/>
              <a:gd name="csX3" fmla="*/ 0 w 2641600"/>
              <a:gd name="csY3" fmla="*/ 1066800 h 106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41600" h="1066800">
                <a:moveTo>
                  <a:pt x="2641600" y="0"/>
                </a:moveTo>
                <a:lnTo>
                  <a:pt x="1327150" y="0"/>
                </a:lnTo>
                <a:cubicBezTo>
                  <a:pt x="1329267" y="355600"/>
                  <a:pt x="1331383" y="711200"/>
                  <a:pt x="1333500" y="1066800"/>
                </a:cubicBezTo>
                <a:lnTo>
                  <a:pt x="0" y="1066800"/>
                </a:ln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468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3A576-1469-E7B8-EBE3-BD51F908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0BD6-A184-D7A7-1F4A-0B040EC09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381DA1-B13C-3B11-6A92-C0D10C681F7C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0CE09-EB56-850B-CEB9-EC425DC57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57BF9D-61CC-9A67-7EF8-28CC4B4A196B}"/>
              </a:ext>
            </a:extLst>
          </p:cNvPr>
          <p:cNvSpPr/>
          <p:nvPr/>
        </p:nvSpPr>
        <p:spPr>
          <a:xfrm>
            <a:off x="596436" y="4818580"/>
            <a:ext cx="2002926" cy="14583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3C9FBF-8477-19D2-20D0-8946F0C38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30AD0B-9B12-1BCE-B7B4-E2B08B9B2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DEA6EC-B588-7CE8-9F37-25E1692FF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BDDA9A-68B9-44AE-2F45-474AA49FFF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7169" y="3253778"/>
            <a:ext cx="4617990" cy="19416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1318C24-D913-BA84-FE06-F844D6CE3A38}"/>
              </a:ext>
            </a:extLst>
          </p:cNvPr>
          <p:cNvSpPr/>
          <p:nvPr/>
        </p:nvSpPr>
        <p:spPr>
          <a:xfrm>
            <a:off x="2562035" y="3693337"/>
            <a:ext cx="2002926" cy="14583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453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16011-8CBD-97A5-AB29-B1EB2AE9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851618-D1BD-1708-B4C1-48294D155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8084631-93FB-1177-F3D3-78ED993C1863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9AC590-AAD9-2A0F-1D86-73F215C95100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B8E77D-DD72-D437-5DF0-1337A9101A7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82FAB3-838B-917E-1F3B-FF59BF9E6C37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80A912-3E91-915D-6BEE-1CA1AA98D39C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8C813B-E739-5DF5-D1B1-66DFD45A9632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4EE584-9E79-CC7C-4BA7-D16ACEC6CFD0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B15453-FAEB-7F20-C6E9-1F108E08A57B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DE307B-4BDF-02C2-C938-FC3880BC411B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885452-212F-40CD-B5F9-950705A70047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8DE6EE-0F93-5C57-F6D5-142712576F8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A4A769-1010-1C1C-0201-7339EAE1517D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FC43A65-397E-8B8C-7FB3-ED1FF425C2B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1061252-78DC-810A-5056-7EC7B01C4E97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317BCA6-708E-182E-EB85-86B24287E71F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DB3522F-B428-367B-70B9-D1A71C1E0986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95BD138-BD57-196F-324B-42976A612DC9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5C86EC9-4341-A9BC-F616-97430312B3BF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65F58DA-9B00-2D8B-40D8-A97AA578A28A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9E7143D-5ED1-631E-DA36-3E8BBEF60780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B9577ED-FC31-9D0D-007A-966EC10A6002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9283E1F-1EE6-AC10-DE80-7F57D948CDF7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426B15B2-BDF0-73AA-8454-8B3BADD3FC96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BB8C0A5-1F02-96A5-CE24-E7074977AC1E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2F25EB9-F81B-F0E7-AC31-2E425F56621F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D493984-6CCD-0123-C97E-BC577722CF80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79DEBAD9-458D-1D88-CA19-22529B7FBBEA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9CCDF386-55E0-2327-993A-240ACE04576C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AB1306A-349E-052C-8C49-A6A0E0DB36C2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EB4CCEC-6D88-88C6-6D0E-8EA7346E9530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D27DB7A-B7E5-1BE8-0B2C-ACD6F9319141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DE5A5E0-02F3-70CE-F69E-FEB6A2264843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4D8E017-AA8A-D9FF-C87C-A30138A77F86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D8B9541-CDBF-06F7-DDC7-36282BBAD661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1580886-905E-9589-E420-0A982B35014B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668A075-5D89-6C76-600A-69D2B637A8A9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8FF2BF-22E3-6A77-5A9B-A1B79BD14374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B4399A7-C758-B67E-3AA1-4154D7E6256E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0CC01E1-C78D-DDEA-71F4-16F1B8361611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B0B9832-DD9F-BCFC-0121-57B2922FA7B1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6ECC51E-2CBC-B2C5-4203-07C964C0888F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B2DDE8E-3EDC-5BBE-56B3-0EBEE7901917}"/>
              </a:ext>
            </a:extLst>
          </p:cNvPr>
          <p:cNvSpPr/>
          <p:nvPr/>
        </p:nvSpPr>
        <p:spPr>
          <a:xfrm>
            <a:off x="3981450" y="3605212"/>
            <a:ext cx="621372" cy="45719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A9D503F-28E0-8FA3-C677-C035A1704032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E27F89E-5E72-1860-D8F1-2B33DD508112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6725496-D4FD-5FF5-7B32-0DCAA57DFCF4}"/>
              </a:ext>
            </a:extLst>
          </p:cNvPr>
          <p:cNvSpPr/>
          <p:nvPr/>
        </p:nvSpPr>
        <p:spPr>
          <a:xfrm>
            <a:off x="3638550" y="3690937"/>
            <a:ext cx="97133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E64D3A-EA1D-8C9F-D9C0-8C2C4FA06CD0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E0355AB-5306-4847-4338-4F3A45AF132E}"/>
              </a:ext>
            </a:extLst>
          </p:cNvPr>
          <p:cNvSpPr/>
          <p:nvPr/>
        </p:nvSpPr>
        <p:spPr>
          <a:xfrm>
            <a:off x="2933700" y="2849880"/>
            <a:ext cx="1711325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A7603F1-2C55-F8B7-B25C-CE8C200A7C51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BA3668F-E043-1AAE-54F3-14347EE84C0C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1EA5FD5-5CA4-3BA0-0111-B03A255997F0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91AF0CC-DF6D-416B-58F8-F666E714EB6D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321DDF1-50AE-CE4D-A568-54628314835B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88DBA14-D089-A0DB-6234-216C686905F2}"/>
              </a:ext>
            </a:extLst>
          </p:cNvPr>
          <p:cNvSpPr/>
          <p:nvPr/>
        </p:nvSpPr>
        <p:spPr>
          <a:xfrm>
            <a:off x="4562475" y="6067425"/>
            <a:ext cx="104775" cy="361950"/>
          </a:xfrm>
          <a:custGeom>
            <a:avLst/>
            <a:gdLst>
              <a:gd name="csX0" fmla="*/ 0 w 104775"/>
              <a:gd name="csY0" fmla="*/ 0 h 361950"/>
              <a:gd name="csX1" fmla="*/ 0 w 104775"/>
              <a:gd name="csY1" fmla="*/ 361950 h 361950"/>
              <a:gd name="csX2" fmla="*/ 104775 w 104775"/>
              <a:gd name="csY2" fmla="*/ 3619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75" h="361950">
                <a:moveTo>
                  <a:pt x="0" y="0"/>
                </a:moveTo>
                <a:lnTo>
                  <a:pt x="0" y="361950"/>
                </a:lnTo>
                <a:lnTo>
                  <a:pt x="104775" y="361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94B236-13ED-C950-5904-0CA85E968482}"/>
              </a:ext>
            </a:extLst>
          </p:cNvPr>
          <p:cNvSpPr/>
          <p:nvPr/>
        </p:nvSpPr>
        <p:spPr>
          <a:xfrm>
            <a:off x="5329238" y="6062663"/>
            <a:ext cx="100012" cy="371475"/>
          </a:xfrm>
          <a:custGeom>
            <a:avLst/>
            <a:gdLst>
              <a:gd name="csX0" fmla="*/ 100012 w 100012"/>
              <a:gd name="csY0" fmla="*/ 0 h 371475"/>
              <a:gd name="csX1" fmla="*/ 100012 w 100012"/>
              <a:gd name="csY1" fmla="*/ 371475 h 371475"/>
              <a:gd name="csX2" fmla="*/ 0 w 100012"/>
              <a:gd name="csY2" fmla="*/ 371475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012" h="371475">
                <a:moveTo>
                  <a:pt x="100012" y="0"/>
                </a:moveTo>
                <a:lnTo>
                  <a:pt x="100012" y="371475"/>
                </a:lnTo>
                <a:lnTo>
                  <a:pt x="0" y="3714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609F5AF-3871-1834-83CD-0C0AB1631709}"/>
              </a:ext>
            </a:extLst>
          </p:cNvPr>
          <p:cNvSpPr/>
          <p:nvPr/>
        </p:nvSpPr>
        <p:spPr>
          <a:xfrm>
            <a:off x="5329238" y="6510338"/>
            <a:ext cx="1457325" cy="4762"/>
          </a:xfrm>
          <a:custGeom>
            <a:avLst/>
            <a:gdLst>
              <a:gd name="csX0" fmla="*/ 0 w 1457325"/>
              <a:gd name="csY0" fmla="*/ 4762 h 4762"/>
              <a:gd name="csX1" fmla="*/ 1457325 w 1457325"/>
              <a:gd name="csY1" fmla="*/ 0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57325" h="4762">
                <a:moveTo>
                  <a:pt x="0" y="4762"/>
                </a:moveTo>
                <a:lnTo>
                  <a:pt x="145732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866C3B-08B3-CA69-7CD8-4820D94B30E2}"/>
              </a:ext>
            </a:extLst>
          </p:cNvPr>
          <p:cNvSpPr/>
          <p:nvPr/>
        </p:nvSpPr>
        <p:spPr>
          <a:xfrm>
            <a:off x="4531163" y="6483623"/>
            <a:ext cx="300037" cy="19143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F5298AB-8E8C-B213-04C5-6CB473DA32AB}"/>
              </a:ext>
            </a:extLst>
          </p:cNvPr>
          <p:cNvCxnSpPr/>
          <p:nvPr/>
        </p:nvCxnSpPr>
        <p:spPr>
          <a:xfrm flipV="1">
            <a:off x="5270643" y="3276600"/>
            <a:ext cx="996593" cy="29845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2AA1D04-35A6-A746-1BAF-E3212B169144}"/>
              </a:ext>
            </a:extLst>
          </p:cNvPr>
          <p:cNvSpPr/>
          <p:nvPr/>
        </p:nvSpPr>
        <p:spPr>
          <a:xfrm>
            <a:off x="5340350" y="3771900"/>
            <a:ext cx="2692400" cy="1314450"/>
          </a:xfrm>
          <a:custGeom>
            <a:avLst/>
            <a:gdLst>
              <a:gd name="csX0" fmla="*/ 0 w 2692400"/>
              <a:gd name="csY0" fmla="*/ 1308100 h 1314450"/>
              <a:gd name="csX1" fmla="*/ 2533650 w 2692400"/>
              <a:gd name="csY1" fmla="*/ 1314450 h 1314450"/>
              <a:gd name="csX2" fmla="*/ 2692400 w 2692400"/>
              <a:gd name="csY2" fmla="*/ 0 h 1314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92400" h="1314450">
                <a:moveTo>
                  <a:pt x="0" y="1308100"/>
                </a:moveTo>
                <a:lnTo>
                  <a:pt x="2533650" y="1314450"/>
                </a:lnTo>
                <a:lnTo>
                  <a:pt x="269240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35F40D7-792C-11A5-4EA4-F0AB05208A53}"/>
              </a:ext>
            </a:extLst>
          </p:cNvPr>
          <p:cNvSpPr/>
          <p:nvPr/>
        </p:nvSpPr>
        <p:spPr>
          <a:xfrm>
            <a:off x="5321300" y="5276850"/>
            <a:ext cx="2641600" cy="1066800"/>
          </a:xfrm>
          <a:custGeom>
            <a:avLst/>
            <a:gdLst>
              <a:gd name="csX0" fmla="*/ 2641600 w 2641600"/>
              <a:gd name="csY0" fmla="*/ 0 h 1066800"/>
              <a:gd name="csX1" fmla="*/ 1327150 w 2641600"/>
              <a:gd name="csY1" fmla="*/ 0 h 1066800"/>
              <a:gd name="csX2" fmla="*/ 1333500 w 2641600"/>
              <a:gd name="csY2" fmla="*/ 1066800 h 1066800"/>
              <a:gd name="csX3" fmla="*/ 0 w 2641600"/>
              <a:gd name="csY3" fmla="*/ 1066800 h 106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41600" h="1066800">
                <a:moveTo>
                  <a:pt x="2641600" y="0"/>
                </a:moveTo>
                <a:lnTo>
                  <a:pt x="1327150" y="0"/>
                </a:lnTo>
                <a:cubicBezTo>
                  <a:pt x="1329267" y="355600"/>
                  <a:pt x="1331383" y="711200"/>
                  <a:pt x="1333500" y="1066800"/>
                </a:cubicBezTo>
                <a:lnTo>
                  <a:pt x="0" y="1066800"/>
                </a:ln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AA4070E3-E118-161A-223A-0EF6A22D1AF4}"/>
              </a:ext>
            </a:extLst>
          </p:cNvPr>
          <p:cNvSpPr/>
          <p:nvPr/>
        </p:nvSpPr>
        <p:spPr>
          <a:xfrm>
            <a:off x="5019674" y="4856888"/>
            <a:ext cx="606425" cy="162788"/>
          </a:xfrm>
          <a:custGeom>
            <a:avLst/>
            <a:gdLst>
              <a:gd name="csX0" fmla="*/ 0 w 609600"/>
              <a:gd name="csY0" fmla="*/ 190500 h 190500"/>
              <a:gd name="csX1" fmla="*/ 3175 w 609600"/>
              <a:gd name="csY1" fmla="*/ 0 h 190500"/>
              <a:gd name="csX2" fmla="*/ 609600 w 609600"/>
              <a:gd name="csY2" fmla="*/ 31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09600" h="190500">
                <a:moveTo>
                  <a:pt x="0" y="190500"/>
                </a:moveTo>
                <a:cubicBezTo>
                  <a:pt x="1058" y="127000"/>
                  <a:pt x="2117" y="63500"/>
                  <a:pt x="3175" y="0"/>
                </a:cubicBezTo>
                <a:lnTo>
                  <a:pt x="609600" y="31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44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CDE7-7668-845B-D18B-AE54CA24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4627A-6E30-EDD4-2A23-6031975C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Summary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8A08A1-9666-106D-7D72-B0D503266EB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4E358C-6EFD-43D8-BB99-D75479BD6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F38F6E-1184-0E4C-798C-AEDC5D464C9D}"/>
              </a:ext>
            </a:extLst>
          </p:cNvPr>
          <p:cNvSpPr/>
          <p:nvPr/>
        </p:nvSpPr>
        <p:spPr>
          <a:xfrm>
            <a:off x="596436" y="2249294"/>
            <a:ext cx="2002926" cy="40276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AB6A4A-674A-42A0-850E-0EAA90195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723E84-D51A-7FD6-3E99-A42BF4F5E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BC6AA7-245A-A0C0-5DC3-33254E548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44B53D-0F42-EFE3-B091-AFED1DEC98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5086" y="1337027"/>
            <a:ext cx="5274397" cy="50682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15962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D389D-0EB8-6272-EFDE-9C4361EA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398A7935-4DA6-2B57-0051-F81D3DA54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4FDF372-3401-D3AE-BB9B-E5CA910A6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6B27F28B-4536-41FB-85E3-2C77B7554F34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</p:spTree>
    <p:extLst>
      <p:ext uri="{BB962C8B-B14F-4D97-AF65-F5344CB8AC3E}">
        <p14:creationId xmlns:p14="http://schemas.microsoft.com/office/powerpoint/2010/main" val="1447555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5E7B9-C028-B076-0981-EA506BE5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1040-574F-42D7-3AFD-54B9895C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148499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6237B52-52E0-38A3-4A47-21AF7B6974A2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447924-C319-858A-F4BF-4B672A397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231CCE-F251-2D7A-0EBD-31E8C073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F763DD-10F3-A7D0-F298-038E6EF5C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2D7E85-3188-DDAB-7469-E908AA31C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DAC325-F2B9-EEF6-59CC-BF8BA1E0EBFD}"/>
              </a:ext>
            </a:extLst>
          </p:cNvPr>
          <p:cNvSpPr/>
          <p:nvPr/>
        </p:nvSpPr>
        <p:spPr>
          <a:xfrm>
            <a:off x="611241" y="2249294"/>
            <a:ext cx="3943446" cy="1618168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E9BA71-B18C-34EF-831D-BDA981862B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8168" y="3253778"/>
            <a:ext cx="3400900" cy="1505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69692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D7713-75CB-EE68-3221-7F0A0EDC2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E427C307-12C7-F30E-873B-EE8BF8933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1E6EE12-C11A-52BA-36AA-26ECD3E68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82A1F57A-A118-CA1D-3622-F3406228ACD2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298FB1-9276-8A81-E12F-1B07E8A8707D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3EA546-4557-6083-E123-4A111E7C7F8D}"/>
              </a:ext>
            </a:extLst>
          </p:cNvPr>
          <p:cNvCxnSpPr/>
          <p:nvPr/>
        </p:nvCxnSpPr>
        <p:spPr>
          <a:xfrm>
            <a:off x="3528060" y="762000"/>
            <a:ext cx="5029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69872C9-6D79-8A84-F340-103D0979CD41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35C22E-FD42-84AF-D8E8-B8209A22B085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113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F09E9-3C32-E465-B9AC-D1A183BA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59E2-60BA-544D-73D4-17FB68BD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7691F4-7508-D50E-AA40-BB2D12762C57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C195BC-2686-88FA-2C1E-41FF23DEF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3E8055-44A6-C5DA-172D-CF82DE374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CC7D1C-1D8D-0A77-34BF-E4A151F58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74C178-325A-F94D-A6B8-D12555CEF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4B3694-4ABD-E059-93FF-6B5580580772}"/>
              </a:ext>
            </a:extLst>
          </p:cNvPr>
          <p:cNvSpPr/>
          <p:nvPr/>
        </p:nvSpPr>
        <p:spPr>
          <a:xfrm>
            <a:off x="611241" y="2198670"/>
            <a:ext cx="3943446" cy="1668792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A6B526-352E-E9AE-80E0-284B93BE1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726" y="2541081"/>
            <a:ext cx="5927059" cy="33562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678492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E281A-68B4-4073-4372-21F51CF95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E45C5442-D883-7B23-6A0D-97EF2DE99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571D2FE-A3D4-E3F2-A35B-0855E8F99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6BC06715-4A1D-FF11-3D3C-BF0CD94ACAAA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55BFE4-EB9D-06FE-B8C9-239BD18B0928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3A9E37-0CE9-21AD-67F5-BC62D300EAF6}"/>
              </a:ext>
            </a:extLst>
          </p:cNvPr>
          <p:cNvCxnSpPr/>
          <p:nvPr/>
        </p:nvCxnSpPr>
        <p:spPr>
          <a:xfrm>
            <a:off x="3528060" y="762000"/>
            <a:ext cx="5029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B006B0C-9FFA-6DBC-5A39-5C29F1875556}"/>
              </a:ext>
            </a:extLst>
          </p:cNvPr>
          <p:cNvSpPr/>
          <p:nvPr/>
        </p:nvSpPr>
        <p:spPr>
          <a:xfrm>
            <a:off x="5334000" y="414338"/>
            <a:ext cx="266700" cy="157162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0F22F9D-31D5-4C55-76BC-8E1E8E318A8D}"/>
              </a:ext>
            </a:extLst>
          </p:cNvPr>
          <p:cNvSpPr/>
          <p:nvPr/>
        </p:nvSpPr>
        <p:spPr>
          <a:xfrm>
            <a:off x="4772025" y="757238"/>
            <a:ext cx="628650" cy="0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3E67F4-E686-B246-270A-32C8E507D898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245935-F6A9-67BC-699A-FEFE979FBCFB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CE6E8A-F951-D782-5B02-2B28DDF28BF6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884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3CB5A-BB91-6445-CF77-D365D2B7A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F290-3A37-005F-779D-4177AC9FD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BA8D67-1172-BF17-2EB6-26048D574F1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858B2C-0C37-2B63-691E-74AAA8DE4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F368E8-2289-1F9F-B9D9-9B0190729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D66A71-3036-3B7F-373B-D20B7D82A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262A87-63FD-1B78-C3EC-F4E5A083D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AA79A4C-33AC-3270-8BE2-BE8C465EB897}"/>
              </a:ext>
            </a:extLst>
          </p:cNvPr>
          <p:cNvSpPr/>
          <p:nvPr/>
        </p:nvSpPr>
        <p:spPr>
          <a:xfrm>
            <a:off x="2619909" y="2002718"/>
            <a:ext cx="3393707" cy="18089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848300-CC4E-C38A-669A-4DCC989DAC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538" y="3222918"/>
            <a:ext cx="4293366" cy="29004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359046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BD935-03ED-B250-9D9A-64D503079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C1B25221-98D5-E8CD-8F8A-50D5A0A78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9516871-3D40-2473-832C-8FF418C3A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B5D1B9C6-DCE5-EF36-4DED-D2672D5C32D9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C138D8-3EF5-33FF-03C3-15A07968CB75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71DDBE-B62D-4FC0-84D4-EC8CB616146D}"/>
              </a:ext>
            </a:extLst>
          </p:cNvPr>
          <p:cNvCxnSpPr/>
          <p:nvPr/>
        </p:nvCxnSpPr>
        <p:spPr>
          <a:xfrm>
            <a:off x="3528060" y="762000"/>
            <a:ext cx="5029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B3C1AA5-4AB3-497C-1CDF-0A1D6533480A}"/>
              </a:ext>
            </a:extLst>
          </p:cNvPr>
          <p:cNvSpPr/>
          <p:nvPr/>
        </p:nvSpPr>
        <p:spPr>
          <a:xfrm>
            <a:off x="5334000" y="414338"/>
            <a:ext cx="266700" cy="157162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2A99AB8-B764-A736-91C3-CBC6ACCBEB9B}"/>
              </a:ext>
            </a:extLst>
          </p:cNvPr>
          <p:cNvSpPr/>
          <p:nvPr/>
        </p:nvSpPr>
        <p:spPr>
          <a:xfrm>
            <a:off x="4772025" y="757238"/>
            <a:ext cx="628650" cy="0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D11CE1-F4B6-278F-CD65-FBF5DFD43909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8C43AF2-2634-FDA3-93F7-128273CEB796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C4EEAF-5C33-F2C2-9066-A8FE34810F1C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FCA5-32F8-1083-BE5C-0E8000A66B1B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7D996E-1D7C-D575-0D84-99B01F8833B3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262163-FDF8-A75B-1A55-6CDBAB981141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87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965A-DB99-5934-A815-C058941C1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EAC98-88BA-133B-A585-E8052DFE3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9BF96-6A04-5173-E672-CC1BC4915069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E1F864-742B-0400-ECA5-050337686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72055C-C97C-A205-BB46-725C06DDD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A2F7C2-77C8-F370-A664-AADEE9F9C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88EEAD-E037-9659-B713-75A103DCE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97990EB-6460-62AE-8075-3F63E8001C0B}"/>
              </a:ext>
            </a:extLst>
          </p:cNvPr>
          <p:cNvSpPr/>
          <p:nvPr/>
        </p:nvSpPr>
        <p:spPr>
          <a:xfrm>
            <a:off x="2619910" y="2398764"/>
            <a:ext cx="1880172" cy="1412948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CE3B7E-1A0D-8C05-014D-9B2FDAC290CA}"/>
              </a:ext>
            </a:extLst>
          </p:cNvPr>
          <p:cNvSpPr/>
          <p:nvPr/>
        </p:nvSpPr>
        <p:spPr>
          <a:xfrm>
            <a:off x="5989834" y="2224103"/>
            <a:ext cx="1986338" cy="1412948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39D48D-E7D2-8921-ED6A-86F953FDAC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58" y="3707013"/>
            <a:ext cx="5622901" cy="27460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134239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75AB0-012F-F2E5-D6D6-284F24E75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2472201C-94EA-4BA6-7690-B1F8FDC02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FC5F2E5-2805-4006-DF44-E2F3B7A1C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737D06AF-08FC-FD01-9CD7-3D35D9189D78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F1A815A-7FFB-8CCD-ADCC-F0EACA637984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2179B2-FAB4-86B2-3A54-D12C48008977}"/>
              </a:ext>
            </a:extLst>
          </p:cNvPr>
          <p:cNvCxnSpPr/>
          <p:nvPr/>
        </p:nvCxnSpPr>
        <p:spPr>
          <a:xfrm>
            <a:off x="3528060" y="762000"/>
            <a:ext cx="5029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258A77E-BBE8-B003-E473-FF7C7189C73E}"/>
              </a:ext>
            </a:extLst>
          </p:cNvPr>
          <p:cNvSpPr/>
          <p:nvPr/>
        </p:nvSpPr>
        <p:spPr>
          <a:xfrm>
            <a:off x="5334000" y="414338"/>
            <a:ext cx="266700" cy="157162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4D5419D-E6BA-FC6D-AAA1-7A7F3D5E521A}"/>
              </a:ext>
            </a:extLst>
          </p:cNvPr>
          <p:cNvSpPr/>
          <p:nvPr/>
        </p:nvSpPr>
        <p:spPr>
          <a:xfrm>
            <a:off x="4772025" y="757238"/>
            <a:ext cx="628650" cy="0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C4E9A42-A30B-C19E-448A-B0BEA3C98F85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014D32E-D0BB-35D0-40B2-FAF1EE2A4E52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2F17E6F-A961-A56A-AB13-FC67BF533EE0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EDA0D5A-E1BD-E9CF-927A-6636A15062D6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40C6D70-4664-CFD8-A603-03CFD421F995}"/>
              </a:ext>
            </a:extLst>
          </p:cNvPr>
          <p:cNvSpPr/>
          <p:nvPr/>
        </p:nvSpPr>
        <p:spPr>
          <a:xfrm>
            <a:off x="5467350" y="428625"/>
            <a:ext cx="841375" cy="685800"/>
          </a:xfrm>
          <a:custGeom>
            <a:avLst/>
            <a:gdLst>
              <a:gd name="csX0" fmla="*/ 841375 w 841375"/>
              <a:gd name="csY0" fmla="*/ 0 h 685800"/>
              <a:gd name="csX1" fmla="*/ 841375 w 841375"/>
              <a:gd name="csY1" fmla="*/ 0 h 685800"/>
              <a:gd name="csX2" fmla="*/ 838200 w 841375"/>
              <a:gd name="csY2" fmla="*/ 685800 h 685800"/>
              <a:gd name="csX3" fmla="*/ 0 w 841375"/>
              <a:gd name="csY3" fmla="*/ 679450 h 68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41375" h="685800">
                <a:moveTo>
                  <a:pt x="841375" y="0"/>
                </a:moveTo>
                <a:lnTo>
                  <a:pt x="841375" y="0"/>
                </a:lnTo>
                <a:cubicBezTo>
                  <a:pt x="840317" y="228600"/>
                  <a:pt x="839258" y="457200"/>
                  <a:pt x="838200" y="685800"/>
                </a:cubicBezTo>
                <a:lnTo>
                  <a:pt x="0" y="67945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5D004D-2E7E-C347-5CDE-ACE517788FB1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4CF422-BD19-924B-E69C-B91049278EF5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2E3043-4B16-119C-F1BA-969E35B0326A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802546-B694-CF53-92DD-A265F7010474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2AB1C1-2BF0-DD41-78DE-7E590CEBDC34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C1740F-2D68-67A1-8062-1411301C59AD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950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645B6-BA4E-CD7F-255F-402BDE07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66B6-3452-EE79-C8C4-0A7E6548B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C7DF2F2-C40D-53ED-6FF7-7B16F45D317D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9E41B4-A756-2D5F-CE3B-54C7D44DD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2DCFB8-F357-65B1-DAF7-DCDDEC88C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51B8EA-1CEE-59E0-4CE4-DF1DC54FC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F6FA49-7221-B103-D380-1C8A14AA8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DA9DDA-9F0C-C510-0CE7-73B673ECFFC7}"/>
              </a:ext>
            </a:extLst>
          </p:cNvPr>
          <p:cNvSpPr/>
          <p:nvPr/>
        </p:nvSpPr>
        <p:spPr>
          <a:xfrm>
            <a:off x="519976" y="2002718"/>
            <a:ext cx="7452770" cy="18089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615F9-06BD-F88C-FF7C-06C834A64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193" y="3811712"/>
            <a:ext cx="6956468" cy="26301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690681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D871-0408-A759-1D6D-D5018B400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A89C3175-8CDF-0807-484B-1DE409375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BEBC7F0-A7C6-681F-7F38-4F58D5CEC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4BBA2CD7-93A5-707F-40AE-590B860A8FA3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C5175A-D5D4-3FAB-14FA-A55121CEF445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496F53-1B0D-B515-F5AC-A15662B6BD51}"/>
              </a:ext>
            </a:extLst>
          </p:cNvPr>
          <p:cNvCxnSpPr/>
          <p:nvPr/>
        </p:nvCxnSpPr>
        <p:spPr>
          <a:xfrm>
            <a:off x="3528060" y="762000"/>
            <a:ext cx="5029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05C29B-0C91-1D7F-248C-9D406E60B38D}"/>
              </a:ext>
            </a:extLst>
          </p:cNvPr>
          <p:cNvSpPr/>
          <p:nvPr/>
        </p:nvSpPr>
        <p:spPr>
          <a:xfrm>
            <a:off x="5334000" y="414338"/>
            <a:ext cx="266700" cy="157162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6A2C0F4-BEF5-0200-4C4E-4BA39BE12A85}"/>
              </a:ext>
            </a:extLst>
          </p:cNvPr>
          <p:cNvSpPr/>
          <p:nvPr/>
        </p:nvSpPr>
        <p:spPr>
          <a:xfrm>
            <a:off x="4772025" y="757238"/>
            <a:ext cx="628650" cy="0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DCE6E32-717C-9C9A-A0AC-2AEB6DDD6472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5D22E7E-5819-08C2-A146-A155941360ED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1B85D6D-FC04-06E3-E71F-1302B8AF3211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9569FC-5ABA-DB2F-2A2E-5B998AB173DD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F8DF8B5-8D3C-69D1-CB85-77895A4372D7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E9B7357-344D-142C-DD65-56E2B78BC121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1316DE-360D-0FDF-EC47-5243FF5B7915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240405D-BF3F-F279-2B68-D819EBA49EE0}"/>
              </a:ext>
            </a:extLst>
          </p:cNvPr>
          <p:cNvSpPr/>
          <p:nvPr/>
        </p:nvSpPr>
        <p:spPr>
          <a:xfrm>
            <a:off x="5467350" y="428625"/>
            <a:ext cx="841375" cy="685800"/>
          </a:xfrm>
          <a:custGeom>
            <a:avLst/>
            <a:gdLst>
              <a:gd name="csX0" fmla="*/ 841375 w 841375"/>
              <a:gd name="csY0" fmla="*/ 0 h 685800"/>
              <a:gd name="csX1" fmla="*/ 841375 w 841375"/>
              <a:gd name="csY1" fmla="*/ 0 h 685800"/>
              <a:gd name="csX2" fmla="*/ 838200 w 841375"/>
              <a:gd name="csY2" fmla="*/ 685800 h 685800"/>
              <a:gd name="csX3" fmla="*/ 0 w 841375"/>
              <a:gd name="csY3" fmla="*/ 679450 h 68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41375" h="685800">
                <a:moveTo>
                  <a:pt x="841375" y="0"/>
                </a:moveTo>
                <a:lnTo>
                  <a:pt x="841375" y="0"/>
                </a:lnTo>
                <a:cubicBezTo>
                  <a:pt x="840317" y="228600"/>
                  <a:pt x="839258" y="457200"/>
                  <a:pt x="838200" y="685800"/>
                </a:cubicBezTo>
                <a:lnTo>
                  <a:pt x="0" y="67945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6B78E0-268D-363C-2919-4B24C2F32F9E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9218BC-74D9-96DC-A301-ADB98D802331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2DBE5C-14A6-F482-EE5D-4989FA89CA17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72E97F-CFA1-FB9F-6926-44A2D7FF85F3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FC9F3F-6115-F6AB-AB44-8F5BCB302DB0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E62EE9-BEF4-5B46-3A95-B5F7DF4041C8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5C03C8-F296-58F0-9DE3-FD8B58F7BB8D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E87BAA-0268-1BB1-21F5-5566DD9E36F9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370A33-3311-C29B-0614-97F2EC218E63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A0600E-F63B-E911-F3F2-A224813C55CD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165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C1DD5-2A7C-8604-57F2-6B6D09F9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DDED-5A06-4080-3A91-274D1AD3E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5597E3-BEDF-7D5A-CEE6-EDA839C6FC77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329A73-EF9A-A193-665D-5A744C9CA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9BCE43-F62C-C45C-7EE9-3A0E71A9C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A42329-652F-E334-01D2-D43496479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5E63E5-1679-31E7-06E2-DF937CBE4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AC349D-B7D1-44A8-350B-B4BEBA746EF4}"/>
              </a:ext>
            </a:extLst>
          </p:cNvPr>
          <p:cNvSpPr/>
          <p:nvPr/>
        </p:nvSpPr>
        <p:spPr>
          <a:xfrm>
            <a:off x="2599362" y="2398763"/>
            <a:ext cx="1910993" cy="1464319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8BFD02-221B-409D-DFDD-3FFFA15CA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7283" y="2605960"/>
            <a:ext cx="5785332" cy="3681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300597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9980-2F3D-84E0-EEA0-25DA43AB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C2257301-3569-B9AE-FB01-33C4CA788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0E6EBCC-7E1F-AE62-A702-42A340967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999E954D-DA2D-5AD3-CA23-E5AA543E7F5B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FBACC8-91AF-4C1E-4C2A-BE5DEDC719D6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F251D0-E376-C2C5-6259-3289F040361A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38E93A6-9703-18F4-3ACA-18B757FE2712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5CBF090-A774-8EC1-3552-CF799BA7522A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373301A-72D0-5FD0-367B-D8D9E025F1C5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E194768-AB44-8CCB-C952-0545250CB6BF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29E3EFD-0ACB-F9D0-6486-F895881501BC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E47F758-0B14-B08E-F4B6-1E532851CEE6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EAEEAED-F033-F6F3-BC5F-53A1845BF9AA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65D463C-414A-4D96-A2E3-3DEE4EAE8B4A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5125DE-261E-3866-F2A1-69C5A30CCDD4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4F66E1E-DD31-844F-CBD5-4EE4E81F2E78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7D9D107-0CA0-2F38-8EE2-45939E7EF70A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0DBBAF-AB7E-FD2E-627C-E7DFF16D64A9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977F5C-4FAA-EA02-2883-732FFADA7B6D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9A9B89-0464-11C4-42F7-ECBD24C5825F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7696B0-A215-1F97-7BFD-2BE1FFAF7ABA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613D27-8DAE-AFF7-6D3F-0DCD82905941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4A07AC-8925-CAE4-101E-0DA0D41F3B8E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EC5890-85A7-1F52-86F2-3A86276184AA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9761D7-1748-0D47-236B-FCEC90BA5A6A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6AA11D-3AA6-6D75-B53F-E6AC178A1C18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8596C5-DE28-C1B8-D90B-54D84A446592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41365B-981D-419C-8872-D54333C97C64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769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7177-97AC-23BB-8678-8D9D233A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C3926-01F1-BE5A-CB54-7058A665C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453949-C553-57F7-F29C-9D8A27BFA624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956F20-5AA0-CBA2-54F7-B801D85F0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8CDBE8-B574-A89E-FD71-4197DD785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CEACE4-A8AB-62DF-01E6-1B26F28B4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6A060D-A8CA-1D9C-3F43-B030D08420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7951B29-C13C-8C9E-3B5D-8B901790E8BE}"/>
              </a:ext>
            </a:extLst>
          </p:cNvPr>
          <p:cNvSpPr/>
          <p:nvPr/>
        </p:nvSpPr>
        <p:spPr>
          <a:xfrm>
            <a:off x="2599362" y="2398763"/>
            <a:ext cx="1910993" cy="2707493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7E533B-A4EC-0F4C-A388-C7B280AB45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5164" y="3029946"/>
            <a:ext cx="7429755" cy="29427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397336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5F758-4E46-A511-2E3F-4E10395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7E8906EB-6127-C072-68CF-5F30CCA88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6B59D45-5E2C-BDF1-9F78-C146309A2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70DCC69B-5F53-511A-C1F6-EE69267DFB33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862EF3A-ECD6-4D42-EB1C-2134D8BF924C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3F2E97-F1A2-1DDE-2AD9-31AA590AA48E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F6F4CD8-26F0-1D63-9E20-3CE2187051AD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96F9AA4-01F9-1FB9-367C-EA8E69178960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C7D879F-33FE-C84D-53F1-32B32ADAD2EA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3687ADB-E54A-1E7D-694B-3775C0284D47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4237B3-5E94-20DD-4618-815406DF0FC4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C120BD-EC3D-6659-5DE2-A795AF041278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95D944D-BD96-270C-9C44-4031D40DCE66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770165-AE99-7CFB-D347-11921842D871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DFC30F6-30D9-6FCA-0305-7A0A57AF677D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2ED17C7-2376-C25E-07CE-1BB0F81F9C93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A1B736-4B99-9D5A-43A3-89AFA78624BA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1783A32-F89D-6CA5-92F4-F78D142DDFE0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F1B0F59-6076-6396-AEC2-0FAA7FA89BB2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B0F015-281C-AD1A-C7D3-7E451D6D8FE4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09D71A-AF65-E56D-F162-64C63D51F322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F5B35F-6B16-2E26-3AE5-209986DE9B80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ADAC99-8DE0-4775-4D59-999F12BC760A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B3911D-7CF5-F6DB-41FC-3F435359DCDA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73E0E6-1060-540D-FB2F-8118D2CDAE59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9815D3-E256-EE49-06ED-E3569D5B89AD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383389-6583-F6C2-01F6-653DB9CA181F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0E670D-1BDF-9EF6-7EB4-F4242635E3F1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7B5B53-85D8-972E-FB12-05E4D02488C9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0F8CB8-9F9D-12C5-B053-A9ADDEE470DE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3E67B2-143D-5502-E614-BBF354056B81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805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79BCF-842C-8CCA-873A-254E884B4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FE64A-F1F0-2FFC-05B0-B017B4045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C13870-79F0-4DB6-95E5-3756860F7E2D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3AFE87-8568-D987-EF9B-8F7A7A52E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A53ACE-9C0A-A029-C8EF-CE8516964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FC8C3A-27FE-FAAA-9AB9-DD9039A75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74395B-E1E0-36D2-F72B-E807698F5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9FEEC82-7397-55B8-937E-3399282E47B2}"/>
              </a:ext>
            </a:extLst>
          </p:cNvPr>
          <p:cNvSpPr/>
          <p:nvPr/>
        </p:nvSpPr>
        <p:spPr>
          <a:xfrm>
            <a:off x="611241" y="3544585"/>
            <a:ext cx="3960759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8B952F-1209-CF65-BAB5-8F8012B1FC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0009" y="2482932"/>
            <a:ext cx="5115639" cy="34104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713914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2DD18-448E-7E85-2BB7-EF12FE0D1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3111965E-4C3B-2444-0972-AF2F2473C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E392CF8-D9F8-8DDA-1803-F8F284663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DB202633-BAB2-C77F-61B0-59ECBEAC694E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8217B61-7BA4-8F66-0E18-4C39DBBAC055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1AA8BD-C11C-ECA9-9D4C-E570173F81D8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E5CBA08-D5AD-9D84-FC10-B3FCC35E35A0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DB2A1EE-7BE9-55BF-2702-13EEB55085F0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A2ADAA5-409B-21B4-1125-3E4C041E1656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D987942-B3B2-DF47-758C-C6220131A7D9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EC8CC1F-39E0-FEA7-50FE-56BDBCB6AC3A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BC36FAE-9E84-E05C-2305-33207DFDB9C4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0621AB7-5D9F-1F63-B000-05811D9702FC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4BF509-9594-03DB-4732-5C6B3FCF9361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1A0D346-1BE0-C1F0-8166-3313A8A73953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C534F18-EE03-8D60-CD6A-3CBA4E74F86B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83FBF40-0DD9-131B-7131-941E12CB664C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F23941B-AB75-E230-0D6C-8B0544D2E1A9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B42A2F-8AF9-F665-97A0-ED88885A391A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710C391-44CA-B1FF-DF33-498E9BDF4C60}"/>
              </a:ext>
            </a:extLst>
          </p:cNvPr>
          <p:cNvSpPr/>
          <p:nvPr/>
        </p:nvSpPr>
        <p:spPr>
          <a:xfrm>
            <a:off x="7767638" y="1290638"/>
            <a:ext cx="495300" cy="185737"/>
          </a:xfrm>
          <a:custGeom>
            <a:avLst/>
            <a:gdLst>
              <a:gd name="csX0" fmla="*/ 495300 w 495300"/>
              <a:gd name="csY0" fmla="*/ 0 h 185737"/>
              <a:gd name="csX1" fmla="*/ 0 w 495300"/>
              <a:gd name="csY1" fmla="*/ 0 h 185737"/>
              <a:gd name="csX2" fmla="*/ 0 w 495300"/>
              <a:gd name="csY2" fmla="*/ 185737 h 185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5300" h="185737">
                <a:moveTo>
                  <a:pt x="495300" y="0"/>
                </a:moveTo>
                <a:lnTo>
                  <a:pt x="0" y="0"/>
                </a:lnTo>
                <a:lnTo>
                  <a:pt x="0" y="1857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CB8B1EF-4899-5239-590E-A7856C4D23D7}"/>
              </a:ext>
            </a:extLst>
          </p:cNvPr>
          <p:cNvSpPr/>
          <p:nvPr/>
        </p:nvSpPr>
        <p:spPr>
          <a:xfrm>
            <a:off x="7262813" y="1662113"/>
            <a:ext cx="119062" cy="404812"/>
          </a:xfrm>
          <a:custGeom>
            <a:avLst/>
            <a:gdLst>
              <a:gd name="csX0" fmla="*/ 119062 w 119062"/>
              <a:gd name="csY0" fmla="*/ 0 h 404812"/>
              <a:gd name="csX1" fmla="*/ 0 w 119062"/>
              <a:gd name="csY1" fmla="*/ 0 h 404812"/>
              <a:gd name="csX2" fmla="*/ 4762 w 119062"/>
              <a:gd name="csY2" fmla="*/ 404812 h 4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9062" h="404812">
                <a:moveTo>
                  <a:pt x="119062" y="0"/>
                </a:moveTo>
                <a:lnTo>
                  <a:pt x="0" y="0"/>
                </a:lnTo>
                <a:cubicBezTo>
                  <a:pt x="1587" y="134937"/>
                  <a:pt x="3175" y="269875"/>
                  <a:pt x="4762" y="404812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79D55A-A301-CC33-2A92-91C761FB98AA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0D38BF-F96A-CCAE-7203-5BC0BB278F82}"/>
              </a:ext>
            </a:extLst>
          </p:cNvPr>
          <p:cNvSpPr/>
          <p:nvPr/>
        </p:nvSpPr>
        <p:spPr>
          <a:xfrm>
            <a:off x="7392988" y="14787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E7324C-5672-BD35-BFE7-F8B0D6E845C5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1B2E3C-88E2-4298-8881-56D990701CC2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9DCA60-F6B5-AA71-EAF2-F65873C08D2A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C417D6-8F7A-6DE8-A424-F5EC58D52B8C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F82FE1-528B-F7C0-0D08-125CE969E449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92E9AA-7F0A-AB88-6DF9-33A9B2D6FB86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EDED88-312F-A658-21D8-00430BAA3E69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1CCF70-A9F6-8D66-4FC0-E42E032EDFA7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B0CCBA-B7E7-88B7-3A15-3EF1AE68B1CC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9A21A5-2D4E-507E-CFD3-CF8468FFAF38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B31049-F78E-6172-683D-E7393F403A52}"/>
              </a:ext>
            </a:extLst>
          </p:cNvPr>
          <p:cNvSpPr/>
          <p:nvPr/>
        </p:nvSpPr>
        <p:spPr>
          <a:xfrm>
            <a:off x="7829504" y="20601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FC610-68B2-FA9C-C8CF-E16012DD3375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348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801DD-510C-DFE1-E6EB-1F0D27F07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32CC7-5C4D-B46C-B302-0EAFBD470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- 09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367E4-BF17-DC08-A75D-3AA1023F54E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42F28C-AB95-E9BB-2B40-6B39D457E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08318E-D7DB-A36F-EE7B-1E45F53A4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C1E84C-F00A-BBC6-7B2E-DBD552388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01117E-3AD7-C992-FFB2-37F558819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919AD3-E0D4-466A-AC48-8ED8258BA452}"/>
              </a:ext>
            </a:extLst>
          </p:cNvPr>
          <p:cNvSpPr/>
          <p:nvPr/>
        </p:nvSpPr>
        <p:spPr>
          <a:xfrm>
            <a:off x="611241" y="3544585"/>
            <a:ext cx="3960759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C03DA0-1B71-3B03-8BB6-6D00364C9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015503"/>
            <a:ext cx="7189766" cy="22654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683283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A4B26-2206-4623-32EB-3B1F13DC9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DB932365-521C-7180-2DA4-D3F0A3209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24794F6-269F-A5FE-ECAE-09D255E23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AB73B521-B05E-11BA-446D-8495D6D4EE73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9A83A51-BB98-E341-9C85-AC37409A472E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B17693-32BB-32C9-E434-2E2E31DCCE32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BD41CD8-C251-91D1-E6CB-24AE5FFF6E50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DC12926-CD42-E07E-530A-FDF63C84227C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40B5676-5210-5AEB-95B5-53195698B5FF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0D2BCE9-DC93-AC5D-D71D-4228DC5016FA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8C4E75C-CFC3-CDDF-76D9-D6900F5ED021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1CA485-A490-FE2D-2BDC-DAFE556F4A60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08851C1-7FEB-2E62-3481-DFBFB9773711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045B59-359D-0F73-7998-4D7BECAE74BB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2DF4665-0B6C-7D40-7F7E-AFFFBB3FE87A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1618A84-CB89-5B30-49F5-584EB2C7A32A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DC7EEA1-CBF9-FB72-D9C8-A2072672658C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49F2619-2D1E-1FE8-74BF-B49CA08E2DD5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A3BB5A-D24F-D361-0BC8-2F3D56C22185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CB028A1-EFAF-65EF-0796-E0A49D7382DE}"/>
              </a:ext>
            </a:extLst>
          </p:cNvPr>
          <p:cNvSpPr/>
          <p:nvPr/>
        </p:nvSpPr>
        <p:spPr>
          <a:xfrm>
            <a:off x="7767638" y="1290638"/>
            <a:ext cx="495300" cy="185737"/>
          </a:xfrm>
          <a:custGeom>
            <a:avLst/>
            <a:gdLst>
              <a:gd name="csX0" fmla="*/ 495300 w 495300"/>
              <a:gd name="csY0" fmla="*/ 0 h 185737"/>
              <a:gd name="csX1" fmla="*/ 0 w 495300"/>
              <a:gd name="csY1" fmla="*/ 0 h 185737"/>
              <a:gd name="csX2" fmla="*/ 0 w 495300"/>
              <a:gd name="csY2" fmla="*/ 185737 h 185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5300" h="185737">
                <a:moveTo>
                  <a:pt x="495300" y="0"/>
                </a:moveTo>
                <a:lnTo>
                  <a:pt x="0" y="0"/>
                </a:lnTo>
                <a:lnTo>
                  <a:pt x="0" y="1857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1578CCC-B5EC-858A-F968-CD245BB02C8D}"/>
              </a:ext>
            </a:extLst>
          </p:cNvPr>
          <p:cNvSpPr/>
          <p:nvPr/>
        </p:nvSpPr>
        <p:spPr>
          <a:xfrm>
            <a:off x="7262813" y="1662113"/>
            <a:ext cx="119062" cy="404812"/>
          </a:xfrm>
          <a:custGeom>
            <a:avLst/>
            <a:gdLst>
              <a:gd name="csX0" fmla="*/ 119062 w 119062"/>
              <a:gd name="csY0" fmla="*/ 0 h 404812"/>
              <a:gd name="csX1" fmla="*/ 0 w 119062"/>
              <a:gd name="csY1" fmla="*/ 0 h 404812"/>
              <a:gd name="csX2" fmla="*/ 4762 w 119062"/>
              <a:gd name="csY2" fmla="*/ 404812 h 4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9062" h="404812">
                <a:moveTo>
                  <a:pt x="119062" y="0"/>
                </a:moveTo>
                <a:lnTo>
                  <a:pt x="0" y="0"/>
                </a:lnTo>
                <a:cubicBezTo>
                  <a:pt x="1587" y="134937"/>
                  <a:pt x="3175" y="269875"/>
                  <a:pt x="4762" y="404812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1F497B8-B9F9-D167-9FD2-34569A32D52E}"/>
              </a:ext>
            </a:extLst>
          </p:cNvPr>
          <p:cNvSpPr/>
          <p:nvPr/>
        </p:nvSpPr>
        <p:spPr>
          <a:xfrm>
            <a:off x="6391275" y="1223963"/>
            <a:ext cx="1862138" cy="376237"/>
          </a:xfrm>
          <a:custGeom>
            <a:avLst/>
            <a:gdLst>
              <a:gd name="csX0" fmla="*/ 1862138 w 1862138"/>
              <a:gd name="csY0" fmla="*/ 0 h 376237"/>
              <a:gd name="csX1" fmla="*/ 0 w 1862138"/>
              <a:gd name="csY1" fmla="*/ 4762 h 376237"/>
              <a:gd name="csX2" fmla="*/ 0 w 1862138"/>
              <a:gd name="csY2" fmla="*/ 200025 h 376237"/>
              <a:gd name="csX3" fmla="*/ 38100 w 1862138"/>
              <a:gd name="csY3" fmla="*/ 219075 h 376237"/>
              <a:gd name="csX4" fmla="*/ 42863 w 1862138"/>
              <a:gd name="csY4" fmla="*/ 285750 h 376237"/>
              <a:gd name="csX5" fmla="*/ 0 w 1862138"/>
              <a:gd name="csY5" fmla="*/ 304800 h 376237"/>
              <a:gd name="csX6" fmla="*/ 4763 w 1862138"/>
              <a:gd name="csY6" fmla="*/ 376237 h 376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62138" h="376237">
                <a:moveTo>
                  <a:pt x="1862138" y="0"/>
                </a:moveTo>
                <a:lnTo>
                  <a:pt x="0" y="4762"/>
                </a:lnTo>
                <a:lnTo>
                  <a:pt x="0" y="200025"/>
                </a:lnTo>
                <a:lnTo>
                  <a:pt x="38100" y="219075"/>
                </a:lnTo>
                <a:lnTo>
                  <a:pt x="42863" y="285750"/>
                </a:lnTo>
                <a:lnTo>
                  <a:pt x="0" y="304800"/>
                </a:lnTo>
                <a:lnTo>
                  <a:pt x="4763" y="3762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B0D48F3-A304-852E-B1F3-D2988259DBD2}"/>
              </a:ext>
            </a:extLst>
          </p:cNvPr>
          <p:cNvSpPr/>
          <p:nvPr/>
        </p:nvSpPr>
        <p:spPr>
          <a:xfrm>
            <a:off x="5715000" y="1971675"/>
            <a:ext cx="676275" cy="133350"/>
          </a:xfrm>
          <a:custGeom>
            <a:avLst/>
            <a:gdLst>
              <a:gd name="csX0" fmla="*/ 676275 w 676275"/>
              <a:gd name="csY0" fmla="*/ 0 h 133350"/>
              <a:gd name="csX1" fmla="*/ 676275 w 676275"/>
              <a:gd name="csY1" fmla="*/ 133350 h 133350"/>
              <a:gd name="csX2" fmla="*/ 142875 w 676275"/>
              <a:gd name="csY2" fmla="*/ 133350 h 133350"/>
              <a:gd name="csX3" fmla="*/ 147638 w 676275"/>
              <a:gd name="csY3" fmla="*/ 57150 h 133350"/>
              <a:gd name="csX4" fmla="*/ 0 w 676275"/>
              <a:gd name="csY4" fmla="*/ 61913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6275" h="133350">
                <a:moveTo>
                  <a:pt x="676275" y="0"/>
                </a:moveTo>
                <a:lnTo>
                  <a:pt x="676275" y="133350"/>
                </a:lnTo>
                <a:lnTo>
                  <a:pt x="142875" y="133350"/>
                </a:lnTo>
                <a:lnTo>
                  <a:pt x="147638" y="57150"/>
                </a:lnTo>
                <a:lnTo>
                  <a:pt x="0" y="6191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51ED24-4732-66E9-C07B-6A3FE8E3720D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B43C63-E17C-4862-DED5-FCBF4E222752}"/>
              </a:ext>
            </a:extLst>
          </p:cNvPr>
          <p:cNvSpPr/>
          <p:nvPr/>
        </p:nvSpPr>
        <p:spPr>
          <a:xfrm>
            <a:off x="7392988" y="14787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BA14A6-FF2D-EA25-83BE-844EA017030A}"/>
              </a:ext>
            </a:extLst>
          </p:cNvPr>
          <p:cNvSpPr/>
          <p:nvPr/>
        </p:nvSpPr>
        <p:spPr>
          <a:xfrm>
            <a:off x="6019800" y="159543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33D7B5-D111-4536-E792-0D3E41689A08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58C5C5-C3AD-6F14-C2CE-B33F846A587E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5CF614-3427-44FD-9C84-4DC5AA7C3AD3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A157DF-BBB3-0535-5A43-211D11C8CD8B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574976-B191-FFA2-E78A-333C71410154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2BBBF6-F1F3-55AB-CC66-3A6B742A6008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1C7AD6-5CAD-9D5B-F796-DC255D826368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E85E26-45C9-FFF1-B193-76655C4CE828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568CE2-EF2A-2B48-6551-2ACF325A8656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0384D93-F5B8-02FD-695A-67E609A77633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702379-CFE9-9FC8-6BCD-CB1E9E45C1ED}"/>
              </a:ext>
            </a:extLst>
          </p:cNvPr>
          <p:cNvSpPr/>
          <p:nvPr/>
        </p:nvSpPr>
        <p:spPr>
          <a:xfrm>
            <a:off x="8253413" y="1028700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8E07D4-7065-65BD-1BD0-DA2AD96269DC}"/>
              </a:ext>
            </a:extLst>
          </p:cNvPr>
          <p:cNvSpPr/>
          <p:nvPr/>
        </p:nvSpPr>
        <p:spPr>
          <a:xfrm>
            <a:off x="7829504" y="20601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7C5A25B-1EB6-8E97-750A-DD9A9233F0CE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933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2CA32-9D5A-EB3E-1AA1-9B5017A4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2928D-DB35-0190-3662-89A1EAD43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- 10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F0C096-309A-8759-3D91-0395996D09F4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FCBBD-AEF1-4A3C-917A-D96BB0E34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C281A4-7EE7-120F-1AF7-78B295227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443577-0413-A826-CEFD-74F69F117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0CA948-BB97-B7B9-0A4F-E2E72E9CF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E5F6CC-9262-86A7-F584-F9A215DDC23E}"/>
              </a:ext>
            </a:extLst>
          </p:cNvPr>
          <p:cNvSpPr/>
          <p:nvPr/>
        </p:nvSpPr>
        <p:spPr>
          <a:xfrm>
            <a:off x="2535382" y="3544585"/>
            <a:ext cx="2036618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372FB2-1083-9251-233E-B8D4FFC8F2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1384" y="2138242"/>
            <a:ext cx="6854978" cy="39059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285750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CAE2D-5FEE-A0F4-F202-F49AB098C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736F0B56-7481-AFAE-621B-47AC8B313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447EA01-F8DC-1B3A-196D-67B52307B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F96AB754-59CF-F2E4-2155-C11877403A8C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E11A43-05CA-AA92-5CDC-72C1F8C7EA38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92394F-CE1D-AD4F-E534-326C4CBE3FB6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FDADF5B-6FF3-38E1-C80C-357E305E8FA5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66A7DF2-2D1C-1D4A-6A87-290CB8FE654C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EDB885E-53F6-3267-CC5D-140072E23B58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E221438-A128-D2F1-9495-1837192D775D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E56EE96-B4FC-EBA2-1E6A-FA38F897EFC1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C7B9B17-155C-9083-6B8E-8DE8BA32D937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8B88399-0A4A-922B-ABC8-FE7B6178BBEF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3C90F1B-7141-B6CD-1116-ABA88325CDE1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CFCA3A0-F0C8-D510-D235-CAEDDF768F02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E9043F1-3A6E-F004-2BBF-8C62DF932B2A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D5BB2CB-EC24-9A60-2F5C-AB1A52333F65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D3ACCEA-7482-FAD2-6CCA-ED1DB4F53A70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9F370CB-DC88-710D-9A1B-B322A0C4EC68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9DF66A0-3571-6870-33F1-02FBD6A5A2ED}"/>
              </a:ext>
            </a:extLst>
          </p:cNvPr>
          <p:cNvSpPr/>
          <p:nvPr/>
        </p:nvSpPr>
        <p:spPr>
          <a:xfrm>
            <a:off x="7767638" y="1290638"/>
            <a:ext cx="495300" cy="185737"/>
          </a:xfrm>
          <a:custGeom>
            <a:avLst/>
            <a:gdLst>
              <a:gd name="csX0" fmla="*/ 495300 w 495300"/>
              <a:gd name="csY0" fmla="*/ 0 h 185737"/>
              <a:gd name="csX1" fmla="*/ 0 w 495300"/>
              <a:gd name="csY1" fmla="*/ 0 h 185737"/>
              <a:gd name="csX2" fmla="*/ 0 w 495300"/>
              <a:gd name="csY2" fmla="*/ 185737 h 185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5300" h="185737">
                <a:moveTo>
                  <a:pt x="495300" y="0"/>
                </a:moveTo>
                <a:lnTo>
                  <a:pt x="0" y="0"/>
                </a:lnTo>
                <a:lnTo>
                  <a:pt x="0" y="1857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C496FA4-F03C-79B7-DF7A-CA8CF267C15C}"/>
              </a:ext>
            </a:extLst>
          </p:cNvPr>
          <p:cNvSpPr/>
          <p:nvPr/>
        </p:nvSpPr>
        <p:spPr>
          <a:xfrm>
            <a:off x="7262813" y="1662113"/>
            <a:ext cx="119062" cy="404812"/>
          </a:xfrm>
          <a:custGeom>
            <a:avLst/>
            <a:gdLst>
              <a:gd name="csX0" fmla="*/ 119062 w 119062"/>
              <a:gd name="csY0" fmla="*/ 0 h 404812"/>
              <a:gd name="csX1" fmla="*/ 0 w 119062"/>
              <a:gd name="csY1" fmla="*/ 0 h 404812"/>
              <a:gd name="csX2" fmla="*/ 4762 w 119062"/>
              <a:gd name="csY2" fmla="*/ 404812 h 4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9062" h="404812">
                <a:moveTo>
                  <a:pt x="119062" y="0"/>
                </a:moveTo>
                <a:lnTo>
                  <a:pt x="0" y="0"/>
                </a:lnTo>
                <a:cubicBezTo>
                  <a:pt x="1587" y="134937"/>
                  <a:pt x="3175" y="269875"/>
                  <a:pt x="4762" y="404812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072F1D-3493-8E71-A7FE-D289F327E071}"/>
              </a:ext>
            </a:extLst>
          </p:cNvPr>
          <p:cNvSpPr/>
          <p:nvPr/>
        </p:nvSpPr>
        <p:spPr>
          <a:xfrm>
            <a:off x="6391275" y="1223963"/>
            <a:ext cx="1862138" cy="376237"/>
          </a:xfrm>
          <a:custGeom>
            <a:avLst/>
            <a:gdLst>
              <a:gd name="csX0" fmla="*/ 1862138 w 1862138"/>
              <a:gd name="csY0" fmla="*/ 0 h 376237"/>
              <a:gd name="csX1" fmla="*/ 0 w 1862138"/>
              <a:gd name="csY1" fmla="*/ 4762 h 376237"/>
              <a:gd name="csX2" fmla="*/ 0 w 1862138"/>
              <a:gd name="csY2" fmla="*/ 200025 h 376237"/>
              <a:gd name="csX3" fmla="*/ 38100 w 1862138"/>
              <a:gd name="csY3" fmla="*/ 219075 h 376237"/>
              <a:gd name="csX4" fmla="*/ 42863 w 1862138"/>
              <a:gd name="csY4" fmla="*/ 285750 h 376237"/>
              <a:gd name="csX5" fmla="*/ 0 w 1862138"/>
              <a:gd name="csY5" fmla="*/ 304800 h 376237"/>
              <a:gd name="csX6" fmla="*/ 4763 w 1862138"/>
              <a:gd name="csY6" fmla="*/ 376237 h 376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62138" h="376237">
                <a:moveTo>
                  <a:pt x="1862138" y="0"/>
                </a:moveTo>
                <a:lnTo>
                  <a:pt x="0" y="4762"/>
                </a:lnTo>
                <a:lnTo>
                  <a:pt x="0" y="200025"/>
                </a:lnTo>
                <a:lnTo>
                  <a:pt x="38100" y="219075"/>
                </a:lnTo>
                <a:lnTo>
                  <a:pt x="42863" y="285750"/>
                </a:lnTo>
                <a:lnTo>
                  <a:pt x="0" y="304800"/>
                </a:lnTo>
                <a:lnTo>
                  <a:pt x="4763" y="3762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2A392DF-22A7-9598-B76D-B87BCEA68A31}"/>
              </a:ext>
            </a:extLst>
          </p:cNvPr>
          <p:cNvSpPr/>
          <p:nvPr/>
        </p:nvSpPr>
        <p:spPr>
          <a:xfrm>
            <a:off x="5715000" y="1971675"/>
            <a:ext cx="676275" cy="133350"/>
          </a:xfrm>
          <a:custGeom>
            <a:avLst/>
            <a:gdLst>
              <a:gd name="csX0" fmla="*/ 676275 w 676275"/>
              <a:gd name="csY0" fmla="*/ 0 h 133350"/>
              <a:gd name="csX1" fmla="*/ 676275 w 676275"/>
              <a:gd name="csY1" fmla="*/ 133350 h 133350"/>
              <a:gd name="csX2" fmla="*/ 142875 w 676275"/>
              <a:gd name="csY2" fmla="*/ 133350 h 133350"/>
              <a:gd name="csX3" fmla="*/ 147638 w 676275"/>
              <a:gd name="csY3" fmla="*/ 57150 h 133350"/>
              <a:gd name="csX4" fmla="*/ 0 w 676275"/>
              <a:gd name="csY4" fmla="*/ 61913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6275" h="133350">
                <a:moveTo>
                  <a:pt x="676275" y="0"/>
                </a:moveTo>
                <a:lnTo>
                  <a:pt x="676275" y="133350"/>
                </a:lnTo>
                <a:lnTo>
                  <a:pt x="142875" y="133350"/>
                </a:lnTo>
                <a:lnTo>
                  <a:pt x="147638" y="57150"/>
                </a:lnTo>
                <a:lnTo>
                  <a:pt x="0" y="6191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B5FAF7B-FE35-BB94-E2D6-8D72FB29F328}"/>
              </a:ext>
            </a:extLst>
          </p:cNvPr>
          <p:cNvSpPr/>
          <p:nvPr/>
        </p:nvSpPr>
        <p:spPr>
          <a:xfrm>
            <a:off x="4531519" y="2159794"/>
            <a:ext cx="416719" cy="821531"/>
          </a:xfrm>
          <a:custGeom>
            <a:avLst/>
            <a:gdLst>
              <a:gd name="csX0" fmla="*/ 416719 w 416719"/>
              <a:gd name="csY0" fmla="*/ 0 h 821531"/>
              <a:gd name="csX1" fmla="*/ 200025 w 416719"/>
              <a:gd name="csY1" fmla="*/ 0 h 821531"/>
              <a:gd name="csX2" fmla="*/ 197644 w 416719"/>
              <a:gd name="csY2" fmla="*/ 495300 h 821531"/>
              <a:gd name="csX3" fmla="*/ 166687 w 416719"/>
              <a:gd name="csY3" fmla="*/ 504825 h 821531"/>
              <a:gd name="csX4" fmla="*/ 166687 w 416719"/>
              <a:gd name="csY4" fmla="*/ 550069 h 821531"/>
              <a:gd name="csX5" fmla="*/ 195262 w 416719"/>
              <a:gd name="csY5" fmla="*/ 566737 h 821531"/>
              <a:gd name="csX6" fmla="*/ 192881 w 416719"/>
              <a:gd name="csY6" fmla="*/ 821531 h 821531"/>
              <a:gd name="csX7" fmla="*/ 0 w 416719"/>
              <a:gd name="csY7" fmla="*/ 821531 h 82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6719" h="821531">
                <a:moveTo>
                  <a:pt x="416719" y="0"/>
                </a:moveTo>
                <a:lnTo>
                  <a:pt x="200025" y="0"/>
                </a:lnTo>
                <a:cubicBezTo>
                  <a:pt x="199231" y="165100"/>
                  <a:pt x="198438" y="330200"/>
                  <a:pt x="197644" y="495300"/>
                </a:cubicBezTo>
                <a:lnTo>
                  <a:pt x="166687" y="504825"/>
                </a:lnTo>
                <a:lnTo>
                  <a:pt x="166687" y="550069"/>
                </a:lnTo>
                <a:lnTo>
                  <a:pt x="195262" y="566737"/>
                </a:lnTo>
                <a:cubicBezTo>
                  <a:pt x="194468" y="651668"/>
                  <a:pt x="193675" y="736600"/>
                  <a:pt x="192881" y="821531"/>
                </a:cubicBezTo>
                <a:lnTo>
                  <a:pt x="0" y="821531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9078F8-92F3-891F-8D40-FC0F002B71D2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08C8DF-AB41-C170-C252-57DB028537B3}"/>
              </a:ext>
            </a:extLst>
          </p:cNvPr>
          <p:cNvSpPr/>
          <p:nvPr/>
        </p:nvSpPr>
        <p:spPr>
          <a:xfrm>
            <a:off x="7392988" y="14787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5946B3-2911-F3E2-3B99-7C0EF71CD5D9}"/>
              </a:ext>
            </a:extLst>
          </p:cNvPr>
          <p:cNvSpPr/>
          <p:nvPr/>
        </p:nvSpPr>
        <p:spPr>
          <a:xfrm>
            <a:off x="6019800" y="159543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F3432D-1BF6-7CED-AAF9-55D735FEED49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AD8CEE-9566-F749-7A38-A200A16D93B5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AC16ED-55D2-5FF9-0EAB-B89AE45DE725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050329-B1EB-0C67-99B5-FAADF2D0CD10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176C48-E90B-2AB0-8046-682E9AD1B49A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0EF983-47F6-9B4D-E638-F7BA814183CC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D97845-202E-E932-87FB-D765D8DE30A2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2C94C6-8368-725F-3527-303B5082C8EA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A366B2-2C08-06A6-F320-ADDA97FE0C40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125996-99CB-F666-00A1-6158F0187B62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D2A9E59-F13B-7309-C6EA-95E6141F2651}"/>
              </a:ext>
            </a:extLst>
          </p:cNvPr>
          <p:cNvSpPr/>
          <p:nvPr/>
        </p:nvSpPr>
        <p:spPr>
          <a:xfrm>
            <a:off x="8253413" y="1028700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68365F-B43B-DFFF-715D-99A49F4656E7}"/>
              </a:ext>
            </a:extLst>
          </p:cNvPr>
          <p:cNvSpPr/>
          <p:nvPr/>
        </p:nvSpPr>
        <p:spPr>
          <a:xfrm>
            <a:off x="7829504" y="20601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79292EB-174F-56B5-41BC-28E70EA7A764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709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7E6B7-139B-91FB-2A45-3196A5D31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DA617-DFBD-84E8-EB85-E6162123B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174850-05AA-32DF-2D22-B79308832DEB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C70E64-FF0B-0A90-9C2B-11549B78F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581474-507B-6339-C8AE-B7DBA7682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9A1987-D33D-7949-72A8-6B1FB6985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37A28D-9084-0996-7A5A-8C7BAEE77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719212A-094E-D4F2-B279-B78EEC40BDDB}"/>
              </a:ext>
            </a:extLst>
          </p:cNvPr>
          <p:cNvSpPr/>
          <p:nvPr/>
        </p:nvSpPr>
        <p:spPr>
          <a:xfrm>
            <a:off x="2529584" y="3544585"/>
            <a:ext cx="2042416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2779B-5013-04FA-83F1-B49B88B754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143" y="1456609"/>
            <a:ext cx="6003903" cy="50664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567389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4BC55-4F6A-FD1A-0341-A618EB8F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B57FB4DF-E5F0-BAED-2A71-753050DC3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9DDDA4A-4C22-EA61-5DFE-D3F012C92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0BE26FFF-33C0-DC1D-8872-7E7B1DA39508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67B05B-849B-7827-05D7-25C8A0A74931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7892F6-1FBD-DEC5-E928-0F7687DB35D8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A7E0EF5-40E8-70CC-EAE3-9F034EC7EFB5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0AA087E-066F-706A-0E64-CFD2A500F035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5683622-5BD0-80B7-B4DB-637CE1875A7F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45E6360-83BF-C02C-5BF5-8741752B5BE4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DA0E757-0383-5710-57E1-BC72E0596D85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399E813-A387-1293-FD49-163A9A6AE388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0580496-9E8D-9265-7D17-525127332FB2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49C6C11-388C-8D18-DB9E-38B89F374246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146CCC1-C25D-90DB-3697-3D12BD35A0BC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FDD34FE-45A4-0CD0-E827-6C2FB04343DB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84DE98-0C3A-2366-BFB1-C19DE8EEBDC2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5913BBF-5049-3755-A208-3F6D9C509271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796DB9C-1454-0179-161A-F8AA588F89F7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5330803-AC16-7D5F-F717-102ED7B83F2F}"/>
              </a:ext>
            </a:extLst>
          </p:cNvPr>
          <p:cNvSpPr/>
          <p:nvPr/>
        </p:nvSpPr>
        <p:spPr>
          <a:xfrm>
            <a:off x="7767638" y="1290638"/>
            <a:ext cx="495300" cy="185737"/>
          </a:xfrm>
          <a:custGeom>
            <a:avLst/>
            <a:gdLst>
              <a:gd name="csX0" fmla="*/ 495300 w 495300"/>
              <a:gd name="csY0" fmla="*/ 0 h 185737"/>
              <a:gd name="csX1" fmla="*/ 0 w 495300"/>
              <a:gd name="csY1" fmla="*/ 0 h 185737"/>
              <a:gd name="csX2" fmla="*/ 0 w 495300"/>
              <a:gd name="csY2" fmla="*/ 185737 h 185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5300" h="185737">
                <a:moveTo>
                  <a:pt x="495300" y="0"/>
                </a:moveTo>
                <a:lnTo>
                  <a:pt x="0" y="0"/>
                </a:lnTo>
                <a:lnTo>
                  <a:pt x="0" y="1857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4DEEDE0-218F-0329-CE88-64E0605F48A2}"/>
              </a:ext>
            </a:extLst>
          </p:cNvPr>
          <p:cNvSpPr/>
          <p:nvPr/>
        </p:nvSpPr>
        <p:spPr>
          <a:xfrm>
            <a:off x="7262813" y="1662113"/>
            <a:ext cx="119062" cy="404812"/>
          </a:xfrm>
          <a:custGeom>
            <a:avLst/>
            <a:gdLst>
              <a:gd name="csX0" fmla="*/ 119062 w 119062"/>
              <a:gd name="csY0" fmla="*/ 0 h 404812"/>
              <a:gd name="csX1" fmla="*/ 0 w 119062"/>
              <a:gd name="csY1" fmla="*/ 0 h 404812"/>
              <a:gd name="csX2" fmla="*/ 4762 w 119062"/>
              <a:gd name="csY2" fmla="*/ 404812 h 4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9062" h="404812">
                <a:moveTo>
                  <a:pt x="119062" y="0"/>
                </a:moveTo>
                <a:lnTo>
                  <a:pt x="0" y="0"/>
                </a:lnTo>
                <a:cubicBezTo>
                  <a:pt x="1587" y="134937"/>
                  <a:pt x="3175" y="269875"/>
                  <a:pt x="4762" y="404812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82B85AB-F9CE-999B-A67E-F1AB00510F00}"/>
              </a:ext>
            </a:extLst>
          </p:cNvPr>
          <p:cNvSpPr/>
          <p:nvPr/>
        </p:nvSpPr>
        <p:spPr>
          <a:xfrm>
            <a:off x="6391275" y="1223963"/>
            <a:ext cx="1862138" cy="376237"/>
          </a:xfrm>
          <a:custGeom>
            <a:avLst/>
            <a:gdLst>
              <a:gd name="csX0" fmla="*/ 1862138 w 1862138"/>
              <a:gd name="csY0" fmla="*/ 0 h 376237"/>
              <a:gd name="csX1" fmla="*/ 0 w 1862138"/>
              <a:gd name="csY1" fmla="*/ 4762 h 376237"/>
              <a:gd name="csX2" fmla="*/ 0 w 1862138"/>
              <a:gd name="csY2" fmla="*/ 200025 h 376237"/>
              <a:gd name="csX3" fmla="*/ 38100 w 1862138"/>
              <a:gd name="csY3" fmla="*/ 219075 h 376237"/>
              <a:gd name="csX4" fmla="*/ 42863 w 1862138"/>
              <a:gd name="csY4" fmla="*/ 285750 h 376237"/>
              <a:gd name="csX5" fmla="*/ 0 w 1862138"/>
              <a:gd name="csY5" fmla="*/ 304800 h 376237"/>
              <a:gd name="csX6" fmla="*/ 4763 w 1862138"/>
              <a:gd name="csY6" fmla="*/ 376237 h 376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62138" h="376237">
                <a:moveTo>
                  <a:pt x="1862138" y="0"/>
                </a:moveTo>
                <a:lnTo>
                  <a:pt x="0" y="4762"/>
                </a:lnTo>
                <a:lnTo>
                  <a:pt x="0" y="200025"/>
                </a:lnTo>
                <a:lnTo>
                  <a:pt x="38100" y="219075"/>
                </a:lnTo>
                <a:lnTo>
                  <a:pt x="42863" y="285750"/>
                </a:lnTo>
                <a:lnTo>
                  <a:pt x="0" y="304800"/>
                </a:lnTo>
                <a:lnTo>
                  <a:pt x="4763" y="3762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B079085-A0ED-EC66-6A03-F81A8A497966}"/>
              </a:ext>
            </a:extLst>
          </p:cNvPr>
          <p:cNvSpPr/>
          <p:nvPr/>
        </p:nvSpPr>
        <p:spPr>
          <a:xfrm>
            <a:off x="5715000" y="1971675"/>
            <a:ext cx="676275" cy="133350"/>
          </a:xfrm>
          <a:custGeom>
            <a:avLst/>
            <a:gdLst>
              <a:gd name="csX0" fmla="*/ 676275 w 676275"/>
              <a:gd name="csY0" fmla="*/ 0 h 133350"/>
              <a:gd name="csX1" fmla="*/ 676275 w 676275"/>
              <a:gd name="csY1" fmla="*/ 133350 h 133350"/>
              <a:gd name="csX2" fmla="*/ 142875 w 676275"/>
              <a:gd name="csY2" fmla="*/ 133350 h 133350"/>
              <a:gd name="csX3" fmla="*/ 147638 w 676275"/>
              <a:gd name="csY3" fmla="*/ 57150 h 133350"/>
              <a:gd name="csX4" fmla="*/ 0 w 676275"/>
              <a:gd name="csY4" fmla="*/ 61913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6275" h="133350">
                <a:moveTo>
                  <a:pt x="676275" y="0"/>
                </a:moveTo>
                <a:lnTo>
                  <a:pt x="676275" y="133350"/>
                </a:lnTo>
                <a:lnTo>
                  <a:pt x="142875" y="133350"/>
                </a:lnTo>
                <a:lnTo>
                  <a:pt x="147638" y="57150"/>
                </a:lnTo>
                <a:lnTo>
                  <a:pt x="0" y="6191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C5F685D-AE13-746F-95DF-2C483EDC3B49}"/>
              </a:ext>
            </a:extLst>
          </p:cNvPr>
          <p:cNvSpPr/>
          <p:nvPr/>
        </p:nvSpPr>
        <p:spPr>
          <a:xfrm>
            <a:off x="4531519" y="2159794"/>
            <a:ext cx="416719" cy="821531"/>
          </a:xfrm>
          <a:custGeom>
            <a:avLst/>
            <a:gdLst>
              <a:gd name="csX0" fmla="*/ 416719 w 416719"/>
              <a:gd name="csY0" fmla="*/ 0 h 821531"/>
              <a:gd name="csX1" fmla="*/ 200025 w 416719"/>
              <a:gd name="csY1" fmla="*/ 0 h 821531"/>
              <a:gd name="csX2" fmla="*/ 197644 w 416719"/>
              <a:gd name="csY2" fmla="*/ 495300 h 821531"/>
              <a:gd name="csX3" fmla="*/ 166687 w 416719"/>
              <a:gd name="csY3" fmla="*/ 504825 h 821531"/>
              <a:gd name="csX4" fmla="*/ 166687 w 416719"/>
              <a:gd name="csY4" fmla="*/ 550069 h 821531"/>
              <a:gd name="csX5" fmla="*/ 195262 w 416719"/>
              <a:gd name="csY5" fmla="*/ 566737 h 821531"/>
              <a:gd name="csX6" fmla="*/ 192881 w 416719"/>
              <a:gd name="csY6" fmla="*/ 821531 h 821531"/>
              <a:gd name="csX7" fmla="*/ 0 w 416719"/>
              <a:gd name="csY7" fmla="*/ 821531 h 82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6719" h="821531">
                <a:moveTo>
                  <a:pt x="416719" y="0"/>
                </a:moveTo>
                <a:lnTo>
                  <a:pt x="200025" y="0"/>
                </a:lnTo>
                <a:cubicBezTo>
                  <a:pt x="199231" y="165100"/>
                  <a:pt x="198438" y="330200"/>
                  <a:pt x="197644" y="495300"/>
                </a:cubicBezTo>
                <a:lnTo>
                  <a:pt x="166687" y="504825"/>
                </a:lnTo>
                <a:lnTo>
                  <a:pt x="166687" y="550069"/>
                </a:lnTo>
                <a:lnTo>
                  <a:pt x="195262" y="566737"/>
                </a:lnTo>
                <a:cubicBezTo>
                  <a:pt x="194468" y="651668"/>
                  <a:pt x="193675" y="736600"/>
                  <a:pt x="192881" y="821531"/>
                </a:cubicBezTo>
                <a:lnTo>
                  <a:pt x="0" y="821531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812AB7B-40A0-9293-07C7-0C30B33EB42E}"/>
              </a:ext>
            </a:extLst>
          </p:cNvPr>
          <p:cNvSpPr/>
          <p:nvPr/>
        </p:nvSpPr>
        <p:spPr>
          <a:xfrm>
            <a:off x="4150519" y="2771775"/>
            <a:ext cx="2381" cy="192881"/>
          </a:xfrm>
          <a:custGeom>
            <a:avLst/>
            <a:gdLst>
              <a:gd name="csX0" fmla="*/ 0 w 2381"/>
              <a:gd name="csY0" fmla="*/ 192881 h 192881"/>
              <a:gd name="csX1" fmla="*/ 2381 w 2381"/>
              <a:gd name="csY1" fmla="*/ 0 h 192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81" h="192881">
                <a:moveTo>
                  <a:pt x="0" y="192881"/>
                </a:moveTo>
                <a:cubicBezTo>
                  <a:pt x="794" y="128587"/>
                  <a:pt x="1587" y="64294"/>
                  <a:pt x="2381" y="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9468509-95B9-B33E-3613-E70B3AC98B7A}"/>
              </a:ext>
            </a:extLst>
          </p:cNvPr>
          <p:cNvSpPr/>
          <p:nvPr/>
        </p:nvSpPr>
        <p:spPr>
          <a:xfrm>
            <a:off x="3717131" y="3402806"/>
            <a:ext cx="250032" cy="247650"/>
          </a:xfrm>
          <a:custGeom>
            <a:avLst/>
            <a:gdLst>
              <a:gd name="csX0" fmla="*/ 0 w 250032"/>
              <a:gd name="csY0" fmla="*/ 247650 h 247650"/>
              <a:gd name="csX1" fmla="*/ 4763 w 250032"/>
              <a:gd name="csY1" fmla="*/ 95250 h 247650"/>
              <a:gd name="csX2" fmla="*/ 250032 w 250032"/>
              <a:gd name="csY2" fmla="*/ 92869 h 247650"/>
              <a:gd name="csX3" fmla="*/ 250032 w 250032"/>
              <a:gd name="csY3" fmla="*/ 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0032" h="247650">
                <a:moveTo>
                  <a:pt x="0" y="247650"/>
                </a:moveTo>
                <a:lnTo>
                  <a:pt x="4763" y="95250"/>
                </a:lnTo>
                <a:lnTo>
                  <a:pt x="250032" y="92869"/>
                </a:lnTo>
                <a:lnTo>
                  <a:pt x="25003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630CDC8-FE9B-CA6C-1CB0-1571D1B50D88}"/>
              </a:ext>
            </a:extLst>
          </p:cNvPr>
          <p:cNvSpPr/>
          <p:nvPr/>
        </p:nvSpPr>
        <p:spPr>
          <a:xfrm>
            <a:off x="4338638" y="3400425"/>
            <a:ext cx="314325" cy="240506"/>
          </a:xfrm>
          <a:custGeom>
            <a:avLst/>
            <a:gdLst>
              <a:gd name="csX0" fmla="*/ 0 w 314325"/>
              <a:gd name="csY0" fmla="*/ 0 h 240506"/>
              <a:gd name="csX1" fmla="*/ 2381 w 314325"/>
              <a:gd name="csY1" fmla="*/ 97631 h 240506"/>
              <a:gd name="csX2" fmla="*/ 309562 w 314325"/>
              <a:gd name="csY2" fmla="*/ 92869 h 240506"/>
              <a:gd name="csX3" fmla="*/ 314325 w 314325"/>
              <a:gd name="csY3" fmla="*/ 240506 h 2405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4325" h="240506">
                <a:moveTo>
                  <a:pt x="0" y="0"/>
                </a:moveTo>
                <a:cubicBezTo>
                  <a:pt x="794" y="32544"/>
                  <a:pt x="1587" y="65087"/>
                  <a:pt x="2381" y="97631"/>
                </a:cubicBezTo>
                <a:lnTo>
                  <a:pt x="309562" y="92869"/>
                </a:lnTo>
                <a:lnTo>
                  <a:pt x="314325" y="24050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07F928-165A-4DBA-2674-B324C2B5482D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B0420A-3014-906D-0EFF-B9C2E96B0316}"/>
              </a:ext>
            </a:extLst>
          </p:cNvPr>
          <p:cNvSpPr/>
          <p:nvPr/>
        </p:nvSpPr>
        <p:spPr>
          <a:xfrm>
            <a:off x="7392988" y="14787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2DD94F-09A2-C6E1-1AAE-68F6D1C2E6C0}"/>
              </a:ext>
            </a:extLst>
          </p:cNvPr>
          <p:cNvSpPr/>
          <p:nvPr/>
        </p:nvSpPr>
        <p:spPr>
          <a:xfrm>
            <a:off x="6019800" y="159543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B793A4-A2D3-6D25-3D48-FA6E8B79B352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0B6D98-47A9-57CF-8E0C-3517287D0358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B7C3EC-56CD-7255-1F41-19DC7CC505B7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C5E7D5-FFDC-02B2-E187-AF7198A62190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2F5D1A-0C57-CA78-875F-B5E60E049B8A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0C3276-CBE2-674F-1517-AB250BD19FB4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5D9DCFD-4603-62FA-0543-E065CF9F7BC1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9AFBBF-B84B-2C20-1D9E-57487DFBBC16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F31AE1-6BF8-EFD4-3428-2E3994AFC038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DC7897-7315-DF9C-8FDD-07660BAEF06B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2FE2CE-E7D4-D88A-34A8-665398F55399}"/>
              </a:ext>
            </a:extLst>
          </p:cNvPr>
          <p:cNvSpPr/>
          <p:nvPr/>
        </p:nvSpPr>
        <p:spPr>
          <a:xfrm>
            <a:off x="8253413" y="1028700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BF125E-D6E4-EBE2-6173-008D26F20616}"/>
              </a:ext>
            </a:extLst>
          </p:cNvPr>
          <p:cNvSpPr/>
          <p:nvPr/>
        </p:nvSpPr>
        <p:spPr>
          <a:xfrm>
            <a:off x="7829504" y="20601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DF72A5-936D-A5AC-ADD8-0A5658A9D6EF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4257DA-3637-2106-6788-37DC32E729AA}"/>
              </a:ext>
            </a:extLst>
          </p:cNvPr>
          <p:cNvSpPr/>
          <p:nvPr/>
        </p:nvSpPr>
        <p:spPr>
          <a:xfrm>
            <a:off x="4952207" y="18549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0591F3C-C44F-6C2E-4742-549B49982336}"/>
              </a:ext>
            </a:extLst>
          </p:cNvPr>
          <p:cNvSpPr/>
          <p:nvPr/>
        </p:nvSpPr>
        <p:spPr>
          <a:xfrm>
            <a:off x="4152900" y="2032000"/>
            <a:ext cx="794591" cy="304800"/>
          </a:xfrm>
          <a:custGeom>
            <a:avLst/>
            <a:gdLst>
              <a:gd name="csX0" fmla="*/ 819150 w 819150"/>
              <a:gd name="csY0" fmla="*/ 6350 h 304800"/>
              <a:gd name="csX1" fmla="*/ 0 w 819150"/>
              <a:gd name="csY1" fmla="*/ 0 h 304800"/>
              <a:gd name="csX2" fmla="*/ 6350 w 819150"/>
              <a:gd name="csY2" fmla="*/ 304800 h 30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19150" h="304800">
                <a:moveTo>
                  <a:pt x="819150" y="6350"/>
                </a:moveTo>
                <a:lnTo>
                  <a:pt x="0" y="0"/>
                </a:lnTo>
                <a:lnTo>
                  <a:pt x="6350" y="304800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4D6B34-E70A-7121-E481-0A494819C7D8}"/>
              </a:ext>
            </a:extLst>
          </p:cNvPr>
          <p:cNvSpPr/>
          <p:nvPr/>
        </p:nvSpPr>
        <p:spPr>
          <a:xfrm>
            <a:off x="3342481" y="3650456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0D7D6D-0711-D580-A8D0-596B5A0B2720}"/>
              </a:ext>
            </a:extLst>
          </p:cNvPr>
          <p:cNvSpPr/>
          <p:nvPr/>
        </p:nvSpPr>
        <p:spPr>
          <a:xfrm>
            <a:off x="4278313" y="364886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249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E55BB-77A2-A0E4-DA15-489AFC908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298F5-033A-738F-41DB-42C924011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- 12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E7FBA1-668A-0846-F881-0EFB13DB4A6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95FCB-F5A2-7C17-47CC-375D37D17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E4F5B0-0BB7-2750-8557-EF228B841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A7CE4C-D84C-A0F0-5447-763425F5F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0F62E8-11C3-62A6-1BAD-7D5F6D350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3CE018-7B50-D644-AA76-F34739037CEB}"/>
              </a:ext>
            </a:extLst>
          </p:cNvPr>
          <p:cNvSpPr/>
          <p:nvPr/>
        </p:nvSpPr>
        <p:spPr>
          <a:xfrm>
            <a:off x="2545773" y="3544585"/>
            <a:ext cx="2026227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CA2D5F-9851-101E-69BC-275B6F94B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2178" y="2812652"/>
            <a:ext cx="6485897" cy="26326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9397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04466-A8F2-62B6-0622-1C776B945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8734406F-9CE0-806B-97A7-44565BCCB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4D4B073-25BF-BFB8-FBCF-12CEA1A62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9D9FF9B1-5837-6C46-3755-82E46D1656FF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160759-B102-717F-8EF7-335C48AD18C0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D983BE-E212-DB0F-2AB9-108906327F4B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B0B489-E234-769B-AD90-4328A4B22CA1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E0FB4A7-2136-54B5-DA44-4B60361A6257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2C485E0-78EA-4EA6-7F5D-99528C44A62D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4FFE14B-2D13-5D50-D5D2-1F27FCA54C11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336893-376D-E92E-5406-3B11F531CBD3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5EE23C2-4CDE-B16E-EBF5-688BA0B2C561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F03C87-5F66-FEC5-A0FA-EA6C8FE14AFE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8B3EA19-02B1-188A-926B-E879E15E51B9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2B014D1-249B-3A69-A611-32AE613D33A0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DEEE79-2576-5E75-7E64-8B62617E1292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605144-B851-3DFA-AF37-F7E972D25428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AA31E69-04DE-FE24-E518-2C7E0C4BB42B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DDA8465-9999-2587-4F49-67DFE5FE1803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16A73C8-C2C3-0F71-E6D2-973830E1A170}"/>
              </a:ext>
            </a:extLst>
          </p:cNvPr>
          <p:cNvSpPr/>
          <p:nvPr/>
        </p:nvSpPr>
        <p:spPr>
          <a:xfrm>
            <a:off x="7767638" y="1290638"/>
            <a:ext cx="495300" cy="185737"/>
          </a:xfrm>
          <a:custGeom>
            <a:avLst/>
            <a:gdLst>
              <a:gd name="csX0" fmla="*/ 495300 w 495300"/>
              <a:gd name="csY0" fmla="*/ 0 h 185737"/>
              <a:gd name="csX1" fmla="*/ 0 w 495300"/>
              <a:gd name="csY1" fmla="*/ 0 h 185737"/>
              <a:gd name="csX2" fmla="*/ 0 w 495300"/>
              <a:gd name="csY2" fmla="*/ 185737 h 185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5300" h="185737">
                <a:moveTo>
                  <a:pt x="495300" y="0"/>
                </a:moveTo>
                <a:lnTo>
                  <a:pt x="0" y="0"/>
                </a:lnTo>
                <a:lnTo>
                  <a:pt x="0" y="1857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EEC35D7-32FB-87F1-2102-1EB3DE52D004}"/>
              </a:ext>
            </a:extLst>
          </p:cNvPr>
          <p:cNvSpPr/>
          <p:nvPr/>
        </p:nvSpPr>
        <p:spPr>
          <a:xfrm>
            <a:off x="7262813" y="1662113"/>
            <a:ext cx="119062" cy="404812"/>
          </a:xfrm>
          <a:custGeom>
            <a:avLst/>
            <a:gdLst>
              <a:gd name="csX0" fmla="*/ 119062 w 119062"/>
              <a:gd name="csY0" fmla="*/ 0 h 404812"/>
              <a:gd name="csX1" fmla="*/ 0 w 119062"/>
              <a:gd name="csY1" fmla="*/ 0 h 404812"/>
              <a:gd name="csX2" fmla="*/ 4762 w 119062"/>
              <a:gd name="csY2" fmla="*/ 404812 h 4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9062" h="404812">
                <a:moveTo>
                  <a:pt x="119062" y="0"/>
                </a:moveTo>
                <a:lnTo>
                  <a:pt x="0" y="0"/>
                </a:lnTo>
                <a:cubicBezTo>
                  <a:pt x="1587" y="134937"/>
                  <a:pt x="3175" y="269875"/>
                  <a:pt x="4762" y="404812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1FF6DA5-3588-BC61-F09C-093596591537}"/>
              </a:ext>
            </a:extLst>
          </p:cNvPr>
          <p:cNvSpPr/>
          <p:nvPr/>
        </p:nvSpPr>
        <p:spPr>
          <a:xfrm>
            <a:off x="6391275" y="1223963"/>
            <a:ext cx="1862138" cy="376237"/>
          </a:xfrm>
          <a:custGeom>
            <a:avLst/>
            <a:gdLst>
              <a:gd name="csX0" fmla="*/ 1862138 w 1862138"/>
              <a:gd name="csY0" fmla="*/ 0 h 376237"/>
              <a:gd name="csX1" fmla="*/ 0 w 1862138"/>
              <a:gd name="csY1" fmla="*/ 4762 h 376237"/>
              <a:gd name="csX2" fmla="*/ 0 w 1862138"/>
              <a:gd name="csY2" fmla="*/ 200025 h 376237"/>
              <a:gd name="csX3" fmla="*/ 38100 w 1862138"/>
              <a:gd name="csY3" fmla="*/ 219075 h 376237"/>
              <a:gd name="csX4" fmla="*/ 42863 w 1862138"/>
              <a:gd name="csY4" fmla="*/ 285750 h 376237"/>
              <a:gd name="csX5" fmla="*/ 0 w 1862138"/>
              <a:gd name="csY5" fmla="*/ 304800 h 376237"/>
              <a:gd name="csX6" fmla="*/ 4763 w 1862138"/>
              <a:gd name="csY6" fmla="*/ 376237 h 376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62138" h="376237">
                <a:moveTo>
                  <a:pt x="1862138" y="0"/>
                </a:moveTo>
                <a:lnTo>
                  <a:pt x="0" y="4762"/>
                </a:lnTo>
                <a:lnTo>
                  <a:pt x="0" y="200025"/>
                </a:lnTo>
                <a:lnTo>
                  <a:pt x="38100" y="219075"/>
                </a:lnTo>
                <a:lnTo>
                  <a:pt x="42863" y="285750"/>
                </a:lnTo>
                <a:lnTo>
                  <a:pt x="0" y="304800"/>
                </a:lnTo>
                <a:lnTo>
                  <a:pt x="4763" y="3762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F9A7ED4-1E11-04D9-320F-7A5400A2ECC5}"/>
              </a:ext>
            </a:extLst>
          </p:cNvPr>
          <p:cNvSpPr/>
          <p:nvPr/>
        </p:nvSpPr>
        <p:spPr>
          <a:xfrm>
            <a:off x="5715000" y="1971675"/>
            <a:ext cx="676275" cy="133350"/>
          </a:xfrm>
          <a:custGeom>
            <a:avLst/>
            <a:gdLst>
              <a:gd name="csX0" fmla="*/ 676275 w 676275"/>
              <a:gd name="csY0" fmla="*/ 0 h 133350"/>
              <a:gd name="csX1" fmla="*/ 676275 w 676275"/>
              <a:gd name="csY1" fmla="*/ 133350 h 133350"/>
              <a:gd name="csX2" fmla="*/ 142875 w 676275"/>
              <a:gd name="csY2" fmla="*/ 133350 h 133350"/>
              <a:gd name="csX3" fmla="*/ 147638 w 676275"/>
              <a:gd name="csY3" fmla="*/ 57150 h 133350"/>
              <a:gd name="csX4" fmla="*/ 0 w 676275"/>
              <a:gd name="csY4" fmla="*/ 61913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6275" h="133350">
                <a:moveTo>
                  <a:pt x="676275" y="0"/>
                </a:moveTo>
                <a:lnTo>
                  <a:pt x="676275" y="133350"/>
                </a:lnTo>
                <a:lnTo>
                  <a:pt x="142875" y="133350"/>
                </a:lnTo>
                <a:lnTo>
                  <a:pt x="147638" y="57150"/>
                </a:lnTo>
                <a:lnTo>
                  <a:pt x="0" y="6191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A56F12B-CBA3-88F3-8FD4-F0908520C4AB}"/>
              </a:ext>
            </a:extLst>
          </p:cNvPr>
          <p:cNvSpPr/>
          <p:nvPr/>
        </p:nvSpPr>
        <p:spPr>
          <a:xfrm>
            <a:off x="4531519" y="2159794"/>
            <a:ext cx="416719" cy="821531"/>
          </a:xfrm>
          <a:custGeom>
            <a:avLst/>
            <a:gdLst>
              <a:gd name="csX0" fmla="*/ 416719 w 416719"/>
              <a:gd name="csY0" fmla="*/ 0 h 821531"/>
              <a:gd name="csX1" fmla="*/ 200025 w 416719"/>
              <a:gd name="csY1" fmla="*/ 0 h 821531"/>
              <a:gd name="csX2" fmla="*/ 197644 w 416719"/>
              <a:gd name="csY2" fmla="*/ 495300 h 821531"/>
              <a:gd name="csX3" fmla="*/ 166687 w 416719"/>
              <a:gd name="csY3" fmla="*/ 504825 h 821531"/>
              <a:gd name="csX4" fmla="*/ 166687 w 416719"/>
              <a:gd name="csY4" fmla="*/ 550069 h 821531"/>
              <a:gd name="csX5" fmla="*/ 195262 w 416719"/>
              <a:gd name="csY5" fmla="*/ 566737 h 821531"/>
              <a:gd name="csX6" fmla="*/ 192881 w 416719"/>
              <a:gd name="csY6" fmla="*/ 821531 h 821531"/>
              <a:gd name="csX7" fmla="*/ 0 w 416719"/>
              <a:gd name="csY7" fmla="*/ 821531 h 82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6719" h="821531">
                <a:moveTo>
                  <a:pt x="416719" y="0"/>
                </a:moveTo>
                <a:lnTo>
                  <a:pt x="200025" y="0"/>
                </a:lnTo>
                <a:cubicBezTo>
                  <a:pt x="199231" y="165100"/>
                  <a:pt x="198438" y="330200"/>
                  <a:pt x="197644" y="495300"/>
                </a:cubicBezTo>
                <a:lnTo>
                  <a:pt x="166687" y="504825"/>
                </a:lnTo>
                <a:lnTo>
                  <a:pt x="166687" y="550069"/>
                </a:lnTo>
                <a:lnTo>
                  <a:pt x="195262" y="566737"/>
                </a:lnTo>
                <a:cubicBezTo>
                  <a:pt x="194468" y="651668"/>
                  <a:pt x="193675" y="736600"/>
                  <a:pt x="192881" y="821531"/>
                </a:cubicBezTo>
                <a:lnTo>
                  <a:pt x="0" y="821531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8865C77-9EEC-9DA9-6C9B-F17970702A39}"/>
              </a:ext>
            </a:extLst>
          </p:cNvPr>
          <p:cNvSpPr/>
          <p:nvPr/>
        </p:nvSpPr>
        <p:spPr>
          <a:xfrm>
            <a:off x="4150519" y="2771775"/>
            <a:ext cx="2381" cy="192881"/>
          </a:xfrm>
          <a:custGeom>
            <a:avLst/>
            <a:gdLst>
              <a:gd name="csX0" fmla="*/ 0 w 2381"/>
              <a:gd name="csY0" fmla="*/ 192881 h 192881"/>
              <a:gd name="csX1" fmla="*/ 2381 w 2381"/>
              <a:gd name="csY1" fmla="*/ 0 h 192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81" h="192881">
                <a:moveTo>
                  <a:pt x="0" y="192881"/>
                </a:moveTo>
                <a:cubicBezTo>
                  <a:pt x="794" y="128587"/>
                  <a:pt x="1587" y="64294"/>
                  <a:pt x="2381" y="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7C71F3A-EF8A-74C4-A95B-AFADE9B0ED6C}"/>
              </a:ext>
            </a:extLst>
          </p:cNvPr>
          <p:cNvSpPr/>
          <p:nvPr/>
        </p:nvSpPr>
        <p:spPr>
          <a:xfrm>
            <a:off x="3717131" y="3402806"/>
            <a:ext cx="250032" cy="247650"/>
          </a:xfrm>
          <a:custGeom>
            <a:avLst/>
            <a:gdLst>
              <a:gd name="csX0" fmla="*/ 0 w 250032"/>
              <a:gd name="csY0" fmla="*/ 247650 h 247650"/>
              <a:gd name="csX1" fmla="*/ 4763 w 250032"/>
              <a:gd name="csY1" fmla="*/ 95250 h 247650"/>
              <a:gd name="csX2" fmla="*/ 250032 w 250032"/>
              <a:gd name="csY2" fmla="*/ 92869 h 247650"/>
              <a:gd name="csX3" fmla="*/ 250032 w 250032"/>
              <a:gd name="csY3" fmla="*/ 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0032" h="247650">
                <a:moveTo>
                  <a:pt x="0" y="247650"/>
                </a:moveTo>
                <a:lnTo>
                  <a:pt x="4763" y="95250"/>
                </a:lnTo>
                <a:lnTo>
                  <a:pt x="250032" y="92869"/>
                </a:lnTo>
                <a:lnTo>
                  <a:pt x="25003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61A3E15-E85B-5D40-268C-C900ED087ABF}"/>
              </a:ext>
            </a:extLst>
          </p:cNvPr>
          <p:cNvSpPr/>
          <p:nvPr/>
        </p:nvSpPr>
        <p:spPr>
          <a:xfrm>
            <a:off x="4338638" y="3400425"/>
            <a:ext cx="314325" cy="240506"/>
          </a:xfrm>
          <a:custGeom>
            <a:avLst/>
            <a:gdLst>
              <a:gd name="csX0" fmla="*/ 0 w 314325"/>
              <a:gd name="csY0" fmla="*/ 0 h 240506"/>
              <a:gd name="csX1" fmla="*/ 2381 w 314325"/>
              <a:gd name="csY1" fmla="*/ 97631 h 240506"/>
              <a:gd name="csX2" fmla="*/ 309562 w 314325"/>
              <a:gd name="csY2" fmla="*/ 92869 h 240506"/>
              <a:gd name="csX3" fmla="*/ 314325 w 314325"/>
              <a:gd name="csY3" fmla="*/ 240506 h 2405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4325" h="240506">
                <a:moveTo>
                  <a:pt x="0" y="0"/>
                </a:moveTo>
                <a:cubicBezTo>
                  <a:pt x="794" y="32544"/>
                  <a:pt x="1587" y="65087"/>
                  <a:pt x="2381" y="97631"/>
                </a:cubicBezTo>
                <a:lnTo>
                  <a:pt x="309562" y="92869"/>
                </a:lnTo>
                <a:lnTo>
                  <a:pt x="314325" y="24050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7A05B59-E158-DEEC-F3FD-AEE22FA9C9A3}"/>
              </a:ext>
            </a:extLst>
          </p:cNvPr>
          <p:cNvSpPr/>
          <p:nvPr/>
        </p:nvSpPr>
        <p:spPr>
          <a:xfrm>
            <a:off x="4537075" y="2441575"/>
            <a:ext cx="2433638" cy="773113"/>
          </a:xfrm>
          <a:custGeom>
            <a:avLst/>
            <a:gdLst>
              <a:gd name="csX0" fmla="*/ 2387600 w 2433638"/>
              <a:gd name="csY0" fmla="*/ 0 h 752475"/>
              <a:gd name="csX1" fmla="*/ 2384425 w 2433638"/>
              <a:gd name="csY1" fmla="*/ 533400 h 752475"/>
              <a:gd name="csX2" fmla="*/ 2433638 w 2433638"/>
              <a:gd name="csY2" fmla="*/ 557213 h 752475"/>
              <a:gd name="csX3" fmla="*/ 2430463 w 2433638"/>
              <a:gd name="csY3" fmla="*/ 687388 h 752475"/>
              <a:gd name="csX4" fmla="*/ 2389188 w 2433638"/>
              <a:gd name="csY4" fmla="*/ 706438 h 752475"/>
              <a:gd name="csX5" fmla="*/ 2390775 w 2433638"/>
              <a:gd name="csY5" fmla="*/ 747713 h 752475"/>
              <a:gd name="csX6" fmla="*/ 0 w 2433638"/>
              <a:gd name="csY6" fmla="*/ 752475 h 752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33638" h="752475">
                <a:moveTo>
                  <a:pt x="2387600" y="0"/>
                </a:moveTo>
                <a:cubicBezTo>
                  <a:pt x="2386542" y="177800"/>
                  <a:pt x="2385483" y="355600"/>
                  <a:pt x="2384425" y="533400"/>
                </a:cubicBezTo>
                <a:lnTo>
                  <a:pt x="2433638" y="557213"/>
                </a:lnTo>
                <a:cubicBezTo>
                  <a:pt x="2432580" y="600605"/>
                  <a:pt x="2431521" y="643996"/>
                  <a:pt x="2430463" y="687388"/>
                </a:cubicBezTo>
                <a:lnTo>
                  <a:pt x="2389188" y="706438"/>
                </a:lnTo>
                <a:lnTo>
                  <a:pt x="2390775" y="747713"/>
                </a:lnTo>
                <a:lnTo>
                  <a:pt x="0" y="752475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30A1885-A4B3-C62A-E4E5-EF706B00A52E}"/>
              </a:ext>
            </a:extLst>
          </p:cNvPr>
          <p:cNvSpPr/>
          <p:nvPr/>
        </p:nvSpPr>
        <p:spPr>
          <a:xfrm>
            <a:off x="6207125" y="2249488"/>
            <a:ext cx="496888" cy="336550"/>
          </a:xfrm>
          <a:custGeom>
            <a:avLst/>
            <a:gdLst>
              <a:gd name="csX0" fmla="*/ 496888 w 496888"/>
              <a:gd name="csY0" fmla="*/ 0 h 336550"/>
              <a:gd name="csX1" fmla="*/ 0 w 496888"/>
              <a:gd name="csY1" fmla="*/ 0 h 336550"/>
              <a:gd name="csX2" fmla="*/ 0 w 496888"/>
              <a:gd name="csY2" fmla="*/ 336550 h 336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6888" h="336550">
                <a:moveTo>
                  <a:pt x="496888" y="0"/>
                </a:moveTo>
                <a:lnTo>
                  <a:pt x="0" y="0"/>
                </a:lnTo>
                <a:lnTo>
                  <a:pt x="0" y="3365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6B400C-422C-4CFA-9C3A-4AB83D0AE28E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A3A95E-F689-3199-D0CB-CBE859DA6EEF}"/>
              </a:ext>
            </a:extLst>
          </p:cNvPr>
          <p:cNvSpPr/>
          <p:nvPr/>
        </p:nvSpPr>
        <p:spPr>
          <a:xfrm>
            <a:off x="7392988" y="14787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4C813F-A00F-CA2A-2FD9-2C31EDA435A9}"/>
              </a:ext>
            </a:extLst>
          </p:cNvPr>
          <p:cNvSpPr/>
          <p:nvPr/>
        </p:nvSpPr>
        <p:spPr>
          <a:xfrm>
            <a:off x="6019800" y="159543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D55E33-4D0E-D967-168A-217A2D59B98E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B8EDC-707E-C09C-69E8-48CD7B88CCFA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244579-5B11-240F-8042-D043E11FD1AC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E6F3F6-3178-A714-C4AE-1A8CA6B7EB41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70A74F4-AD9C-F2A1-2AF3-8D822A72BEFF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D6DB9F-B03F-75E4-3DB3-0A95AD46DD36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D68D70-BA08-EFAF-398F-D3DAC8B4074D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7D34332-24FE-C3F5-DB6C-626C57AAD5D5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A130D0-43AA-EA6B-05D0-0915367C6768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C358E9-A462-DCD2-5C8A-AA99BC2DF825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2B4F10-5471-46AD-88F0-E35994770B90}"/>
              </a:ext>
            </a:extLst>
          </p:cNvPr>
          <p:cNvSpPr/>
          <p:nvPr/>
        </p:nvSpPr>
        <p:spPr>
          <a:xfrm>
            <a:off x="8253413" y="1028700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EE3AB6-5059-F32C-1832-EA038DD54131}"/>
              </a:ext>
            </a:extLst>
          </p:cNvPr>
          <p:cNvSpPr/>
          <p:nvPr/>
        </p:nvSpPr>
        <p:spPr>
          <a:xfrm>
            <a:off x="7829504" y="20601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9D4A8E6-907D-F693-2D3A-DF36078789A1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9C97D44-67BB-A57E-1612-7925E3744603}"/>
              </a:ext>
            </a:extLst>
          </p:cNvPr>
          <p:cNvSpPr/>
          <p:nvPr/>
        </p:nvSpPr>
        <p:spPr>
          <a:xfrm>
            <a:off x="4152900" y="2032000"/>
            <a:ext cx="794591" cy="304800"/>
          </a:xfrm>
          <a:custGeom>
            <a:avLst/>
            <a:gdLst>
              <a:gd name="csX0" fmla="*/ 819150 w 819150"/>
              <a:gd name="csY0" fmla="*/ 6350 h 304800"/>
              <a:gd name="csX1" fmla="*/ 0 w 819150"/>
              <a:gd name="csY1" fmla="*/ 0 h 304800"/>
              <a:gd name="csX2" fmla="*/ 6350 w 819150"/>
              <a:gd name="csY2" fmla="*/ 304800 h 30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19150" h="304800">
                <a:moveTo>
                  <a:pt x="819150" y="6350"/>
                </a:moveTo>
                <a:lnTo>
                  <a:pt x="0" y="0"/>
                </a:lnTo>
                <a:lnTo>
                  <a:pt x="6350" y="304800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4699293-5644-0B42-4D24-353228009608}"/>
              </a:ext>
            </a:extLst>
          </p:cNvPr>
          <p:cNvSpPr/>
          <p:nvPr/>
        </p:nvSpPr>
        <p:spPr>
          <a:xfrm>
            <a:off x="4952207" y="18549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E4E801BF-4C91-2D77-DC81-8B73CF40598B}"/>
              </a:ext>
            </a:extLst>
          </p:cNvPr>
          <p:cNvSpPr/>
          <p:nvPr/>
        </p:nvSpPr>
        <p:spPr>
          <a:xfrm>
            <a:off x="4538663" y="2971800"/>
            <a:ext cx="1671637" cy="180975"/>
          </a:xfrm>
          <a:custGeom>
            <a:avLst/>
            <a:gdLst>
              <a:gd name="csX0" fmla="*/ 0 w 1671637"/>
              <a:gd name="csY0" fmla="*/ 176213 h 180975"/>
              <a:gd name="csX1" fmla="*/ 1666875 w 1671637"/>
              <a:gd name="csY1" fmla="*/ 180975 h 180975"/>
              <a:gd name="csX2" fmla="*/ 1671637 w 1671637"/>
              <a:gd name="csY2" fmla="*/ 0 h 180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71637" h="180975">
                <a:moveTo>
                  <a:pt x="0" y="176213"/>
                </a:moveTo>
                <a:lnTo>
                  <a:pt x="1666875" y="180975"/>
                </a:lnTo>
                <a:lnTo>
                  <a:pt x="167163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2D9C62F-42B4-F273-222A-6A9792D0174A}"/>
              </a:ext>
            </a:extLst>
          </p:cNvPr>
          <p:cNvSpPr/>
          <p:nvPr/>
        </p:nvSpPr>
        <p:spPr>
          <a:xfrm>
            <a:off x="3342481" y="3650456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5088D49-C82A-70B2-551F-94AD9E530BBA}"/>
              </a:ext>
            </a:extLst>
          </p:cNvPr>
          <p:cNvSpPr/>
          <p:nvPr/>
        </p:nvSpPr>
        <p:spPr>
          <a:xfrm>
            <a:off x="4278313" y="364886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62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140A-B29C-24FB-3777-31824B72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88C28-6B2A-64C1-7314-71D94861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- 13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FB3F2E-52AE-3760-56B5-941637EC849F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18E3E3-F828-C5BE-730D-B7CC50412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1E9C02-85E0-C02F-8A0F-C81759D1B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16468B-4616-F6D5-15BD-02C265D2A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1EE0B8-D714-F58F-D560-D0FD9B7C31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30CF2E-1893-9BF2-8CC3-F483F6FB00BD}"/>
              </a:ext>
            </a:extLst>
          </p:cNvPr>
          <p:cNvSpPr/>
          <p:nvPr/>
        </p:nvSpPr>
        <p:spPr>
          <a:xfrm>
            <a:off x="2535382" y="3544585"/>
            <a:ext cx="2036618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6D2EFE-F3B4-8CE6-FBC3-24AEB47A0D0A}"/>
              </a:ext>
            </a:extLst>
          </p:cNvPr>
          <p:cNvSpPr/>
          <p:nvPr/>
        </p:nvSpPr>
        <p:spPr>
          <a:xfrm>
            <a:off x="611241" y="4700918"/>
            <a:ext cx="2036618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2A4A5A4-8B90-5741-6427-BF7A039E9C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248" y="2489899"/>
            <a:ext cx="6967511" cy="37315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892173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4BD28-EEA2-3436-35A5-70F287713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492B074F-8C7C-B69E-3E97-B52708957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E25C656-295E-EDB3-AF46-5E3DF2E0F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706CDD1B-35A2-F0E8-9DC7-C0DB14DDD800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08E8C4A-10DF-8DC9-F7C7-2AB108BF7D80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A8CCF8-1D57-5C1B-5019-C00C63CC7BB8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673AC12-ED57-8960-1F5B-5284C65F91C7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04A3CCD-A5FA-021E-B75B-FFC144FA30D9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B29535B-D6D9-CC21-B2E2-47F028FC71D3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30A08CC-73A9-8EC7-B43A-0B29E89C48A9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B9BE408-99B7-D07F-0D7E-55CE4FD0B8A5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C4E5352-8FBC-E9DA-9079-A37A6CAEB719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C5783C-7584-C6BA-4189-10CB0A3D0386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119FDC3-0A44-615B-2BDE-8434C7B822E3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FC72E5-469F-D929-8CB1-3E31B9E6B1AF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924EC10-6272-7EB4-8DFA-097568FA2B25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47E5AC4-6F86-005E-6577-17DBE8EE85A9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9867AC-0880-C17A-B905-2A7E5180C50A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393043A-D1F3-FB59-DCD7-7C3A2262ABD6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F441B67-C0DE-8255-27F8-9577FFC7694A}"/>
              </a:ext>
            </a:extLst>
          </p:cNvPr>
          <p:cNvSpPr/>
          <p:nvPr/>
        </p:nvSpPr>
        <p:spPr>
          <a:xfrm>
            <a:off x="7767638" y="1290638"/>
            <a:ext cx="495300" cy="185737"/>
          </a:xfrm>
          <a:custGeom>
            <a:avLst/>
            <a:gdLst>
              <a:gd name="csX0" fmla="*/ 495300 w 495300"/>
              <a:gd name="csY0" fmla="*/ 0 h 185737"/>
              <a:gd name="csX1" fmla="*/ 0 w 495300"/>
              <a:gd name="csY1" fmla="*/ 0 h 185737"/>
              <a:gd name="csX2" fmla="*/ 0 w 495300"/>
              <a:gd name="csY2" fmla="*/ 185737 h 185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5300" h="185737">
                <a:moveTo>
                  <a:pt x="495300" y="0"/>
                </a:moveTo>
                <a:lnTo>
                  <a:pt x="0" y="0"/>
                </a:lnTo>
                <a:lnTo>
                  <a:pt x="0" y="1857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E2E9F15-E8C1-B311-DC1F-6BAA4DE7D814}"/>
              </a:ext>
            </a:extLst>
          </p:cNvPr>
          <p:cNvSpPr/>
          <p:nvPr/>
        </p:nvSpPr>
        <p:spPr>
          <a:xfrm>
            <a:off x="7262813" y="1662113"/>
            <a:ext cx="119062" cy="404812"/>
          </a:xfrm>
          <a:custGeom>
            <a:avLst/>
            <a:gdLst>
              <a:gd name="csX0" fmla="*/ 119062 w 119062"/>
              <a:gd name="csY0" fmla="*/ 0 h 404812"/>
              <a:gd name="csX1" fmla="*/ 0 w 119062"/>
              <a:gd name="csY1" fmla="*/ 0 h 404812"/>
              <a:gd name="csX2" fmla="*/ 4762 w 119062"/>
              <a:gd name="csY2" fmla="*/ 404812 h 4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9062" h="404812">
                <a:moveTo>
                  <a:pt x="119062" y="0"/>
                </a:moveTo>
                <a:lnTo>
                  <a:pt x="0" y="0"/>
                </a:lnTo>
                <a:cubicBezTo>
                  <a:pt x="1587" y="134937"/>
                  <a:pt x="3175" y="269875"/>
                  <a:pt x="4762" y="404812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7454C77-F7AE-3817-AA8B-1D450998DB46}"/>
              </a:ext>
            </a:extLst>
          </p:cNvPr>
          <p:cNvSpPr/>
          <p:nvPr/>
        </p:nvSpPr>
        <p:spPr>
          <a:xfrm>
            <a:off x="6391275" y="1223963"/>
            <a:ext cx="1862138" cy="376237"/>
          </a:xfrm>
          <a:custGeom>
            <a:avLst/>
            <a:gdLst>
              <a:gd name="csX0" fmla="*/ 1862138 w 1862138"/>
              <a:gd name="csY0" fmla="*/ 0 h 376237"/>
              <a:gd name="csX1" fmla="*/ 0 w 1862138"/>
              <a:gd name="csY1" fmla="*/ 4762 h 376237"/>
              <a:gd name="csX2" fmla="*/ 0 w 1862138"/>
              <a:gd name="csY2" fmla="*/ 200025 h 376237"/>
              <a:gd name="csX3" fmla="*/ 38100 w 1862138"/>
              <a:gd name="csY3" fmla="*/ 219075 h 376237"/>
              <a:gd name="csX4" fmla="*/ 42863 w 1862138"/>
              <a:gd name="csY4" fmla="*/ 285750 h 376237"/>
              <a:gd name="csX5" fmla="*/ 0 w 1862138"/>
              <a:gd name="csY5" fmla="*/ 304800 h 376237"/>
              <a:gd name="csX6" fmla="*/ 4763 w 1862138"/>
              <a:gd name="csY6" fmla="*/ 376237 h 376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62138" h="376237">
                <a:moveTo>
                  <a:pt x="1862138" y="0"/>
                </a:moveTo>
                <a:lnTo>
                  <a:pt x="0" y="4762"/>
                </a:lnTo>
                <a:lnTo>
                  <a:pt x="0" y="200025"/>
                </a:lnTo>
                <a:lnTo>
                  <a:pt x="38100" y="219075"/>
                </a:lnTo>
                <a:lnTo>
                  <a:pt x="42863" y="285750"/>
                </a:lnTo>
                <a:lnTo>
                  <a:pt x="0" y="304800"/>
                </a:lnTo>
                <a:lnTo>
                  <a:pt x="4763" y="3762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E089959-4161-11D1-4732-8770F3FDA1A5}"/>
              </a:ext>
            </a:extLst>
          </p:cNvPr>
          <p:cNvSpPr/>
          <p:nvPr/>
        </p:nvSpPr>
        <p:spPr>
          <a:xfrm>
            <a:off x="5715000" y="1971675"/>
            <a:ext cx="676275" cy="133350"/>
          </a:xfrm>
          <a:custGeom>
            <a:avLst/>
            <a:gdLst>
              <a:gd name="csX0" fmla="*/ 676275 w 676275"/>
              <a:gd name="csY0" fmla="*/ 0 h 133350"/>
              <a:gd name="csX1" fmla="*/ 676275 w 676275"/>
              <a:gd name="csY1" fmla="*/ 133350 h 133350"/>
              <a:gd name="csX2" fmla="*/ 142875 w 676275"/>
              <a:gd name="csY2" fmla="*/ 133350 h 133350"/>
              <a:gd name="csX3" fmla="*/ 147638 w 676275"/>
              <a:gd name="csY3" fmla="*/ 57150 h 133350"/>
              <a:gd name="csX4" fmla="*/ 0 w 676275"/>
              <a:gd name="csY4" fmla="*/ 61913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6275" h="133350">
                <a:moveTo>
                  <a:pt x="676275" y="0"/>
                </a:moveTo>
                <a:lnTo>
                  <a:pt x="676275" y="133350"/>
                </a:lnTo>
                <a:lnTo>
                  <a:pt x="142875" y="133350"/>
                </a:lnTo>
                <a:lnTo>
                  <a:pt x="147638" y="57150"/>
                </a:lnTo>
                <a:lnTo>
                  <a:pt x="0" y="6191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3E7592C-EDCD-8FAC-79E2-464FA3B28081}"/>
              </a:ext>
            </a:extLst>
          </p:cNvPr>
          <p:cNvSpPr/>
          <p:nvPr/>
        </p:nvSpPr>
        <p:spPr>
          <a:xfrm>
            <a:off x="4531519" y="2159794"/>
            <a:ext cx="416719" cy="821531"/>
          </a:xfrm>
          <a:custGeom>
            <a:avLst/>
            <a:gdLst>
              <a:gd name="csX0" fmla="*/ 416719 w 416719"/>
              <a:gd name="csY0" fmla="*/ 0 h 821531"/>
              <a:gd name="csX1" fmla="*/ 200025 w 416719"/>
              <a:gd name="csY1" fmla="*/ 0 h 821531"/>
              <a:gd name="csX2" fmla="*/ 197644 w 416719"/>
              <a:gd name="csY2" fmla="*/ 495300 h 821531"/>
              <a:gd name="csX3" fmla="*/ 166687 w 416719"/>
              <a:gd name="csY3" fmla="*/ 504825 h 821531"/>
              <a:gd name="csX4" fmla="*/ 166687 w 416719"/>
              <a:gd name="csY4" fmla="*/ 550069 h 821531"/>
              <a:gd name="csX5" fmla="*/ 195262 w 416719"/>
              <a:gd name="csY5" fmla="*/ 566737 h 821531"/>
              <a:gd name="csX6" fmla="*/ 192881 w 416719"/>
              <a:gd name="csY6" fmla="*/ 821531 h 821531"/>
              <a:gd name="csX7" fmla="*/ 0 w 416719"/>
              <a:gd name="csY7" fmla="*/ 821531 h 82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6719" h="821531">
                <a:moveTo>
                  <a:pt x="416719" y="0"/>
                </a:moveTo>
                <a:lnTo>
                  <a:pt x="200025" y="0"/>
                </a:lnTo>
                <a:cubicBezTo>
                  <a:pt x="199231" y="165100"/>
                  <a:pt x="198438" y="330200"/>
                  <a:pt x="197644" y="495300"/>
                </a:cubicBezTo>
                <a:lnTo>
                  <a:pt x="166687" y="504825"/>
                </a:lnTo>
                <a:lnTo>
                  <a:pt x="166687" y="550069"/>
                </a:lnTo>
                <a:lnTo>
                  <a:pt x="195262" y="566737"/>
                </a:lnTo>
                <a:cubicBezTo>
                  <a:pt x="194468" y="651668"/>
                  <a:pt x="193675" y="736600"/>
                  <a:pt x="192881" y="821531"/>
                </a:cubicBezTo>
                <a:lnTo>
                  <a:pt x="0" y="821531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EEAED6A-D3D1-57E8-CCEB-DF390018486F}"/>
              </a:ext>
            </a:extLst>
          </p:cNvPr>
          <p:cNvSpPr/>
          <p:nvPr/>
        </p:nvSpPr>
        <p:spPr>
          <a:xfrm>
            <a:off x="4150519" y="2771775"/>
            <a:ext cx="2381" cy="192881"/>
          </a:xfrm>
          <a:custGeom>
            <a:avLst/>
            <a:gdLst>
              <a:gd name="csX0" fmla="*/ 0 w 2381"/>
              <a:gd name="csY0" fmla="*/ 192881 h 192881"/>
              <a:gd name="csX1" fmla="*/ 2381 w 2381"/>
              <a:gd name="csY1" fmla="*/ 0 h 192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81" h="192881">
                <a:moveTo>
                  <a:pt x="0" y="192881"/>
                </a:moveTo>
                <a:cubicBezTo>
                  <a:pt x="794" y="128587"/>
                  <a:pt x="1587" y="64294"/>
                  <a:pt x="2381" y="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4B459F1-DF6C-666B-5603-DD46B2516CC2}"/>
              </a:ext>
            </a:extLst>
          </p:cNvPr>
          <p:cNvSpPr/>
          <p:nvPr/>
        </p:nvSpPr>
        <p:spPr>
          <a:xfrm>
            <a:off x="3717131" y="3402806"/>
            <a:ext cx="250032" cy="247650"/>
          </a:xfrm>
          <a:custGeom>
            <a:avLst/>
            <a:gdLst>
              <a:gd name="csX0" fmla="*/ 0 w 250032"/>
              <a:gd name="csY0" fmla="*/ 247650 h 247650"/>
              <a:gd name="csX1" fmla="*/ 4763 w 250032"/>
              <a:gd name="csY1" fmla="*/ 95250 h 247650"/>
              <a:gd name="csX2" fmla="*/ 250032 w 250032"/>
              <a:gd name="csY2" fmla="*/ 92869 h 247650"/>
              <a:gd name="csX3" fmla="*/ 250032 w 250032"/>
              <a:gd name="csY3" fmla="*/ 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0032" h="247650">
                <a:moveTo>
                  <a:pt x="0" y="247650"/>
                </a:moveTo>
                <a:lnTo>
                  <a:pt x="4763" y="95250"/>
                </a:lnTo>
                <a:lnTo>
                  <a:pt x="250032" y="92869"/>
                </a:lnTo>
                <a:lnTo>
                  <a:pt x="25003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B966FD8-070F-4E21-6C81-73AAD1BCB57F}"/>
              </a:ext>
            </a:extLst>
          </p:cNvPr>
          <p:cNvSpPr/>
          <p:nvPr/>
        </p:nvSpPr>
        <p:spPr>
          <a:xfrm>
            <a:off x="4338638" y="3400425"/>
            <a:ext cx="314325" cy="240506"/>
          </a:xfrm>
          <a:custGeom>
            <a:avLst/>
            <a:gdLst>
              <a:gd name="csX0" fmla="*/ 0 w 314325"/>
              <a:gd name="csY0" fmla="*/ 0 h 240506"/>
              <a:gd name="csX1" fmla="*/ 2381 w 314325"/>
              <a:gd name="csY1" fmla="*/ 97631 h 240506"/>
              <a:gd name="csX2" fmla="*/ 309562 w 314325"/>
              <a:gd name="csY2" fmla="*/ 92869 h 240506"/>
              <a:gd name="csX3" fmla="*/ 314325 w 314325"/>
              <a:gd name="csY3" fmla="*/ 240506 h 2405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4325" h="240506">
                <a:moveTo>
                  <a:pt x="0" y="0"/>
                </a:moveTo>
                <a:cubicBezTo>
                  <a:pt x="794" y="32544"/>
                  <a:pt x="1587" y="65087"/>
                  <a:pt x="2381" y="97631"/>
                </a:cubicBezTo>
                <a:lnTo>
                  <a:pt x="309562" y="92869"/>
                </a:lnTo>
                <a:lnTo>
                  <a:pt x="314325" y="24050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D8BB4FA-AEFE-6D76-7FFF-505B7F5C9C4B}"/>
              </a:ext>
            </a:extLst>
          </p:cNvPr>
          <p:cNvSpPr/>
          <p:nvPr/>
        </p:nvSpPr>
        <p:spPr>
          <a:xfrm>
            <a:off x="4537075" y="2441575"/>
            <a:ext cx="2433638" cy="773113"/>
          </a:xfrm>
          <a:custGeom>
            <a:avLst/>
            <a:gdLst>
              <a:gd name="csX0" fmla="*/ 2387600 w 2433638"/>
              <a:gd name="csY0" fmla="*/ 0 h 752475"/>
              <a:gd name="csX1" fmla="*/ 2384425 w 2433638"/>
              <a:gd name="csY1" fmla="*/ 533400 h 752475"/>
              <a:gd name="csX2" fmla="*/ 2433638 w 2433638"/>
              <a:gd name="csY2" fmla="*/ 557213 h 752475"/>
              <a:gd name="csX3" fmla="*/ 2430463 w 2433638"/>
              <a:gd name="csY3" fmla="*/ 687388 h 752475"/>
              <a:gd name="csX4" fmla="*/ 2389188 w 2433638"/>
              <a:gd name="csY4" fmla="*/ 706438 h 752475"/>
              <a:gd name="csX5" fmla="*/ 2390775 w 2433638"/>
              <a:gd name="csY5" fmla="*/ 747713 h 752475"/>
              <a:gd name="csX6" fmla="*/ 0 w 2433638"/>
              <a:gd name="csY6" fmla="*/ 752475 h 752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33638" h="752475">
                <a:moveTo>
                  <a:pt x="2387600" y="0"/>
                </a:moveTo>
                <a:cubicBezTo>
                  <a:pt x="2386542" y="177800"/>
                  <a:pt x="2385483" y="355600"/>
                  <a:pt x="2384425" y="533400"/>
                </a:cubicBezTo>
                <a:lnTo>
                  <a:pt x="2433638" y="557213"/>
                </a:lnTo>
                <a:cubicBezTo>
                  <a:pt x="2432580" y="600605"/>
                  <a:pt x="2431521" y="643996"/>
                  <a:pt x="2430463" y="687388"/>
                </a:cubicBezTo>
                <a:lnTo>
                  <a:pt x="2389188" y="706438"/>
                </a:lnTo>
                <a:lnTo>
                  <a:pt x="2390775" y="747713"/>
                </a:lnTo>
                <a:lnTo>
                  <a:pt x="0" y="752475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4605BE8-E8C0-5FBB-0199-C593334CBC3D}"/>
              </a:ext>
            </a:extLst>
          </p:cNvPr>
          <p:cNvSpPr/>
          <p:nvPr/>
        </p:nvSpPr>
        <p:spPr>
          <a:xfrm>
            <a:off x="6207125" y="2249488"/>
            <a:ext cx="496888" cy="336550"/>
          </a:xfrm>
          <a:custGeom>
            <a:avLst/>
            <a:gdLst>
              <a:gd name="csX0" fmla="*/ 496888 w 496888"/>
              <a:gd name="csY0" fmla="*/ 0 h 336550"/>
              <a:gd name="csX1" fmla="*/ 0 w 496888"/>
              <a:gd name="csY1" fmla="*/ 0 h 336550"/>
              <a:gd name="csX2" fmla="*/ 0 w 496888"/>
              <a:gd name="csY2" fmla="*/ 336550 h 336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6888" h="336550">
                <a:moveTo>
                  <a:pt x="496888" y="0"/>
                </a:moveTo>
                <a:lnTo>
                  <a:pt x="0" y="0"/>
                </a:lnTo>
                <a:lnTo>
                  <a:pt x="0" y="3365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1A1F32-D812-7771-F391-C9B996069331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FA7850-4D11-A5C4-2B9B-46AD565ABA2E}"/>
              </a:ext>
            </a:extLst>
          </p:cNvPr>
          <p:cNvSpPr/>
          <p:nvPr/>
        </p:nvSpPr>
        <p:spPr>
          <a:xfrm>
            <a:off x="7392988" y="14787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B01031-13F5-ABF0-B330-8F99A0D17C05}"/>
              </a:ext>
            </a:extLst>
          </p:cNvPr>
          <p:cNvSpPr/>
          <p:nvPr/>
        </p:nvSpPr>
        <p:spPr>
          <a:xfrm>
            <a:off x="6019800" y="159543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5869AC6-2FB7-8BA4-BF9F-A7DCB9EF5068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F9643C-5C9A-0024-B0F7-CEB70DF537E5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B42873-CA8E-85D5-B96D-FE0A7E94C3E9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218FFB-9F56-9093-CC65-C5A850BDD8AD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D65A08-3275-D670-76C2-6D2075991058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DC0BF2-70B3-94F8-962C-BD45A3EB7E06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B39FC6-6A46-AC6A-B74A-045BF64099D0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D8CE8F8-FA11-984C-F43C-CC0306685247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E04E8C3-80F1-A1D7-3CB3-AFA8015338F9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ED3FE3C-82D9-0474-8100-251F8661DC90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040F20-23A3-144D-8253-1E788C8FFD5B}"/>
              </a:ext>
            </a:extLst>
          </p:cNvPr>
          <p:cNvSpPr/>
          <p:nvPr/>
        </p:nvSpPr>
        <p:spPr>
          <a:xfrm>
            <a:off x="8253413" y="1028700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968686-AAC1-CBBA-8B9D-37739A1D645D}"/>
              </a:ext>
            </a:extLst>
          </p:cNvPr>
          <p:cNvSpPr/>
          <p:nvPr/>
        </p:nvSpPr>
        <p:spPr>
          <a:xfrm>
            <a:off x="7829504" y="20601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025297-3A28-7871-A07E-E7B0A8741CEB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0898B68-F8C3-1B29-D22E-378F8D41D88D}"/>
              </a:ext>
            </a:extLst>
          </p:cNvPr>
          <p:cNvSpPr/>
          <p:nvPr/>
        </p:nvSpPr>
        <p:spPr>
          <a:xfrm>
            <a:off x="4152900" y="2032000"/>
            <a:ext cx="794591" cy="304800"/>
          </a:xfrm>
          <a:custGeom>
            <a:avLst/>
            <a:gdLst>
              <a:gd name="csX0" fmla="*/ 819150 w 819150"/>
              <a:gd name="csY0" fmla="*/ 6350 h 304800"/>
              <a:gd name="csX1" fmla="*/ 0 w 819150"/>
              <a:gd name="csY1" fmla="*/ 0 h 304800"/>
              <a:gd name="csX2" fmla="*/ 6350 w 819150"/>
              <a:gd name="csY2" fmla="*/ 304800 h 30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19150" h="304800">
                <a:moveTo>
                  <a:pt x="819150" y="6350"/>
                </a:moveTo>
                <a:lnTo>
                  <a:pt x="0" y="0"/>
                </a:lnTo>
                <a:lnTo>
                  <a:pt x="6350" y="304800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3C832D3-0A5A-16C4-FE6E-7EF2BDC63EE2}"/>
              </a:ext>
            </a:extLst>
          </p:cNvPr>
          <p:cNvSpPr/>
          <p:nvPr/>
        </p:nvSpPr>
        <p:spPr>
          <a:xfrm>
            <a:off x="4952207" y="18549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746CE61-B282-F821-2C29-AE137E558C79}"/>
              </a:ext>
            </a:extLst>
          </p:cNvPr>
          <p:cNvSpPr/>
          <p:nvPr/>
        </p:nvSpPr>
        <p:spPr>
          <a:xfrm>
            <a:off x="4538663" y="2971800"/>
            <a:ext cx="1671637" cy="180975"/>
          </a:xfrm>
          <a:custGeom>
            <a:avLst/>
            <a:gdLst>
              <a:gd name="csX0" fmla="*/ 0 w 1671637"/>
              <a:gd name="csY0" fmla="*/ 176213 h 180975"/>
              <a:gd name="csX1" fmla="*/ 1666875 w 1671637"/>
              <a:gd name="csY1" fmla="*/ 180975 h 180975"/>
              <a:gd name="csX2" fmla="*/ 1671637 w 1671637"/>
              <a:gd name="csY2" fmla="*/ 0 h 180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71637" h="180975">
                <a:moveTo>
                  <a:pt x="0" y="176213"/>
                </a:moveTo>
                <a:lnTo>
                  <a:pt x="1666875" y="180975"/>
                </a:lnTo>
                <a:lnTo>
                  <a:pt x="167163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DD9F474-4471-5549-4FD0-D05B623C7EC3}"/>
              </a:ext>
            </a:extLst>
          </p:cNvPr>
          <p:cNvSpPr/>
          <p:nvPr/>
        </p:nvSpPr>
        <p:spPr>
          <a:xfrm>
            <a:off x="5826125" y="2583655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EAED1D7-B853-9971-ED41-8200BBA8D183}"/>
              </a:ext>
            </a:extLst>
          </p:cNvPr>
          <p:cNvSpPr/>
          <p:nvPr/>
        </p:nvSpPr>
        <p:spPr>
          <a:xfrm>
            <a:off x="4780622" y="2492375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BCC290F-54B6-1108-BFC2-4C6782F8D15D}"/>
              </a:ext>
            </a:extLst>
          </p:cNvPr>
          <p:cNvSpPr/>
          <p:nvPr/>
        </p:nvSpPr>
        <p:spPr>
          <a:xfrm>
            <a:off x="3787775" y="2339975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76C2BB2-3518-3A41-33B3-B48D5F7B5A9B}"/>
              </a:ext>
            </a:extLst>
          </p:cNvPr>
          <p:cNvSpPr/>
          <p:nvPr/>
        </p:nvSpPr>
        <p:spPr>
          <a:xfrm>
            <a:off x="2783681" y="159543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2F3419D-3C7A-84D4-B36C-C3D4F238F6C5}"/>
              </a:ext>
            </a:extLst>
          </p:cNvPr>
          <p:cNvSpPr/>
          <p:nvPr/>
        </p:nvSpPr>
        <p:spPr>
          <a:xfrm>
            <a:off x="2797219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3AB5CD39-2CF4-1DF0-E3A6-EBC187E8DCDD}"/>
              </a:ext>
            </a:extLst>
          </p:cNvPr>
          <p:cNvSpPr/>
          <p:nvPr/>
        </p:nvSpPr>
        <p:spPr>
          <a:xfrm>
            <a:off x="3538538" y="1219200"/>
            <a:ext cx="1243012" cy="1481138"/>
          </a:xfrm>
          <a:custGeom>
            <a:avLst/>
            <a:gdLst>
              <a:gd name="csX0" fmla="*/ 0 w 1243012"/>
              <a:gd name="csY0" fmla="*/ 0 h 1481138"/>
              <a:gd name="csX1" fmla="*/ 0 w 1243012"/>
              <a:gd name="csY1" fmla="*/ 0 h 1481138"/>
              <a:gd name="csX2" fmla="*/ 185737 w 1243012"/>
              <a:gd name="csY2" fmla="*/ 0 h 1481138"/>
              <a:gd name="csX3" fmla="*/ 185737 w 1243012"/>
              <a:gd name="csY3" fmla="*/ 1000125 h 1481138"/>
              <a:gd name="csX4" fmla="*/ 552450 w 1243012"/>
              <a:gd name="csY4" fmla="*/ 1000125 h 1481138"/>
              <a:gd name="csX5" fmla="*/ 576262 w 1243012"/>
              <a:gd name="csY5" fmla="*/ 947738 h 1481138"/>
              <a:gd name="csX6" fmla="*/ 661987 w 1243012"/>
              <a:gd name="csY6" fmla="*/ 942975 h 1481138"/>
              <a:gd name="csX7" fmla="*/ 676275 w 1243012"/>
              <a:gd name="csY7" fmla="*/ 1004888 h 1481138"/>
              <a:gd name="csX8" fmla="*/ 1119187 w 1243012"/>
              <a:gd name="csY8" fmla="*/ 1014413 h 1481138"/>
              <a:gd name="csX9" fmla="*/ 1119187 w 1243012"/>
              <a:gd name="csY9" fmla="*/ 1481138 h 1481138"/>
              <a:gd name="csX10" fmla="*/ 1243012 w 1243012"/>
              <a:gd name="csY10" fmla="*/ 1476375 h 1481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43012" h="1481138">
                <a:moveTo>
                  <a:pt x="0" y="0"/>
                </a:moveTo>
                <a:lnTo>
                  <a:pt x="0" y="0"/>
                </a:lnTo>
                <a:lnTo>
                  <a:pt x="185737" y="0"/>
                </a:lnTo>
                <a:lnTo>
                  <a:pt x="185737" y="1000125"/>
                </a:lnTo>
                <a:lnTo>
                  <a:pt x="552450" y="1000125"/>
                </a:lnTo>
                <a:lnTo>
                  <a:pt x="576262" y="947738"/>
                </a:lnTo>
                <a:lnTo>
                  <a:pt x="661987" y="942975"/>
                </a:lnTo>
                <a:lnTo>
                  <a:pt x="676275" y="1004888"/>
                </a:lnTo>
                <a:lnTo>
                  <a:pt x="1119187" y="1014413"/>
                </a:lnTo>
                <a:lnTo>
                  <a:pt x="1119187" y="1481138"/>
                </a:lnTo>
                <a:lnTo>
                  <a:pt x="1243012" y="1476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D461E49-1890-3781-4E2C-56B538B3097A}"/>
              </a:ext>
            </a:extLst>
          </p:cNvPr>
          <p:cNvSpPr/>
          <p:nvPr/>
        </p:nvSpPr>
        <p:spPr>
          <a:xfrm>
            <a:off x="3162300" y="1976438"/>
            <a:ext cx="619125" cy="557212"/>
          </a:xfrm>
          <a:custGeom>
            <a:avLst/>
            <a:gdLst>
              <a:gd name="csX0" fmla="*/ 0 w 619125"/>
              <a:gd name="csY0" fmla="*/ 0 h 557212"/>
              <a:gd name="csX1" fmla="*/ 4763 w 619125"/>
              <a:gd name="csY1" fmla="*/ 557212 h 557212"/>
              <a:gd name="csX2" fmla="*/ 619125 w 619125"/>
              <a:gd name="csY2" fmla="*/ 557212 h 5572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19125" h="557212">
                <a:moveTo>
                  <a:pt x="0" y="0"/>
                </a:moveTo>
                <a:cubicBezTo>
                  <a:pt x="1588" y="185737"/>
                  <a:pt x="3175" y="371475"/>
                  <a:pt x="4763" y="557212"/>
                </a:cubicBezTo>
                <a:lnTo>
                  <a:pt x="619125" y="55721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0C7CFE8-741F-52CF-18DA-8B09103E47C4}"/>
              </a:ext>
            </a:extLst>
          </p:cNvPr>
          <p:cNvSpPr/>
          <p:nvPr/>
        </p:nvSpPr>
        <p:spPr>
          <a:xfrm>
            <a:off x="3342481" y="3650456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53124C9-968A-812B-F179-B3706661CD02}"/>
              </a:ext>
            </a:extLst>
          </p:cNvPr>
          <p:cNvSpPr/>
          <p:nvPr/>
        </p:nvSpPr>
        <p:spPr>
          <a:xfrm>
            <a:off x="4278313" y="364886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49B3D96-6186-BED9-30E8-BFC0096C40A1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3538538" y="1771650"/>
            <a:ext cx="2662237" cy="81200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E45BB7F-69E7-5EDC-2322-A07BC309345E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5529922" y="2680494"/>
            <a:ext cx="296203" cy="476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1989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4F726-8C00-14F9-9DE0-6B9926035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3A2B-3303-40D1-E74B-779083869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- 14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BAD2B2-1291-06BB-0694-73E4D1522FB8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97C98F-19C3-DB36-9F6D-91FDEB45B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A47C8D-51C5-6597-3146-971C6F271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7AED97-2A1E-5BCD-3DAC-B084749C6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D4BEFD-A24B-DD33-0BCE-552C6F15A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296922-CA1B-83FB-3585-25B01B222301}"/>
              </a:ext>
            </a:extLst>
          </p:cNvPr>
          <p:cNvSpPr/>
          <p:nvPr/>
        </p:nvSpPr>
        <p:spPr>
          <a:xfrm>
            <a:off x="2535382" y="3544585"/>
            <a:ext cx="2036618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080846-0CBE-3257-FEA0-DCAB6B86BD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6972" y="2239266"/>
            <a:ext cx="6069662" cy="35964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2225666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60E3F-34CA-3A77-18D8-7B7ECC0D4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9B07C3A6-5FDD-8751-CBBD-89AAF04DB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FB0E6DE-852E-68EA-748B-A1101EB00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D84E742E-01F7-2C8D-091D-789D18B0126B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E99FBB-8BC2-1FC6-E8B2-EBD6A49D7609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FABFB2-EF41-218D-C131-02ABBFB7EF70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5A960C1-042C-B8FA-9AFC-E2AB3D88107C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301896A-6F97-8333-6B66-4C23371696D7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92B21D7-AB07-99FA-433A-DE65D885034F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F87FBF1-FFFB-3D37-3567-92A7F634C08F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0AB7B97-C7FD-4AF5-40F7-5280FC9BD8C1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BFE4724-4F97-7C9D-DDAE-04C535ECE8A6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CA9D62-5999-EA5D-0BD7-FFBA610F2B4F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33D101D-2097-0397-9324-2ADD71F62DFA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F67F349-DEA4-7CF0-36E7-A6D4B5296BA0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C247102-9513-5C2F-5C9F-580BD903A07E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0A5ED-C3C4-8440-E50E-C87E3CA2F9F0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F2996DD-640F-161B-6F63-68E875398F7C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4E8E3E0-764D-BC81-40B8-2926D16562A0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329859E-E565-EDA5-9DB6-A4C15F13C2A1}"/>
              </a:ext>
            </a:extLst>
          </p:cNvPr>
          <p:cNvSpPr/>
          <p:nvPr/>
        </p:nvSpPr>
        <p:spPr>
          <a:xfrm>
            <a:off x="7767638" y="1290638"/>
            <a:ext cx="495300" cy="185737"/>
          </a:xfrm>
          <a:custGeom>
            <a:avLst/>
            <a:gdLst>
              <a:gd name="csX0" fmla="*/ 495300 w 495300"/>
              <a:gd name="csY0" fmla="*/ 0 h 185737"/>
              <a:gd name="csX1" fmla="*/ 0 w 495300"/>
              <a:gd name="csY1" fmla="*/ 0 h 185737"/>
              <a:gd name="csX2" fmla="*/ 0 w 495300"/>
              <a:gd name="csY2" fmla="*/ 185737 h 185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5300" h="185737">
                <a:moveTo>
                  <a:pt x="495300" y="0"/>
                </a:moveTo>
                <a:lnTo>
                  <a:pt x="0" y="0"/>
                </a:lnTo>
                <a:lnTo>
                  <a:pt x="0" y="1857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BA36448-8156-7284-F2B9-E25090E45450}"/>
              </a:ext>
            </a:extLst>
          </p:cNvPr>
          <p:cNvSpPr/>
          <p:nvPr/>
        </p:nvSpPr>
        <p:spPr>
          <a:xfrm>
            <a:off x="7262813" y="1662113"/>
            <a:ext cx="119062" cy="404812"/>
          </a:xfrm>
          <a:custGeom>
            <a:avLst/>
            <a:gdLst>
              <a:gd name="csX0" fmla="*/ 119062 w 119062"/>
              <a:gd name="csY0" fmla="*/ 0 h 404812"/>
              <a:gd name="csX1" fmla="*/ 0 w 119062"/>
              <a:gd name="csY1" fmla="*/ 0 h 404812"/>
              <a:gd name="csX2" fmla="*/ 4762 w 119062"/>
              <a:gd name="csY2" fmla="*/ 404812 h 4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9062" h="404812">
                <a:moveTo>
                  <a:pt x="119062" y="0"/>
                </a:moveTo>
                <a:lnTo>
                  <a:pt x="0" y="0"/>
                </a:lnTo>
                <a:cubicBezTo>
                  <a:pt x="1587" y="134937"/>
                  <a:pt x="3175" y="269875"/>
                  <a:pt x="4762" y="404812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0E1D2C5-E66A-6189-D432-1C524EF6297E}"/>
              </a:ext>
            </a:extLst>
          </p:cNvPr>
          <p:cNvSpPr/>
          <p:nvPr/>
        </p:nvSpPr>
        <p:spPr>
          <a:xfrm>
            <a:off x="6391275" y="1223963"/>
            <a:ext cx="1862138" cy="376237"/>
          </a:xfrm>
          <a:custGeom>
            <a:avLst/>
            <a:gdLst>
              <a:gd name="csX0" fmla="*/ 1862138 w 1862138"/>
              <a:gd name="csY0" fmla="*/ 0 h 376237"/>
              <a:gd name="csX1" fmla="*/ 0 w 1862138"/>
              <a:gd name="csY1" fmla="*/ 4762 h 376237"/>
              <a:gd name="csX2" fmla="*/ 0 w 1862138"/>
              <a:gd name="csY2" fmla="*/ 200025 h 376237"/>
              <a:gd name="csX3" fmla="*/ 38100 w 1862138"/>
              <a:gd name="csY3" fmla="*/ 219075 h 376237"/>
              <a:gd name="csX4" fmla="*/ 42863 w 1862138"/>
              <a:gd name="csY4" fmla="*/ 285750 h 376237"/>
              <a:gd name="csX5" fmla="*/ 0 w 1862138"/>
              <a:gd name="csY5" fmla="*/ 304800 h 376237"/>
              <a:gd name="csX6" fmla="*/ 4763 w 1862138"/>
              <a:gd name="csY6" fmla="*/ 376237 h 376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62138" h="376237">
                <a:moveTo>
                  <a:pt x="1862138" y="0"/>
                </a:moveTo>
                <a:lnTo>
                  <a:pt x="0" y="4762"/>
                </a:lnTo>
                <a:lnTo>
                  <a:pt x="0" y="200025"/>
                </a:lnTo>
                <a:lnTo>
                  <a:pt x="38100" y="219075"/>
                </a:lnTo>
                <a:lnTo>
                  <a:pt x="42863" y="285750"/>
                </a:lnTo>
                <a:lnTo>
                  <a:pt x="0" y="304800"/>
                </a:lnTo>
                <a:lnTo>
                  <a:pt x="4763" y="3762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A04B2DF-8EAB-A4AE-84C0-883CA16890DF}"/>
              </a:ext>
            </a:extLst>
          </p:cNvPr>
          <p:cNvSpPr/>
          <p:nvPr/>
        </p:nvSpPr>
        <p:spPr>
          <a:xfrm>
            <a:off x="5715000" y="1971675"/>
            <a:ext cx="676275" cy="133350"/>
          </a:xfrm>
          <a:custGeom>
            <a:avLst/>
            <a:gdLst>
              <a:gd name="csX0" fmla="*/ 676275 w 676275"/>
              <a:gd name="csY0" fmla="*/ 0 h 133350"/>
              <a:gd name="csX1" fmla="*/ 676275 w 676275"/>
              <a:gd name="csY1" fmla="*/ 133350 h 133350"/>
              <a:gd name="csX2" fmla="*/ 142875 w 676275"/>
              <a:gd name="csY2" fmla="*/ 133350 h 133350"/>
              <a:gd name="csX3" fmla="*/ 147638 w 676275"/>
              <a:gd name="csY3" fmla="*/ 57150 h 133350"/>
              <a:gd name="csX4" fmla="*/ 0 w 676275"/>
              <a:gd name="csY4" fmla="*/ 61913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6275" h="133350">
                <a:moveTo>
                  <a:pt x="676275" y="0"/>
                </a:moveTo>
                <a:lnTo>
                  <a:pt x="676275" y="133350"/>
                </a:lnTo>
                <a:lnTo>
                  <a:pt x="142875" y="133350"/>
                </a:lnTo>
                <a:lnTo>
                  <a:pt x="147638" y="57150"/>
                </a:lnTo>
                <a:lnTo>
                  <a:pt x="0" y="6191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9C8BE34-3C48-2458-D41D-B2E0114EF2B3}"/>
              </a:ext>
            </a:extLst>
          </p:cNvPr>
          <p:cNvSpPr/>
          <p:nvPr/>
        </p:nvSpPr>
        <p:spPr>
          <a:xfrm>
            <a:off x="4531519" y="2159794"/>
            <a:ext cx="416719" cy="821531"/>
          </a:xfrm>
          <a:custGeom>
            <a:avLst/>
            <a:gdLst>
              <a:gd name="csX0" fmla="*/ 416719 w 416719"/>
              <a:gd name="csY0" fmla="*/ 0 h 821531"/>
              <a:gd name="csX1" fmla="*/ 200025 w 416719"/>
              <a:gd name="csY1" fmla="*/ 0 h 821531"/>
              <a:gd name="csX2" fmla="*/ 197644 w 416719"/>
              <a:gd name="csY2" fmla="*/ 495300 h 821531"/>
              <a:gd name="csX3" fmla="*/ 166687 w 416719"/>
              <a:gd name="csY3" fmla="*/ 504825 h 821531"/>
              <a:gd name="csX4" fmla="*/ 166687 w 416719"/>
              <a:gd name="csY4" fmla="*/ 550069 h 821531"/>
              <a:gd name="csX5" fmla="*/ 195262 w 416719"/>
              <a:gd name="csY5" fmla="*/ 566737 h 821531"/>
              <a:gd name="csX6" fmla="*/ 192881 w 416719"/>
              <a:gd name="csY6" fmla="*/ 821531 h 821531"/>
              <a:gd name="csX7" fmla="*/ 0 w 416719"/>
              <a:gd name="csY7" fmla="*/ 821531 h 82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6719" h="821531">
                <a:moveTo>
                  <a:pt x="416719" y="0"/>
                </a:moveTo>
                <a:lnTo>
                  <a:pt x="200025" y="0"/>
                </a:lnTo>
                <a:cubicBezTo>
                  <a:pt x="199231" y="165100"/>
                  <a:pt x="198438" y="330200"/>
                  <a:pt x="197644" y="495300"/>
                </a:cubicBezTo>
                <a:lnTo>
                  <a:pt x="166687" y="504825"/>
                </a:lnTo>
                <a:lnTo>
                  <a:pt x="166687" y="550069"/>
                </a:lnTo>
                <a:lnTo>
                  <a:pt x="195262" y="566737"/>
                </a:lnTo>
                <a:cubicBezTo>
                  <a:pt x="194468" y="651668"/>
                  <a:pt x="193675" y="736600"/>
                  <a:pt x="192881" y="821531"/>
                </a:cubicBezTo>
                <a:lnTo>
                  <a:pt x="0" y="821531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E711306-63EE-8B49-F51F-521BF04BC01E}"/>
              </a:ext>
            </a:extLst>
          </p:cNvPr>
          <p:cNvSpPr/>
          <p:nvPr/>
        </p:nvSpPr>
        <p:spPr>
          <a:xfrm>
            <a:off x="4150519" y="2771775"/>
            <a:ext cx="2381" cy="192881"/>
          </a:xfrm>
          <a:custGeom>
            <a:avLst/>
            <a:gdLst>
              <a:gd name="csX0" fmla="*/ 0 w 2381"/>
              <a:gd name="csY0" fmla="*/ 192881 h 192881"/>
              <a:gd name="csX1" fmla="*/ 2381 w 2381"/>
              <a:gd name="csY1" fmla="*/ 0 h 192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81" h="192881">
                <a:moveTo>
                  <a:pt x="0" y="192881"/>
                </a:moveTo>
                <a:cubicBezTo>
                  <a:pt x="794" y="128587"/>
                  <a:pt x="1587" y="64294"/>
                  <a:pt x="2381" y="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1A648D2-C3DB-4E68-C4D3-A4094AD12158}"/>
              </a:ext>
            </a:extLst>
          </p:cNvPr>
          <p:cNvSpPr/>
          <p:nvPr/>
        </p:nvSpPr>
        <p:spPr>
          <a:xfrm>
            <a:off x="3717131" y="3402806"/>
            <a:ext cx="250032" cy="247650"/>
          </a:xfrm>
          <a:custGeom>
            <a:avLst/>
            <a:gdLst>
              <a:gd name="csX0" fmla="*/ 0 w 250032"/>
              <a:gd name="csY0" fmla="*/ 247650 h 247650"/>
              <a:gd name="csX1" fmla="*/ 4763 w 250032"/>
              <a:gd name="csY1" fmla="*/ 95250 h 247650"/>
              <a:gd name="csX2" fmla="*/ 250032 w 250032"/>
              <a:gd name="csY2" fmla="*/ 92869 h 247650"/>
              <a:gd name="csX3" fmla="*/ 250032 w 250032"/>
              <a:gd name="csY3" fmla="*/ 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0032" h="247650">
                <a:moveTo>
                  <a:pt x="0" y="247650"/>
                </a:moveTo>
                <a:lnTo>
                  <a:pt x="4763" y="95250"/>
                </a:lnTo>
                <a:lnTo>
                  <a:pt x="250032" y="92869"/>
                </a:lnTo>
                <a:lnTo>
                  <a:pt x="25003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5A2E29B-678B-9E45-235E-7FBF850F48D1}"/>
              </a:ext>
            </a:extLst>
          </p:cNvPr>
          <p:cNvSpPr/>
          <p:nvPr/>
        </p:nvSpPr>
        <p:spPr>
          <a:xfrm>
            <a:off x="4338638" y="3400425"/>
            <a:ext cx="314325" cy="240506"/>
          </a:xfrm>
          <a:custGeom>
            <a:avLst/>
            <a:gdLst>
              <a:gd name="csX0" fmla="*/ 0 w 314325"/>
              <a:gd name="csY0" fmla="*/ 0 h 240506"/>
              <a:gd name="csX1" fmla="*/ 2381 w 314325"/>
              <a:gd name="csY1" fmla="*/ 97631 h 240506"/>
              <a:gd name="csX2" fmla="*/ 309562 w 314325"/>
              <a:gd name="csY2" fmla="*/ 92869 h 240506"/>
              <a:gd name="csX3" fmla="*/ 314325 w 314325"/>
              <a:gd name="csY3" fmla="*/ 240506 h 2405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4325" h="240506">
                <a:moveTo>
                  <a:pt x="0" y="0"/>
                </a:moveTo>
                <a:cubicBezTo>
                  <a:pt x="794" y="32544"/>
                  <a:pt x="1587" y="65087"/>
                  <a:pt x="2381" y="97631"/>
                </a:cubicBezTo>
                <a:lnTo>
                  <a:pt x="309562" y="92869"/>
                </a:lnTo>
                <a:lnTo>
                  <a:pt x="314325" y="24050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633B601-434A-FB03-2463-27172313C294}"/>
              </a:ext>
            </a:extLst>
          </p:cNvPr>
          <p:cNvSpPr/>
          <p:nvPr/>
        </p:nvSpPr>
        <p:spPr>
          <a:xfrm>
            <a:off x="4537075" y="2441575"/>
            <a:ext cx="2433638" cy="773113"/>
          </a:xfrm>
          <a:custGeom>
            <a:avLst/>
            <a:gdLst>
              <a:gd name="csX0" fmla="*/ 2387600 w 2433638"/>
              <a:gd name="csY0" fmla="*/ 0 h 752475"/>
              <a:gd name="csX1" fmla="*/ 2384425 w 2433638"/>
              <a:gd name="csY1" fmla="*/ 533400 h 752475"/>
              <a:gd name="csX2" fmla="*/ 2433638 w 2433638"/>
              <a:gd name="csY2" fmla="*/ 557213 h 752475"/>
              <a:gd name="csX3" fmla="*/ 2430463 w 2433638"/>
              <a:gd name="csY3" fmla="*/ 687388 h 752475"/>
              <a:gd name="csX4" fmla="*/ 2389188 w 2433638"/>
              <a:gd name="csY4" fmla="*/ 706438 h 752475"/>
              <a:gd name="csX5" fmla="*/ 2390775 w 2433638"/>
              <a:gd name="csY5" fmla="*/ 747713 h 752475"/>
              <a:gd name="csX6" fmla="*/ 0 w 2433638"/>
              <a:gd name="csY6" fmla="*/ 752475 h 752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33638" h="752475">
                <a:moveTo>
                  <a:pt x="2387600" y="0"/>
                </a:moveTo>
                <a:cubicBezTo>
                  <a:pt x="2386542" y="177800"/>
                  <a:pt x="2385483" y="355600"/>
                  <a:pt x="2384425" y="533400"/>
                </a:cubicBezTo>
                <a:lnTo>
                  <a:pt x="2433638" y="557213"/>
                </a:lnTo>
                <a:cubicBezTo>
                  <a:pt x="2432580" y="600605"/>
                  <a:pt x="2431521" y="643996"/>
                  <a:pt x="2430463" y="687388"/>
                </a:cubicBezTo>
                <a:lnTo>
                  <a:pt x="2389188" y="706438"/>
                </a:lnTo>
                <a:lnTo>
                  <a:pt x="2390775" y="747713"/>
                </a:lnTo>
                <a:lnTo>
                  <a:pt x="0" y="752475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EB61553-55FD-4CE8-2133-97BB1C69BF64}"/>
              </a:ext>
            </a:extLst>
          </p:cNvPr>
          <p:cNvSpPr/>
          <p:nvPr/>
        </p:nvSpPr>
        <p:spPr>
          <a:xfrm>
            <a:off x="6207125" y="2249488"/>
            <a:ext cx="496888" cy="336550"/>
          </a:xfrm>
          <a:custGeom>
            <a:avLst/>
            <a:gdLst>
              <a:gd name="csX0" fmla="*/ 496888 w 496888"/>
              <a:gd name="csY0" fmla="*/ 0 h 336550"/>
              <a:gd name="csX1" fmla="*/ 0 w 496888"/>
              <a:gd name="csY1" fmla="*/ 0 h 336550"/>
              <a:gd name="csX2" fmla="*/ 0 w 496888"/>
              <a:gd name="csY2" fmla="*/ 336550 h 336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6888" h="336550">
                <a:moveTo>
                  <a:pt x="496888" y="0"/>
                </a:moveTo>
                <a:lnTo>
                  <a:pt x="0" y="0"/>
                </a:lnTo>
                <a:lnTo>
                  <a:pt x="0" y="3365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D82B7A-E02F-F233-B444-CF1FCFC9D893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C318EA-D485-49B4-74F4-2F2C6D16E1C0}"/>
              </a:ext>
            </a:extLst>
          </p:cNvPr>
          <p:cNvSpPr/>
          <p:nvPr/>
        </p:nvSpPr>
        <p:spPr>
          <a:xfrm>
            <a:off x="7392988" y="14787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9EA70A-AD6D-CBB2-CD60-B616C401DC8D}"/>
              </a:ext>
            </a:extLst>
          </p:cNvPr>
          <p:cNvSpPr/>
          <p:nvPr/>
        </p:nvSpPr>
        <p:spPr>
          <a:xfrm>
            <a:off x="6019800" y="159543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1790D9-D7D9-4788-287B-5E82DEDBB8FD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C2926A-3109-37E0-1BFC-439A643A552A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210AC4-3BAF-F01C-96A2-1AC44EDE6B68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D70980-E76C-9B1E-47A4-4B301F7192D1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459989-F519-5F41-F8C1-C179572356DD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280E92-11C3-E34B-EA37-6461A0409F10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A994BA-720B-87E0-9E29-DD94CC0A8655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4CBBF2-3476-C1E4-0466-49BFB68F52F8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40F243-D0DD-C4E4-22CA-68C7228EF580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D84281-596D-6DE8-8C1E-D429C4A100E4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603FC41-F11B-6F84-FADC-80459807757A}"/>
              </a:ext>
            </a:extLst>
          </p:cNvPr>
          <p:cNvSpPr/>
          <p:nvPr/>
        </p:nvSpPr>
        <p:spPr>
          <a:xfrm>
            <a:off x="8253413" y="1028700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36D2D1-640B-99D4-15B1-E8270393F83B}"/>
              </a:ext>
            </a:extLst>
          </p:cNvPr>
          <p:cNvSpPr/>
          <p:nvPr/>
        </p:nvSpPr>
        <p:spPr>
          <a:xfrm>
            <a:off x="7829504" y="20601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A2D0AE-7BF2-4665-9F37-7AB47B026C19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64BED15-0934-E45F-EFC1-5B820EDE4B4C}"/>
              </a:ext>
            </a:extLst>
          </p:cNvPr>
          <p:cNvSpPr/>
          <p:nvPr/>
        </p:nvSpPr>
        <p:spPr>
          <a:xfrm>
            <a:off x="4152900" y="2032000"/>
            <a:ext cx="794591" cy="304800"/>
          </a:xfrm>
          <a:custGeom>
            <a:avLst/>
            <a:gdLst>
              <a:gd name="csX0" fmla="*/ 819150 w 819150"/>
              <a:gd name="csY0" fmla="*/ 6350 h 304800"/>
              <a:gd name="csX1" fmla="*/ 0 w 819150"/>
              <a:gd name="csY1" fmla="*/ 0 h 304800"/>
              <a:gd name="csX2" fmla="*/ 6350 w 819150"/>
              <a:gd name="csY2" fmla="*/ 304800 h 30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19150" h="304800">
                <a:moveTo>
                  <a:pt x="819150" y="6350"/>
                </a:moveTo>
                <a:lnTo>
                  <a:pt x="0" y="0"/>
                </a:lnTo>
                <a:lnTo>
                  <a:pt x="6350" y="304800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558252-6E70-40B4-B341-AF5BA06F2C63}"/>
              </a:ext>
            </a:extLst>
          </p:cNvPr>
          <p:cNvSpPr/>
          <p:nvPr/>
        </p:nvSpPr>
        <p:spPr>
          <a:xfrm>
            <a:off x="4952207" y="18549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D61CA93-F314-98E6-9435-E7DE600A62BA}"/>
              </a:ext>
            </a:extLst>
          </p:cNvPr>
          <p:cNvSpPr/>
          <p:nvPr/>
        </p:nvSpPr>
        <p:spPr>
          <a:xfrm>
            <a:off x="4538663" y="2971800"/>
            <a:ext cx="1671637" cy="180975"/>
          </a:xfrm>
          <a:custGeom>
            <a:avLst/>
            <a:gdLst>
              <a:gd name="csX0" fmla="*/ 0 w 1671637"/>
              <a:gd name="csY0" fmla="*/ 176213 h 180975"/>
              <a:gd name="csX1" fmla="*/ 1666875 w 1671637"/>
              <a:gd name="csY1" fmla="*/ 180975 h 180975"/>
              <a:gd name="csX2" fmla="*/ 1671637 w 1671637"/>
              <a:gd name="csY2" fmla="*/ 0 h 180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71637" h="180975">
                <a:moveTo>
                  <a:pt x="0" y="176213"/>
                </a:moveTo>
                <a:lnTo>
                  <a:pt x="1666875" y="180975"/>
                </a:lnTo>
                <a:lnTo>
                  <a:pt x="167163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E6C959F-DD69-ECD2-F357-E569CFF268B1}"/>
              </a:ext>
            </a:extLst>
          </p:cNvPr>
          <p:cNvSpPr/>
          <p:nvPr/>
        </p:nvSpPr>
        <p:spPr>
          <a:xfrm>
            <a:off x="5826125" y="2583655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D05C63A-8DF7-F65D-6B69-B0601E831EDD}"/>
              </a:ext>
            </a:extLst>
          </p:cNvPr>
          <p:cNvSpPr/>
          <p:nvPr/>
        </p:nvSpPr>
        <p:spPr>
          <a:xfrm>
            <a:off x="4780622" y="2492375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60A7426-F867-5C0A-0AFD-1220BC7A2EE3}"/>
              </a:ext>
            </a:extLst>
          </p:cNvPr>
          <p:cNvSpPr/>
          <p:nvPr/>
        </p:nvSpPr>
        <p:spPr>
          <a:xfrm>
            <a:off x="3787775" y="2339975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D21BAE1-5B7D-A8D3-F512-16752D0AF8C3}"/>
              </a:ext>
            </a:extLst>
          </p:cNvPr>
          <p:cNvSpPr/>
          <p:nvPr/>
        </p:nvSpPr>
        <p:spPr>
          <a:xfrm>
            <a:off x="2783681" y="159543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E39B544-8A6F-DA4D-9FF0-5BB72FADC65D}"/>
              </a:ext>
            </a:extLst>
          </p:cNvPr>
          <p:cNvSpPr/>
          <p:nvPr/>
        </p:nvSpPr>
        <p:spPr>
          <a:xfrm>
            <a:off x="2797219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C73A0FA1-F17D-404C-C34B-6D5A831553F8}"/>
              </a:ext>
            </a:extLst>
          </p:cNvPr>
          <p:cNvSpPr/>
          <p:nvPr/>
        </p:nvSpPr>
        <p:spPr>
          <a:xfrm>
            <a:off x="3538538" y="1219200"/>
            <a:ext cx="1243012" cy="1481138"/>
          </a:xfrm>
          <a:custGeom>
            <a:avLst/>
            <a:gdLst>
              <a:gd name="csX0" fmla="*/ 0 w 1243012"/>
              <a:gd name="csY0" fmla="*/ 0 h 1481138"/>
              <a:gd name="csX1" fmla="*/ 0 w 1243012"/>
              <a:gd name="csY1" fmla="*/ 0 h 1481138"/>
              <a:gd name="csX2" fmla="*/ 185737 w 1243012"/>
              <a:gd name="csY2" fmla="*/ 0 h 1481138"/>
              <a:gd name="csX3" fmla="*/ 185737 w 1243012"/>
              <a:gd name="csY3" fmla="*/ 1000125 h 1481138"/>
              <a:gd name="csX4" fmla="*/ 552450 w 1243012"/>
              <a:gd name="csY4" fmla="*/ 1000125 h 1481138"/>
              <a:gd name="csX5" fmla="*/ 576262 w 1243012"/>
              <a:gd name="csY5" fmla="*/ 947738 h 1481138"/>
              <a:gd name="csX6" fmla="*/ 661987 w 1243012"/>
              <a:gd name="csY6" fmla="*/ 942975 h 1481138"/>
              <a:gd name="csX7" fmla="*/ 676275 w 1243012"/>
              <a:gd name="csY7" fmla="*/ 1004888 h 1481138"/>
              <a:gd name="csX8" fmla="*/ 1119187 w 1243012"/>
              <a:gd name="csY8" fmla="*/ 1014413 h 1481138"/>
              <a:gd name="csX9" fmla="*/ 1119187 w 1243012"/>
              <a:gd name="csY9" fmla="*/ 1481138 h 1481138"/>
              <a:gd name="csX10" fmla="*/ 1243012 w 1243012"/>
              <a:gd name="csY10" fmla="*/ 1476375 h 1481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43012" h="1481138">
                <a:moveTo>
                  <a:pt x="0" y="0"/>
                </a:moveTo>
                <a:lnTo>
                  <a:pt x="0" y="0"/>
                </a:lnTo>
                <a:lnTo>
                  <a:pt x="185737" y="0"/>
                </a:lnTo>
                <a:lnTo>
                  <a:pt x="185737" y="1000125"/>
                </a:lnTo>
                <a:lnTo>
                  <a:pt x="552450" y="1000125"/>
                </a:lnTo>
                <a:lnTo>
                  <a:pt x="576262" y="947738"/>
                </a:lnTo>
                <a:lnTo>
                  <a:pt x="661987" y="942975"/>
                </a:lnTo>
                <a:lnTo>
                  <a:pt x="676275" y="1004888"/>
                </a:lnTo>
                <a:lnTo>
                  <a:pt x="1119187" y="1014413"/>
                </a:lnTo>
                <a:lnTo>
                  <a:pt x="1119187" y="1481138"/>
                </a:lnTo>
                <a:lnTo>
                  <a:pt x="1243012" y="1476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516BCE8D-CA6B-FED1-F760-E5A612F6EEC6}"/>
              </a:ext>
            </a:extLst>
          </p:cNvPr>
          <p:cNvSpPr/>
          <p:nvPr/>
        </p:nvSpPr>
        <p:spPr>
          <a:xfrm>
            <a:off x="3157538" y="1414463"/>
            <a:ext cx="0" cy="180975"/>
          </a:xfrm>
          <a:custGeom>
            <a:avLst/>
            <a:gdLst>
              <a:gd name="csX0" fmla="*/ 0 w 0"/>
              <a:gd name="csY0" fmla="*/ 0 h 180975"/>
              <a:gd name="csX1" fmla="*/ 0 w 0"/>
              <a:gd name="csY1" fmla="*/ 180975 h 180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C3FAED92-E513-7D51-C7B2-095CBE71F778}"/>
              </a:ext>
            </a:extLst>
          </p:cNvPr>
          <p:cNvSpPr/>
          <p:nvPr/>
        </p:nvSpPr>
        <p:spPr>
          <a:xfrm>
            <a:off x="3162300" y="1976438"/>
            <a:ext cx="619125" cy="557212"/>
          </a:xfrm>
          <a:custGeom>
            <a:avLst/>
            <a:gdLst>
              <a:gd name="csX0" fmla="*/ 0 w 619125"/>
              <a:gd name="csY0" fmla="*/ 0 h 557212"/>
              <a:gd name="csX1" fmla="*/ 4763 w 619125"/>
              <a:gd name="csY1" fmla="*/ 557212 h 557212"/>
              <a:gd name="csX2" fmla="*/ 619125 w 619125"/>
              <a:gd name="csY2" fmla="*/ 557212 h 5572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19125" h="557212">
                <a:moveTo>
                  <a:pt x="0" y="0"/>
                </a:moveTo>
                <a:cubicBezTo>
                  <a:pt x="1588" y="185737"/>
                  <a:pt x="3175" y="371475"/>
                  <a:pt x="4763" y="557212"/>
                </a:cubicBezTo>
                <a:lnTo>
                  <a:pt x="619125" y="55721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30E9D4-9654-8341-6745-D2DE84EE3A2A}"/>
              </a:ext>
            </a:extLst>
          </p:cNvPr>
          <p:cNvSpPr/>
          <p:nvPr/>
        </p:nvSpPr>
        <p:spPr>
          <a:xfrm>
            <a:off x="3342481" y="3650456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700AC87-546A-A77C-9BB2-A0C8A2827194}"/>
              </a:ext>
            </a:extLst>
          </p:cNvPr>
          <p:cNvSpPr/>
          <p:nvPr/>
        </p:nvSpPr>
        <p:spPr>
          <a:xfrm>
            <a:off x="4278313" y="364886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5116AC7-4A4C-A73B-6BFE-57A94776FA1F}"/>
              </a:ext>
            </a:extLst>
          </p:cNvPr>
          <p:cNvSpPr/>
          <p:nvPr/>
        </p:nvSpPr>
        <p:spPr>
          <a:xfrm>
            <a:off x="2278062" y="2616995"/>
            <a:ext cx="749300" cy="461962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95D9B2-99ED-30EF-C86B-6E9FB1C291C9}"/>
              </a:ext>
            </a:extLst>
          </p:cNvPr>
          <p:cNvSpPr/>
          <p:nvPr/>
        </p:nvSpPr>
        <p:spPr>
          <a:xfrm>
            <a:off x="2267789" y="2057400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8621C51B-E34B-1647-3B02-030B5DB400B2}"/>
              </a:ext>
            </a:extLst>
          </p:cNvPr>
          <p:cNvSpPr/>
          <p:nvPr/>
        </p:nvSpPr>
        <p:spPr>
          <a:xfrm>
            <a:off x="3035300" y="2813050"/>
            <a:ext cx="742950" cy="241300"/>
          </a:xfrm>
          <a:custGeom>
            <a:avLst/>
            <a:gdLst>
              <a:gd name="csX0" fmla="*/ 742950 w 742950"/>
              <a:gd name="csY0" fmla="*/ 241300 h 241300"/>
              <a:gd name="csX1" fmla="*/ 368300 w 742950"/>
              <a:gd name="csY1" fmla="*/ 241300 h 241300"/>
              <a:gd name="csX2" fmla="*/ 374650 w 742950"/>
              <a:gd name="csY2" fmla="*/ 0 h 241300"/>
              <a:gd name="csX3" fmla="*/ 0 w 742950"/>
              <a:gd name="csY3" fmla="*/ 0 h 241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2950" h="241300">
                <a:moveTo>
                  <a:pt x="742950" y="241300"/>
                </a:moveTo>
                <a:lnTo>
                  <a:pt x="368300" y="241300"/>
                </a:lnTo>
                <a:lnTo>
                  <a:pt x="374650" y="0"/>
                </a:ln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B651B99-7073-E596-B50B-FAA1DE76B4FB}"/>
              </a:ext>
            </a:extLst>
          </p:cNvPr>
          <p:cNvSpPr/>
          <p:nvPr/>
        </p:nvSpPr>
        <p:spPr>
          <a:xfrm>
            <a:off x="2660650" y="2438400"/>
            <a:ext cx="0" cy="184150"/>
          </a:xfrm>
          <a:custGeom>
            <a:avLst/>
            <a:gdLst>
              <a:gd name="csX0" fmla="*/ 0 w 0"/>
              <a:gd name="csY0" fmla="*/ 0 h 184150"/>
              <a:gd name="csX1" fmla="*/ 0 w 0"/>
              <a:gd name="csY1" fmla="*/ 184150 h 184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84150">
                <a:moveTo>
                  <a:pt x="0" y="0"/>
                </a:moveTo>
                <a:lnTo>
                  <a:pt x="0" y="1841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F0AD61E-3B91-C82A-4A0A-8515169283A7}"/>
              </a:ext>
            </a:extLst>
          </p:cNvPr>
          <p:cNvCxnSpPr>
            <a:cxnSpLocks/>
          </p:cNvCxnSpPr>
          <p:nvPr/>
        </p:nvCxnSpPr>
        <p:spPr>
          <a:xfrm>
            <a:off x="3538538" y="1771650"/>
            <a:ext cx="2662237" cy="81200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6BB3A69-4890-9D2A-9CDE-1056119A08B2}"/>
              </a:ext>
            </a:extLst>
          </p:cNvPr>
          <p:cNvCxnSpPr>
            <a:cxnSpLocks/>
          </p:cNvCxnSpPr>
          <p:nvPr/>
        </p:nvCxnSpPr>
        <p:spPr>
          <a:xfrm>
            <a:off x="5529922" y="2680494"/>
            <a:ext cx="296203" cy="476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29341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2D9A9-304A-B4A1-5462-145CD626E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0181A-0570-8EF9-87E4-DD8547B01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- 15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F3EFDF-F619-6394-16BB-F5FD0B4D0CA7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944E47-5BD3-9739-7FA3-56C488998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910C4E-6ACC-451F-A975-661D67101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BF8DE4-8D41-32E1-EC52-4AEC740E7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EBE445-017D-1C6F-B9D2-0128E40284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3758B98-19EA-509F-8B0B-BBF9C8A86F7D}"/>
              </a:ext>
            </a:extLst>
          </p:cNvPr>
          <p:cNvSpPr/>
          <p:nvPr/>
        </p:nvSpPr>
        <p:spPr>
          <a:xfrm>
            <a:off x="2535382" y="3544585"/>
            <a:ext cx="2036618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F8E581-607E-5185-450B-F65F09C0D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1909" y="2002718"/>
            <a:ext cx="5905826" cy="40172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8471982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17944-4949-A235-DCBE-7AE8852B0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C8B65BA5-7CFB-3155-DA70-E2244E4F7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6CDC1D7-6C04-5778-F678-4272E0B8C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04A5A5B4-B2D7-D91D-6246-0815473340D3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B9E1EC-C841-A788-99B3-800313EC75CB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7D3AA4-77F0-F878-7F22-41B4C2803E30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0EC66E1-5ED8-D45B-FF0E-7EF7B235FA3D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CF1EF61-A7C3-00BD-3C82-52DC80DBB0AB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288E900-E4F3-5B46-B610-1557EDA8B563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642F968-BFD1-6B3B-082C-0729A3338FA3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6BC3FB9-94F0-3604-568F-9D1126241894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B394B62-2487-C922-2C84-847368A503E8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13623A-DBB5-186C-44D2-C711391E5569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E612DC8-FF3B-3CBB-FF74-7D4D5B79F323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C3CCCE7-5930-317E-B097-F3F0A0F4353D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B6022AF-170B-7AC9-22DB-422D8E213B02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2BD0048-81CA-42A0-F2C5-42ECD50BAB70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78146D-21A1-5541-8675-88C8ACDD5EF1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C25681E-1024-F16F-AA9B-4E8FFDBAD174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57EAA39-201A-F6E5-1E89-B1B0896B9F64}"/>
              </a:ext>
            </a:extLst>
          </p:cNvPr>
          <p:cNvSpPr/>
          <p:nvPr/>
        </p:nvSpPr>
        <p:spPr>
          <a:xfrm>
            <a:off x="7767638" y="1290638"/>
            <a:ext cx="495300" cy="185737"/>
          </a:xfrm>
          <a:custGeom>
            <a:avLst/>
            <a:gdLst>
              <a:gd name="csX0" fmla="*/ 495300 w 495300"/>
              <a:gd name="csY0" fmla="*/ 0 h 185737"/>
              <a:gd name="csX1" fmla="*/ 0 w 495300"/>
              <a:gd name="csY1" fmla="*/ 0 h 185737"/>
              <a:gd name="csX2" fmla="*/ 0 w 495300"/>
              <a:gd name="csY2" fmla="*/ 185737 h 185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5300" h="185737">
                <a:moveTo>
                  <a:pt x="495300" y="0"/>
                </a:moveTo>
                <a:lnTo>
                  <a:pt x="0" y="0"/>
                </a:lnTo>
                <a:lnTo>
                  <a:pt x="0" y="1857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003A17D-E07E-475E-7C05-5B0BB2138087}"/>
              </a:ext>
            </a:extLst>
          </p:cNvPr>
          <p:cNvSpPr/>
          <p:nvPr/>
        </p:nvSpPr>
        <p:spPr>
          <a:xfrm>
            <a:off x="7262813" y="1662113"/>
            <a:ext cx="119062" cy="404812"/>
          </a:xfrm>
          <a:custGeom>
            <a:avLst/>
            <a:gdLst>
              <a:gd name="csX0" fmla="*/ 119062 w 119062"/>
              <a:gd name="csY0" fmla="*/ 0 h 404812"/>
              <a:gd name="csX1" fmla="*/ 0 w 119062"/>
              <a:gd name="csY1" fmla="*/ 0 h 404812"/>
              <a:gd name="csX2" fmla="*/ 4762 w 119062"/>
              <a:gd name="csY2" fmla="*/ 404812 h 4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9062" h="404812">
                <a:moveTo>
                  <a:pt x="119062" y="0"/>
                </a:moveTo>
                <a:lnTo>
                  <a:pt x="0" y="0"/>
                </a:lnTo>
                <a:cubicBezTo>
                  <a:pt x="1587" y="134937"/>
                  <a:pt x="3175" y="269875"/>
                  <a:pt x="4762" y="404812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1EF4DB-C7DE-F6B4-6C89-4A9B130B4D73}"/>
              </a:ext>
            </a:extLst>
          </p:cNvPr>
          <p:cNvSpPr/>
          <p:nvPr/>
        </p:nvSpPr>
        <p:spPr>
          <a:xfrm>
            <a:off x="6391275" y="1223963"/>
            <a:ext cx="1862138" cy="376237"/>
          </a:xfrm>
          <a:custGeom>
            <a:avLst/>
            <a:gdLst>
              <a:gd name="csX0" fmla="*/ 1862138 w 1862138"/>
              <a:gd name="csY0" fmla="*/ 0 h 376237"/>
              <a:gd name="csX1" fmla="*/ 0 w 1862138"/>
              <a:gd name="csY1" fmla="*/ 4762 h 376237"/>
              <a:gd name="csX2" fmla="*/ 0 w 1862138"/>
              <a:gd name="csY2" fmla="*/ 200025 h 376237"/>
              <a:gd name="csX3" fmla="*/ 38100 w 1862138"/>
              <a:gd name="csY3" fmla="*/ 219075 h 376237"/>
              <a:gd name="csX4" fmla="*/ 42863 w 1862138"/>
              <a:gd name="csY4" fmla="*/ 285750 h 376237"/>
              <a:gd name="csX5" fmla="*/ 0 w 1862138"/>
              <a:gd name="csY5" fmla="*/ 304800 h 376237"/>
              <a:gd name="csX6" fmla="*/ 4763 w 1862138"/>
              <a:gd name="csY6" fmla="*/ 376237 h 376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62138" h="376237">
                <a:moveTo>
                  <a:pt x="1862138" y="0"/>
                </a:moveTo>
                <a:lnTo>
                  <a:pt x="0" y="4762"/>
                </a:lnTo>
                <a:lnTo>
                  <a:pt x="0" y="200025"/>
                </a:lnTo>
                <a:lnTo>
                  <a:pt x="38100" y="219075"/>
                </a:lnTo>
                <a:lnTo>
                  <a:pt x="42863" y="285750"/>
                </a:lnTo>
                <a:lnTo>
                  <a:pt x="0" y="304800"/>
                </a:lnTo>
                <a:lnTo>
                  <a:pt x="4763" y="3762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EB79121-74E0-4C08-E13E-80A17EC87D47}"/>
              </a:ext>
            </a:extLst>
          </p:cNvPr>
          <p:cNvSpPr/>
          <p:nvPr/>
        </p:nvSpPr>
        <p:spPr>
          <a:xfrm>
            <a:off x="5715000" y="1971675"/>
            <a:ext cx="676275" cy="133350"/>
          </a:xfrm>
          <a:custGeom>
            <a:avLst/>
            <a:gdLst>
              <a:gd name="csX0" fmla="*/ 676275 w 676275"/>
              <a:gd name="csY0" fmla="*/ 0 h 133350"/>
              <a:gd name="csX1" fmla="*/ 676275 w 676275"/>
              <a:gd name="csY1" fmla="*/ 133350 h 133350"/>
              <a:gd name="csX2" fmla="*/ 142875 w 676275"/>
              <a:gd name="csY2" fmla="*/ 133350 h 133350"/>
              <a:gd name="csX3" fmla="*/ 147638 w 676275"/>
              <a:gd name="csY3" fmla="*/ 57150 h 133350"/>
              <a:gd name="csX4" fmla="*/ 0 w 676275"/>
              <a:gd name="csY4" fmla="*/ 61913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6275" h="133350">
                <a:moveTo>
                  <a:pt x="676275" y="0"/>
                </a:moveTo>
                <a:lnTo>
                  <a:pt x="676275" y="133350"/>
                </a:lnTo>
                <a:lnTo>
                  <a:pt x="142875" y="133350"/>
                </a:lnTo>
                <a:lnTo>
                  <a:pt x="147638" y="57150"/>
                </a:lnTo>
                <a:lnTo>
                  <a:pt x="0" y="6191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147116F-82C4-85A0-D403-64A8CD13E370}"/>
              </a:ext>
            </a:extLst>
          </p:cNvPr>
          <p:cNvSpPr/>
          <p:nvPr/>
        </p:nvSpPr>
        <p:spPr>
          <a:xfrm>
            <a:off x="4531519" y="2159794"/>
            <a:ext cx="416719" cy="821531"/>
          </a:xfrm>
          <a:custGeom>
            <a:avLst/>
            <a:gdLst>
              <a:gd name="csX0" fmla="*/ 416719 w 416719"/>
              <a:gd name="csY0" fmla="*/ 0 h 821531"/>
              <a:gd name="csX1" fmla="*/ 200025 w 416719"/>
              <a:gd name="csY1" fmla="*/ 0 h 821531"/>
              <a:gd name="csX2" fmla="*/ 197644 w 416719"/>
              <a:gd name="csY2" fmla="*/ 495300 h 821531"/>
              <a:gd name="csX3" fmla="*/ 166687 w 416719"/>
              <a:gd name="csY3" fmla="*/ 504825 h 821531"/>
              <a:gd name="csX4" fmla="*/ 166687 w 416719"/>
              <a:gd name="csY4" fmla="*/ 550069 h 821531"/>
              <a:gd name="csX5" fmla="*/ 195262 w 416719"/>
              <a:gd name="csY5" fmla="*/ 566737 h 821531"/>
              <a:gd name="csX6" fmla="*/ 192881 w 416719"/>
              <a:gd name="csY6" fmla="*/ 821531 h 821531"/>
              <a:gd name="csX7" fmla="*/ 0 w 416719"/>
              <a:gd name="csY7" fmla="*/ 821531 h 82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6719" h="821531">
                <a:moveTo>
                  <a:pt x="416719" y="0"/>
                </a:moveTo>
                <a:lnTo>
                  <a:pt x="200025" y="0"/>
                </a:lnTo>
                <a:cubicBezTo>
                  <a:pt x="199231" y="165100"/>
                  <a:pt x="198438" y="330200"/>
                  <a:pt x="197644" y="495300"/>
                </a:cubicBezTo>
                <a:lnTo>
                  <a:pt x="166687" y="504825"/>
                </a:lnTo>
                <a:lnTo>
                  <a:pt x="166687" y="550069"/>
                </a:lnTo>
                <a:lnTo>
                  <a:pt x="195262" y="566737"/>
                </a:lnTo>
                <a:cubicBezTo>
                  <a:pt x="194468" y="651668"/>
                  <a:pt x="193675" y="736600"/>
                  <a:pt x="192881" y="821531"/>
                </a:cubicBezTo>
                <a:lnTo>
                  <a:pt x="0" y="821531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96BBEBA-66BE-A515-546A-F2A5329C9FE8}"/>
              </a:ext>
            </a:extLst>
          </p:cNvPr>
          <p:cNvSpPr/>
          <p:nvPr/>
        </p:nvSpPr>
        <p:spPr>
          <a:xfrm>
            <a:off x="4150519" y="2771775"/>
            <a:ext cx="2381" cy="192881"/>
          </a:xfrm>
          <a:custGeom>
            <a:avLst/>
            <a:gdLst>
              <a:gd name="csX0" fmla="*/ 0 w 2381"/>
              <a:gd name="csY0" fmla="*/ 192881 h 192881"/>
              <a:gd name="csX1" fmla="*/ 2381 w 2381"/>
              <a:gd name="csY1" fmla="*/ 0 h 192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81" h="192881">
                <a:moveTo>
                  <a:pt x="0" y="192881"/>
                </a:moveTo>
                <a:cubicBezTo>
                  <a:pt x="794" y="128587"/>
                  <a:pt x="1587" y="64294"/>
                  <a:pt x="2381" y="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128B64E-B2CE-D596-8B15-619234B46C2A}"/>
              </a:ext>
            </a:extLst>
          </p:cNvPr>
          <p:cNvSpPr/>
          <p:nvPr/>
        </p:nvSpPr>
        <p:spPr>
          <a:xfrm>
            <a:off x="3717131" y="3402806"/>
            <a:ext cx="250032" cy="247650"/>
          </a:xfrm>
          <a:custGeom>
            <a:avLst/>
            <a:gdLst>
              <a:gd name="csX0" fmla="*/ 0 w 250032"/>
              <a:gd name="csY0" fmla="*/ 247650 h 247650"/>
              <a:gd name="csX1" fmla="*/ 4763 w 250032"/>
              <a:gd name="csY1" fmla="*/ 95250 h 247650"/>
              <a:gd name="csX2" fmla="*/ 250032 w 250032"/>
              <a:gd name="csY2" fmla="*/ 92869 h 247650"/>
              <a:gd name="csX3" fmla="*/ 250032 w 250032"/>
              <a:gd name="csY3" fmla="*/ 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0032" h="247650">
                <a:moveTo>
                  <a:pt x="0" y="247650"/>
                </a:moveTo>
                <a:lnTo>
                  <a:pt x="4763" y="95250"/>
                </a:lnTo>
                <a:lnTo>
                  <a:pt x="250032" y="92869"/>
                </a:lnTo>
                <a:lnTo>
                  <a:pt x="25003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6862450-BF95-0326-EC71-61A47D2670C0}"/>
              </a:ext>
            </a:extLst>
          </p:cNvPr>
          <p:cNvSpPr/>
          <p:nvPr/>
        </p:nvSpPr>
        <p:spPr>
          <a:xfrm>
            <a:off x="4338638" y="3400425"/>
            <a:ext cx="314325" cy="240506"/>
          </a:xfrm>
          <a:custGeom>
            <a:avLst/>
            <a:gdLst>
              <a:gd name="csX0" fmla="*/ 0 w 314325"/>
              <a:gd name="csY0" fmla="*/ 0 h 240506"/>
              <a:gd name="csX1" fmla="*/ 2381 w 314325"/>
              <a:gd name="csY1" fmla="*/ 97631 h 240506"/>
              <a:gd name="csX2" fmla="*/ 309562 w 314325"/>
              <a:gd name="csY2" fmla="*/ 92869 h 240506"/>
              <a:gd name="csX3" fmla="*/ 314325 w 314325"/>
              <a:gd name="csY3" fmla="*/ 240506 h 2405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4325" h="240506">
                <a:moveTo>
                  <a:pt x="0" y="0"/>
                </a:moveTo>
                <a:cubicBezTo>
                  <a:pt x="794" y="32544"/>
                  <a:pt x="1587" y="65087"/>
                  <a:pt x="2381" y="97631"/>
                </a:cubicBezTo>
                <a:lnTo>
                  <a:pt x="309562" y="92869"/>
                </a:lnTo>
                <a:lnTo>
                  <a:pt x="314325" y="24050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3047747-6A0C-9685-7FD3-70BF21C8EE4D}"/>
              </a:ext>
            </a:extLst>
          </p:cNvPr>
          <p:cNvSpPr/>
          <p:nvPr/>
        </p:nvSpPr>
        <p:spPr>
          <a:xfrm>
            <a:off x="4537075" y="2441575"/>
            <a:ext cx="2433638" cy="773113"/>
          </a:xfrm>
          <a:custGeom>
            <a:avLst/>
            <a:gdLst>
              <a:gd name="csX0" fmla="*/ 2387600 w 2433638"/>
              <a:gd name="csY0" fmla="*/ 0 h 752475"/>
              <a:gd name="csX1" fmla="*/ 2384425 w 2433638"/>
              <a:gd name="csY1" fmla="*/ 533400 h 752475"/>
              <a:gd name="csX2" fmla="*/ 2433638 w 2433638"/>
              <a:gd name="csY2" fmla="*/ 557213 h 752475"/>
              <a:gd name="csX3" fmla="*/ 2430463 w 2433638"/>
              <a:gd name="csY3" fmla="*/ 687388 h 752475"/>
              <a:gd name="csX4" fmla="*/ 2389188 w 2433638"/>
              <a:gd name="csY4" fmla="*/ 706438 h 752475"/>
              <a:gd name="csX5" fmla="*/ 2390775 w 2433638"/>
              <a:gd name="csY5" fmla="*/ 747713 h 752475"/>
              <a:gd name="csX6" fmla="*/ 0 w 2433638"/>
              <a:gd name="csY6" fmla="*/ 752475 h 752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33638" h="752475">
                <a:moveTo>
                  <a:pt x="2387600" y="0"/>
                </a:moveTo>
                <a:cubicBezTo>
                  <a:pt x="2386542" y="177800"/>
                  <a:pt x="2385483" y="355600"/>
                  <a:pt x="2384425" y="533400"/>
                </a:cubicBezTo>
                <a:lnTo>
                  <a:pt x="2433638" y="557213"/>
                </a:lnTo>
                <a:cubicBezTo>
                  <a:pt x="2432580" y="600605"/>
                  <a:pt x="2431521" y="643996"/>
                  <a:pt x="2430463" y="687388"/>
                </a:cubicBezTo>
                <a:lnTo>
                  <a:pt x="2389188" y="706438"/>
                </a:lnTo>
                <a:lnTo>
                  <a:pt x="2390775" y="747713"/>
                </a:lnTo>
                <a:lnTo>
                  <a:pt x="0" y="752475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E740A6A-DE9F-1BBB-E72A-EB9608C3CEA8}"/>
              </a:ext>
            </a:extLst>
          </p:cNvPr>
          <p:cNvSpPr/>
          <p:nvPr/>
        </p:nvSpPr>
        <p:spPr>
          <a:xfrm>
            <a:off x="6207125" y="2249488"/>
            <a:ext cx="496888" cy="336550"/>
          </a:xfrm>
          <a:custGeom>
            <a:avLst/>
            <a:gdLst>
              <a:gd name="csX0" fmla="*/ 496888 w 496888"/>
              <a:gd name="csY0" fmla="*/ 0 h 336550"/>
              <a:gd name="csX1" fmla="*/ 0 w 496888"/>
              <a:gd name="csY1" fmla="*/ 0 h 336550"/>
              <a:gd name="csX2" fmla="*/ 0 w 496888"/>
              <a:gd name="csY2" fmla="*/ 336550 h 336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6888" h="336550">
                <a:moveTo>
                  <a:pt x="496888" y="0"/>
                </a:moveTo>
                <a:lnTo>
                  <a:pt x="0" y="0"/>
                </a:lnTo>
                <a:lnTo>
                  <a:pt x="0" y="3365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6F49DF-C8BE-89C6-8FED-6998C861B048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562781-F55C-0D9D-3993-6C161F7BDEA8}"/>
              </a:ext>
            </a:extLst>
          </p:cNvPr>
          <p:cNvSpPr/>
          <p:nvPr/>
        </p:nvSpPr>
        <p:spPr>
          <a:xfrm>
            <a:off x="7392988" y="14787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EA9972-457C-F6E8-4992-4930C65A1A76}"/>
              </a:ext>
            </a:extLst>
          </p:cNvPr>
          <p:cNvSpPr/>
          <p:nvPr/>
        </p:nvSpPr>
        <p:spPr>
          <a:xfrm>
            <a:off x="6019800" y="159543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658E1A-628C-26F4-B981-001A23C5F4A1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E7E223-8CE3-27B3-2D36-2DA2567B251A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0A83B9-96AE-4ED5-2DCC-1656F63BC9D4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6E4504D-C08E-AFCC-2B9E-F3860D3995A7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39DE6D-3C2F-C1AA-9749-826FC5BC7563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4316E8-A9F3-3E9C-8A2C-4E2FE0F9417F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EF86546-1D47-D164-B120-99B50290972D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4C0DEF-38A3-33A0-7CD0-5BBCF0B93D29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2ADBF4-3938-CC55-79CA-7D53CFCB0734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C09015-EDBD-AA02-8800-FA22EDF0F65E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3794203-F012-1959-ABAC-FC1AEA53160E}"/>
              </a:ext>
            </a:extLst>
          </p:cNvPr>
          <p:cNvSpPr/>
          <p:nvPr/>
        </p:nvSpPr>
        <p:spPr>
          <a:xfrm>
            <a:off x="8253413" y="1028700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C6DDD4E-5750-72CB-7586-112A416BC43F}"/>
              </a:ext>
            </a:extLst>
          </p:cNvPr>
          <p:cNvSpPr/>
          <p:nvPr/>
        </p:nvSpPr>
        <p:spPr>
          <a:xfrm>
            <a:off x="7829504" y="20601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6EA43E5-07A2-128A-2E56-328290F93429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32A4058-4D42-38BB-B339-FC30F14CA39D}"/>
              </a:ext>
            </a:extLst>
          </p:cNvPr>
          <p:cNvSpPr/>
          <p:nvPr/>
        </p:nvSpPr>
        <p:spPr>
          <a:xfrm>
            <a:off x="4152900" y="2032000"/>
            <a:ext cx="794591" cy="304800"/>
          </a:xfrm>
          <a:custGeom>
            <a:avLst/>
            <a:gdLst>
              <a:gd name="csX0" fmla="*/ 819150 w 819150"/>
              <a:gd name="csY0" fmla="*/ 6350 h 304800"/>
              <a:gd name="csX1" fmla="*/ 0 w 819150"/>
              <a:gd name="csY1" fmla="*/ 0 h 304800"/>
              <a:gd name="csX2" fmla="*/ 6350 w 819150"/>
              <a:gd name="csY2" fmla="*/ 304800 h 30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19150" h="304800">
                <a:moveTo>
                  <a:pt x="819150" y="6350"/>
                </a:moveTo>
                <a:lnTo>
                  <a:pt x="0" y="0"/>
                </a:lnTo>
                <a:lnTo>
                  <a:pt x="6350" y="304800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009DFC-A81A-161C-8A60-B3571D435EE1}"/>
              </a:ext>
            </a:extLst>
          </p:cNvPr>
          <p:cNvSpPr/>
          <p:nvPr/>
        </p:nvSpPr>
        <p:spPr>
          <a:xfrm>
            <a:off x="4952207" y="18549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FEACEFA-093B-51A2-384E-91AC320CAA3B}"/>
              </a:ext>
            </a:extLst>
          </p:cNvPr>
          <p:cNvSpPr/>
          <p:nvPr/>
        </p:nvSpPr>
        <p:spPr>
          <a:xfrm>
            <a:off x="4538663" y="2971800"/>
            <a:ext cx="1671637" cy="180975"/>
          </a:xfrm>
          <a:custGeom>
            <a:avLst/>
            <a:gdLst>
              <a:gd name="csX0" fmla="*/ 0 w 1671637"/>
              <a:gd name="csY0" fmla="*/ 176213 h 180975"/>
              <a:gd name="csX1" fmla="*/ 1666875 w 1671637"/>
              <a:gd name="csY1" fmla="*/ 180975 h 180975"/>
              <a:gd name="csX2" fmla="*/ 1671637 w 1671637"/>
              <a:gd name="csY2" fmla="*/ 0 h 180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71637" h="180975">
                <a:moveTo>
                  <a:pt x="0" y="176213"/>
                </a:moveTo>
                <a:lnTo>
                  <a:pt x="1666875" y="180975"/>
                </a:lnTo>
                <a:lnTo>
                  <a:pt x="167163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29FE44B-8644-7FF0-481B-43988A71AE88}"/>
              </a:ext>
            </a:extLst>
          </p:cNvPr>
          <p:cNvSpPr/>
          <p:nvPr/>
        </p:nvSpPr>
        <p:spPr>
          <a:xfrm>
            <a:off x="5826125" y="2583655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040D12-531D-F969-CD2E-3B0F8124AA69}"/>
              </a:ext>
            </a:extLst>
          </p:cNvPr>
          <p:cNvSpPr/>
          <p:nvPr/>
        </p:nvSpPr>
        <p:spPr>
          <a:xfrm>
            <a:off x="4780622" y="2492375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608735A-5C7D-3CCA-EC83-528252428E6A}"/>
              </a:ext>
            </a:extLst>
          </p:cNvPr>
          <p:cNvSpPr/>
          <p:nvPr/>
        </p:nvSpPr>
        <p:spPr>
          <a:xfrm>
            <a:off x="3787775" y="2339975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70FA3B2-6FEF-E3E3-5842-9682D91BA407}"/>
              </a:ext>
            </a:extLst>
          </p:cNvPr>
          <p:cNvSpPr/>
          <p:nvPr/>
        </p:nvSpPr>
        <p:spPr>
          <a:xfrm>
            <a:off x="2783681" y="159543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3F1F6B7-1181-C9D9-294A-F03D1D50C59B}"/>
              </a:ext>
            </a:extLst>
          </p:cNvPr>
          <p:cNvSpPr/>
          <p:nvPr/>
        </p:nvSpPr>
        <p:spPr>
          <a:xfrm>
            <a:off x="2797219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70E31B6-18D0-BBC4-68DB-12851DFF4FD5}"/>
              </a:ext>
            </a:extLst>
          </p:cNvPr>
          <p:cNvSpPr/>
          <p:nvPr/>
        </p:nvSpPr>
        <p:spPr>
          <a:xfrm>
            <a:off x="3538538" y="1219200"/>
            <a:ext cx="1243012" cy="1481138"/>
          </a:xfrm>
          <a:custGeom>
            <a:avLst/>
            <a:gdLst>
              <a:gd name="csX0" fmla="*/ 0 w 1243012"/>
              <a:gd name="csY0" fmla="*/ 0 h 1481138"/>
              <a:gd name="csX1" fmla="*/ 0 w 1243012"/>
              <a:gd name="csY1" fmla="*/ 0 h 1481138"/>
              <a:gd name="csX2" fmla="*/ 185737 w 1243012"/>
              <a:gd name="csY2" fmla="*/ 0 h 1481138"/>
              <a:gd name="csX3" fmla="*/ 185737 w 1243012"/>
              <a:gd name="csY3" fmla="*/ 1000125 h 1481138"/>
              <a:gd name="csX4" fmla="*/ 552450 w 1243012"/>
              <a:gd name="csY4" fmla="*/ 1000125 h 1481138"/>
              <a:gd name="csX5" fmla="*/ 576262 w 1243012"/>
              <a:gd name="csY5" fmla="*/ 947738 h 1481138"/>
              <a:gd name="csX6" fmla="*/ 661987 w 1243012"/>
              <a:gd name="csY6" fmla="*/ 942975 h 1481138"/>
              <a:gd name="csX7" fmla="*/ 676275 w 1243012"/>
              <a:gd name="csY7" fmla="*/ 1004888 h 1481138"/>
              <a:gd name="csX8" fmla="*/ 1119187 w 1243012"/>
              <a:gd name="csY8" fmla="*/ 1014413 h 1481138"/>
              <a:gd name="csX9" fmla="*/ 1119187 w 1243012"/>
              <a:gd name="csY9" fmla="*/ 1481138 h 1481138"/>
              <a:gd name="csX10" fmla="*/ 1243012 w 1243012"/>
              <a:gd name="csY10" fmla="*/ 1476375 h 1481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43012" h="1481138">
                <a:moveTo>
                  <a:pt x="0" y="0"/>
                </a:moveTo>
                <a:lnTo>
                  <a:pt x="0" y="0"/>
                </a:lnTo>
                <a:lnTo>
                  <a:pt x="185737" y="0"/>
                </a:lnTo>
                <a:lnTo>
                  <a:pt x="185737" y="1000125"/>
                </a:lnTo>
                <a:lnTo>
                  <a:pt x="552450" y="1000125"/>
                </a:lnTo>
                <a:lnTo>
                  <a:pt x="576262" y="947738"/>
                </a:lnTo>
                <a:lnTo>
                  <a:pt x="661987" y="942975"/>
                </a:lnTo>
                <a:lnTo>
                  <a:pt x="676275" y="1004888"/>
                </a:lnTo>
                <a:lnTo>
                  <a:pt x="1119187" y="1014413"/>
                </a:lnTo>
                <a:lnTo>
                  <a:pt x="1119187" y="1481138"/>
                </a:lnTo>
                <a:lnTo>
                  <a:pt x="1243012" y="1476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7B413EC-6140-40B3-830D-B1828D855C5D}"/>
              </a:ext>
            </a:extLst>
          </p:cNvPr>
          <p:cNvSpPr/>
          <p:nvPr/>
        </p:nvSpPr>
        <p:spPr>
          <a:xfrm>
            <a:off x="3157538" y="1414463"/>
            <a:ext cx="0" cy="180975"/>
          </a:xfrm>
          <a:custGeom>
            <a:avLst/>
            <a:gdLst>
              <a:gd name="csX0" fmla="*/ 0 w 0"/>
              <a:gd name="csY0" fmla="*/ 0 h 180975"/>
              <a:gd name="csX1" fmla="*/ 0 w 0"/>
              <a:gd name="csY1" fmla="*/ 180975 h 180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BDC5D836-015A-00B5-4EB5-B3BA1DA2A84F}"/>
              </a:ext>
            </a:extLst>
          </p:cNvPr>
          <p:cNvSpPr/>
          <p:nvPr/>
        </p:nvSpPr>
        <p:spPr>
          <a:xfrm>
            <a:off x="3162300" y="1976438"/>
            <a:ext cx="619125" cy="557212"/>
          </a:xfrm>
          <a:custGeom>
            <a:avLst/>
            <a:gdLst>
              <a:gd name="csX0" fmla="*/ 0 w 619125"/>
              <a:gd name="csY0" fmla="*/ 0 h 557212"/>
              <a:gd name="csX1" fmla="*/ 4763 w 619125"/>
              <a:gd name="csY1" fmla="*/ 557212 h 557212"/>
              <a:gd name="csX2" fmla="*/ 619125 w 619125"/>
              <a:gd name="csY2" fmla="*/ 557212 h 5572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19125" h="557212">
                <a:moveTo>
                  <a:pt x="0" y="0"/>
                </a:moveTo>
                <a:cubicBezTo>
                  <a:pt x="1588" y="185737"/>
                  <a:pt x="3175" y="371475"/>
                  <a:pt x="4763" y="557212"/>
                </a:cubicBezTo>
                <a:lnTo>
                  <a:pt x="619125" y="55721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48800F4-66B4-62E8-3553-89311BA21D99}"/>
              </a:ext>
            </a:extLst>
          </p:cNvPr>
          <p:cNvSpPr/>
          <p:nvPr/>
        </p:nvSpPr>
        <p:spPr>
          <a:xfrm>
            <a:off x="3342481" y="3650456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BE8BE08-EF07-0E3A-CD59-699730F91356}"/>
              </a:ext>
            </a:extLst>
          </p:cNvPr>
          <p:cNvSpPr/>
          <p:nvPr/>
        </p:nvSpPr>
        <p:spPr>
          <a:xfrm>
            <a:off x="4278313" y="364886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4D50B13-8A56-AF60-096A-914C34084FE2}"/>
              </a:ext>
            </a:extLst>
          </p:cNvPr>
          <p:cNvSpPr/>
          <p:nvPr/>
        </p:nvSpPr>
        <p:spPr>
          <a:xfrm>
            <a:off x="2278062" y="2616995"/>
            <a:ext cx="749300" cy="461962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9D86D1E-155B-F67A-FDDD-4A42328C356A}"/>
              </a:ext>
            </a:extLst>
          </p:cNvPr>
          <p:cNvSpPr/>
          <p:nvPr/>
        </p:nvSpPr>
        <p:spPr>
          <a:xfrm>
            <a:off x="2267789" y="2057400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9276BC5B-A27E-30AF-1480-4C7F9F048BC1}"/>
              </a:ext>
            </a:extLst>
          </p:cNvPr>
          <p:cNvSpPr/>
          <p:nvPr/>
        </p:nvSpPr>
        <p:spPr>
          <a:xfrm>
            <a:off x="3035300" y="2813050"/>
            <a:ext cx="742950" cy="241300"/>
          </a:xfrm>
          <a:custGeom>
            <a:avLst/>
            <a:gdLst>
              <a:gd name="csX0" fmla="*/ 742950 w 742950"/>
              <a:gd name="csY0" fmla="*/ 241300 h 241300"/>
              <a:gd name="csX1" fmla="*/ 368300 w 742950"/>
              <a:gd name="csY1" fmla="*/ 241300 h 241300"/>
              <a:gd name="csX2" fmla="*/ 374650 w 742950"/>
              <a:gd name="csY2" fmla="*/ 0 h 241300"/>
              <a:gd name="csX3" fmla="*/ 0 w 742950"/>
              <a:gd name="csY3" fmla="*/ 0 h 241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2950" h="241300">
                <a:moveTo>
                  <a:pt x="742950" y="241300"/>
                </a:moveTo>
                <a:lnTo>
                  <a:pt x="368300" y="241300"/>
                </a:lnTo>
                <a:lnTo>
                  <a:pt x="374650" y="0"/>
                </a:ln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7042322-411C-F279-8C64-5BD678808442}"/>
              </a:ext>
            </a:extLst>
          </p:cNvPr>
          <p:cNvSpPr/>
          <p:nvPr/>
        </p:nvSpPr>
        <p:spPr>
          <a:xfrm>
            <a:off x="2660650" y="2438400"/>
            <a:ext cx="0" cy="184150"/>
          </a:xfrm>
          <a:custGeom>
            <a:avLst/>
            <a:gdLst>
              <a:gd name="csX0" fmla="*/ 0 w 0"/>
              <a:gd name="csY0" fmla="*/ 0 h 184150"/>
              <a:gd name="csX1" fmla="*/ 0 w 0"/>
              <a:gd name="csY1" fmla="*/ 184150 h 184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84150">
                <a:moveTo>
                  <a:pt x="0" y="0"/>
                </a:moveTo>
                <a:lnTo>
                  <a:pt x="0" y="1841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6B12B5F-F51A-55C8-BF74-EC1A37467DDD}"/>
              </a:ext>
            </a:extLst>
          </p:cNvPr>
          <p:cNvCxnSpPr>
            <a:cxnSpLocks/>
          </p:cNvCxnSpPr>
          <p:nvPr/>
        </p:nvCxnSpPr>
        <p:spPr>
          <a:xfrm>
            <a:off x="3538538" y="1771650"/>
            <a:ext cx="2662237" cy="81200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2781875-1688-A82E-70FA-CB34F8A21A7C}"/>
              </a:ext>
            </a:extLst>
          </p:cNvPr>
          <p:cNvCxnSpPr>
            <a:cxnSpLocks/>
          </p:cNvCxnSpPr>
          <p:nvPr/>
        </p:nvCxnSpPr>
        <p:spPr>
          <a:xfrm>
            <a:off x="5529922" y="2680494"/>
            <a:ext cx="296203" cy="476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9109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336E726C-3DE4-41AA-88A0-C92B0C341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/>
              <a:t>someone@Example.com</a:t>
            </a:r>
            <a:endParaRPr lang="ru-R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1F562-7C5B-B39E-2FF0-681E86D50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5D8EB-1B57-F949-6324-EA909E77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0CC65742-9381-1EA2-4D6C-193BFD5DDFB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CEAF7774-7FB1-B401-8B27-E4F422E97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D794F3-C099-EDA5-1737-838D45303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301E0F-1B7D-8DE1-553A-C403733C3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820" y="682228"/>
            <a:ext cx="11450654" cy="593869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0100E6-0A45-DB37-1CF9-DA2B1B822A50}"/>
              </a:ext>
            </a:extLst>
          </p:cNvPr>
          <p:cNvSpPr/>
          <p:nvPr/>
        </p:nvSpPr>
        <p:spPr>
          <a:xfrm>
            <a:off x="3195138" y="4036846"/>
            <a:ext cx="1520700" cy="932380"/>
          </a:xfrm>
          <a:prstGeom prst="roundRect">
            <a:avLst/>
          </a:prstGeom>
          <a:solidFill>
            <a:srgbClr val="ACD433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132DDC-D95C-69A7-1076-ACE57078F6D5}"/>
              </a:ext>
            </a:extLst>
          </p:cNvPr>
          <p:cNvSpPr/>
          <p:nvPr/>
        </p:nvSpPr>
        <p:spPr>
          <a:xfrm>
            <a:off x="4818455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8D27C0-0B91-254A-0C72-003E0DCE2D6A}"/>
              </a:ext>
            </a:extLst>
          </p:cNvPr>
          <p:cNvSpPr/>
          <p:nvPr/>
        </p:nvSpPr>
        <p:spPr>
          <a:xfrm>
            <a:off x="6441772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9D0A1F5-752A-6984-2A37-236267F3554F}"/>
              </a:ext>
            </a:extLst>
          </p:cNvPr>
          <p:cNvSpPr/>
          <p:nvPr/>
        </p:nvSpPr>
        <p:spPr>
          <a:xfrm>
            <a:off x="8065089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8871773-2478-EAE4-9840-1975BC6BB676}"/>
              </a:ext>
            </a:extLst>
          </p:cNvPr>
          <p:cNvSpPr/>
          <p:nvPr/>
        </p:nvSpPr>
        <p:spPr>
          <a:xfrm>
            <a:off x="3195137" y="5064262"/>
            <a:ext cx="6390651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061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6A790-8DF9-90BA-C4DF-D922FE6AF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24B2132E-3AAA-46D2-5320-603A8B538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BA21EA-3496-D003-E631-024C9CA74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809E77-EF85-BD22-3DBF-EDA1B26265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820" y="682228"/>
            <a:ext cx="11450654" cy="593869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D32289F-C329-3672-7113-B82915A2C88B}"/>
              </a:ext>
            </a:extLst>
          </p:cNvPr>
          <p:cNvSpPr/>
          <p:nvPr/>
        </p:nvSpPr>
        <p:spPr>
          <a:xfrm>
            <a:off x="3195138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5CF95CF-57D6-0858-621E-50519CC39EF2}"/>
              </a:ext>
            </a:extLst>
          </p:cNvPr>
          <p:cNvSpPr/>
          <p:nvPr/>
        </p:nvSpPr>
        <p:spPr>
          <a:xfrm>
            <a:off x="4818455" y="4036846"/>
            <a:ext cx="1520700" cy="932380"/>
          </a:xfrm>
          <a:prstGeom prst="roundRect">
            <a:avLst/>
          </a:prstGeom>
          <a:solidFill>
            <a:srgbClr val="ACD433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F212F4D-EF3E-3038-9947-445BE814523C}"/>
              </a:ext>
            </a:extLst>
          </p:cNvPr>
          <p:cNvSpPr/>
          <p:nvPr/>
        </p:nvSpPr>
        <p:spPr>
          <a:xfrm>
            <a:off x="6441772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147CDFB-0F92-4C04-8784-19394A40FC58}"/>
              </a:ext>
            </a:extLst>
          </p:cNvPr>
          <p:cNvSpPr/>
          <p:nvPr/>
        </p:nvSpPr>
        <p:spPr>
          <a:xfrm>
            <a:off x="8065089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CCB1B6-2274-FC1F-02FC-E2056AF89882}"/>
              </a:ext>
            </a:extLst>
          </p:cNvPr>
          <p:cNvSpPr/>
          <p:nvPr/>
        </p:nvSpPr>
        <p:spPr>
          <a:xfrm>
            <a:off x="3195137" y="5064262"/>
            <a:ext cx="6390651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209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20267</TotalTime>
  <Words>723</Words>
  <Application>Microsoft Office PowerPoint</Application>
  <PresentationFormat>Widescreen</PresentationFormat>
  <Paragraphs>160</Paragraphs>
  <Slides>89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3" baseType="lpstr">
      <vt:lpstr>Calibri</vt:lpstr>
      <vt:lpstr>Century Gothic</vt:lpstr>
      <vt:lpstr>Wingdings 3</vt:lpstr>
      <vt:lpstr>Ion</vt:lpstr>
      <vt:lpstr>Master EAS Meta-Model in Ontology &amp; Graph Perspective</vt:lpstr>
      <vt:lpstr>What is Metamodel?</vt:lpstr>
      <vt:lpstr>Understanding EAS Metamodel</vt:lpstr>
      <vt:lpstr>Metamodel in Reference EA Frameworks</vt:lpstr>
      <vt:lpstr>Setup Modeling Environment - Essential Open Source EA Tool</vt:lpstr>
      <vt:lpstr>Setup Modeling Environment - Protégé &amp; Neo4j</vt:lpstr>
      <vt:lpstr>Essential EA Meta-Model - Business Layer - 01 </vt:lpstr>
      <vt:lpstr>Essential EA Meta-Model - Business Conceptual - 02 </vt:lpstr>
      <vt:lpstr>Essential EA Meta-Model - Business Layer - 03 </vt:lpstr>
      <vt:lpstr>Essential EA Meta-Model - Business Layer - 04 </vt:lpstr>
      <vt:lpstr>Essential EA Meta-Model - Business Layer - 05 </vt:lpstr>
      <vt:lpstr>PowerPoint Presentation</vt:lpstr>
      <vt:lpstr>Essential EA Meta-Model - Business Layer - 06 </vt:lpstr>
      <vt:lpstr>PowerPoint Presentation</vt:lpstr>
      <vt:lpstr>Essential EA Meta-Model - Business Layer - 07 </vt:lpstr>
      <vt:lpstr>PowerPoint Presentation</vt:lpstr>
      <vt:lpstr>Essential EA Meta-Model - Business Layer - 08 </vt:lpstr>
      <vt:lpstr>PowerPoint Presentation</vt:lpstr>
      <vt:lpstr>Essential EA Meta-Model - Business Layer - 09 </vt:lpstr>
      <vt:lpstr>PowerPoint Presentation</vt:lpstr>
      <vt:lpstr>Essential EA Meta-Model - Business Layer - 10 </vt:lpstr>
      <vt:lpstr>PowerPoint Presentation</vt:lpstr>
      <vt:lpstr>Essential EA Meta-Model - Business Layer - 11 </vt:lpstr>
      <vt:lpstr>PowerPoint Presentation</vt:lpstr>
      <vt:lpstr>Essential EA Meta-Model - Business Layer - 12 </vt:lpstr>
      <vt:lpstr>PowerPoint Presentation</vt:lpstr>
      <vt:lpstr>Essential EA Meta-Model - Business Layer - 13 </vt:lpstr>
      <vt:lpstr>PowerPoint Presentation</vt:lpstr>
      <vt:lpstr>Essential EA Meta-Model - Business Layer - 14</vt:lpstr>
      <vt:lpstr>PowerPoint Presentation</vt:lpstr>
      <vt:lpstr>Essential EA Meta-Model - Business Layer - 15</vt:lpstr>
      <vt:lpstr>PowerPoint Presentation</vt:lpstr>
      <vt:lpstr>Essential EA Meta-Model - Business Layer - 16</vt:lpstr>
      <vt:lpstr>PowerPoint Presentation</vt:lpstr>
      <vt:lpstr>Essential EA Meta-Model - Business Layer - 17</vt:lpstr>
      <vt:lpstr>PowerPoint Presentation</vt:lpstr>
      <vt:lpstr>Essential EA Meta-Model - Business Layer - 18</vt:lpstr>
      <vt:lpstr>PowerPoint Presentation</vt:lpstr>
      <vt:lpstr>Essential EA Meta-Model - Business Layer - 19</vt:lpstr>
      <vt:lpstr>PowerPoint Presentation</vt:lpstr>
      <vt:lpstr>Essential EA Meta-Model - Business Layer - 20</vt:lpstr>
      <vt:lpstr>PowerPoint Presentation</vt:lpstr>
      <vt:lpstr>Essential EA Meta-Model - Business Layer - 21</vt:lpstr>
      <vt:lpstr>PowerPoint Presentation</vt:lpstr>
      <vt:lpstr>Essential EA Meta-Model - Business Layer - 22</vt:lpstr>
      <vt:lpstr>PowerPoint Presentation</vt:lpstr>
      <vt:lpstr>Essential EA Meta-Model - Business Layer - 23</vt:lpstr>
      <vt:lpstr>PowerPoint Presentation</vt:lpstr>
      <vt:lpstr>Essential EA Meta-Model - Business Layer - 24</vt:lpstr>
      <vt:lpstr>PowerPoint Presentation</vt:lpstr>
      <vt:lpstr>Essential EA Meta-Model - Business Layer - 25</vt:lpstr>
      <vt:lpstr>PowerPoint Presentation</vt:lpstr>
      <vt:lpstr>Essential EA Meta-Model - Business Layer - 26</vt:lpstr>
      <vt:lpstr>PowerPoint Presentation</vt:lpstr>
      <vt:lpstr>Essential EA Meta-Model - Business Layer - Summary</vt:lpstr>
      <vt:lpstr>PowerPoint Presentation</vt:lpstr>
      <vt:lpstr>Essential EA Meta-Model - Application Layer - 01</vt:lpstr>
      <vt:lpstr>PowerPoint Presentation</vt:lpstr>
      <vt:lpstr>Essential EA Meta-Model - Application Layer - 02</vt:lpstr>
      <vt:lpstr>PowerPoint Presentation</vt:lpstr>
      <vt:lpstr>Essential EA Meta-Model - Application Layer - 03</vt:lpstr>
      <vt:lpstr>PowerPoint Presentation</vt:lpstr>
      <vt:lpstr>Essential EA Meta-Model - Application Layer - 04</vt:lpstr>
      <vt:lpstr>PowerPoint Presentation</vt:lpstr>
      <vt:lpstr>Essential EA Meta-Model - Application Layer - 05</vt:lpstr>
      <vt:lpstr>PowerPoint Presentation</vt:lpstr>
      <vt:lpstr>Essential EA Meta-Model - Application Layer - 06</vt:lpstr>
      <vt:lpstr>PowerPoint Presentation</vt:lpstr>
      <vt:lpstr>Essential EA Meta-Model - Application Layer - 07</vt:lpstr>
      <vt:lpstr>PowerPoint Presentation</vt:lpstr>
      <vt:lpstr>Essential EA Meta-Model - Application Layer - 08</vt:lpstr>
      <vt:lpstr>PowerPoint Presentation</vt:lpstr>
      <vt:lpstr>Essential EA Meta-Model - Application Layer - 09</vt:lpstr>
      <vt:lpstr>PowerPoint Presentation</vt:lpstr>
      <vt:lpstr>Essential EA Meta-Model - Application Layer - 10</vt:lpstr>
      <vt:lpstr>PowerPoint Presentation</vt:lpstr>
      <vt:lpstr>Essential EA Meta-Model - Application Layer - 11</vt:lpstr>
      <vt:lpstr>PowerPoint Presentation</vt:lpstr>
      <vt:lpstr>Essential EA Meta-Model - Application Layer - 12</vt:lpstr>
      <vt:lpstr>PowerPoint Presentation</vt:lpstr>
      <vt:lpstr>Essential EA Meta-Model - Application Layer - 13</vt:lpstr>
      <vt:lpstr>PowerPoint Presentation</vt:lpstr>
      <vt:lpstr>Essential EA Meta-Model - Application Layer - 14</vt:lpstr>
      <vt:lpstr>PowerPoint Presentation</vt:lpstr>
      <vt:lpstr>Essential EA Meta-Model - Application Layer - 15</vt:lpstr>
      <vt:lpstr>PowerPoint Presentation</vt:lpstr>
      <vt:lpstr>Thank You!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82</cp:revision>
  <dcterms:created xsi:type="dcterms:W3CDTF">2026-03-17T00:40:27Z</dcterms:created>
  <dcterms:modified xsi:type="dcterms:W3CDTF">2026-04-10T07:54:59Z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